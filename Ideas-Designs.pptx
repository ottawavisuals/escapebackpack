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9" r:id="rId3"/>
    <p:sldId id="262" r:id="rId4"/>
    <p:sldId id="266" r:id="rId5"/>
    <p:sldId id="267" r:id="rId6"/>
    <p:sldId id="269" r:id="rId7"/>
    <p:sldId id="268" r:id="rId8"/>
    <p:sldId id="261" r:id="rId9"/>
    <p:sldId id="260" r:id="rId10"/>
    <p:sldId id="265" r:id="rId11"/>
    <p:sldId id="270"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2841"/>
    <a:srgbClr val="FFFFFF"/>
    <a:srgbClr val="A84420"/>
    <a:srgbClr val="16253C"/>
    <a:srgbClr val="8D391B"/>
    <a:srgbClr val="B36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5A600-66DE-4422-B266-4D9E07EEDDF7}" v="27" dt="2025-12-12T03:31:01.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ttier, Simon (he, him | il, lui)" userId="7826fc1b-fb9d-4766-ba69-562e161b9dbc" providerId="ADAL" clId="{EF954CB7-794B-4D5A-BBB9-9A77EB3004B3}"/>
    <pc:docChg chg="undo custSel addSld modSld">
      <pc:chgData name="Guettier, Simon (he, him | il, lui)" userId="7826fc1b-fb9d-4766-ba69-562e161b9dbc" providerId="ADAL" clId="{EF954CB7-794B-4D5A-BBB9-9A77EB3004B3}" dt="2025-12-10T18:45:36.969" v="669" actId="1076"/>
      <pc:docMkLst>
        <pc:docMk/>
      </pc:docMkLst>
      <pc:sldChg chg="addSp delSp modSp new mod setBg addAnim modAnim setClrOvrMap">
        <pc:chgData name="Guettier, Simon (he, him | il, lui)" userId="7826fc1b-fb9d-4766-ba69-562e161b9dbc" providerId="ADAL" clId="{EF954CB7-794B-4D5A-BBB9-9A77EB3004B3}" dt="2025-12-10T14:56:39.206" v="351" actId="20577"/>
        <pc:sldMkLst>
          <pc:docMk/>
          <pc:sldMk cId="354495851" sldId="256"/>
        </pc:sldMkLst>
        <pc:spChg chg="mod">
          <ac:chgData name="Guettier, Simon (he, him | il, lui)" userId="7826fc1b-fb9d-4766-ba69-562e161b9dbc" providerId="ADAL" clId="{EF954CB7-794B-4D5A-BBB9-9A77EB3004B3}" dt="2025-12-10T14:56:18.407" v="348" actId="14100"/>
          <ac:spMkLst>
            <pc:docMk/>
            <pc:sldMk cId="354495851" sldId="256"/>
            <ac:spMk id="2" creationId="{8E903A6F-84BB-0FC3-4F5F-184927E60D66}"/>
          </ac:spMkLst>
        </pc:spChg>
        <pc:spChg chg="mod">
          <ac:chgData name="Guettier, Simon (he, him | il, lui)" userId="7826fc1b-fb9d-4766-ba69-562e161b9dbc" providerId="ADAL" clId="{EF954CB7-794B-4D5A-BBB9-9A77EB3004B3}" dt="2025-12-10T14:56:39.206" v="351" actId="20577"/>
          <ac:spMkLst>
            <pc:docMk/>
            <pc:sldMk cId="354495851" sldId="256"/>
            <ac:spMk id="3" creationId="{D2624E2E-0FF7-2D31-21A1-6ECA691BCB33}"/>
          </ac:spMkLst>
        </pc:spChg>
        <pc:spChg chg="add">
          <ac:chgData name="Guettier, Simon (he, him | il, lui)" userId="7826fc1b-fb9d-4766-ba69-562e161b9dbc" providerId="ADAL" clId="{EF954CB7-794B-4D5A-BBB9-9A77EB3004B3}" dt="2025-12-10T14:44:20.246" v="335" actId="26606"/>
          <ac:spMkLst>
            <pc:docMk/>
            <pc:sldMk cId="354495851" sldId="256"/>
            <ac:spMk id="11" creationId="{71B2258F-86CA-4D4D-8270-BC05FCDEBFB3}"/>
          </ac:spMkLst>
        </pc:spChg>
        <pc:picChg chg="add mod ord">
          <ac:chgData name="Guettier, Simon (he, him | il, lui)" userId="7826fc1b-fb9d-4766-ba69-562e161b9dbc" providerId="ADAL" clId="{EF954CB7-794B-4D5A-BBB9-9A77EB3004B3}" dt="2025-12-10T14:44:20.246" v="335" actId="26606"/>
          <ac:picMkLst>
            <pc:docMk/>
            <pc:sldMk cId="354495851" sldId="256"/>
            <ac:picMk id="6" creationId="{E9EE41BF-A828-764B-C3E4-3C521954354E}"/>
          </ac:picMkLst>
        </pc:picChg>
      </pc:sldChg>
      <pc:sldChg chg="addSp delSp modSp new mod">
        <pc:chgData name="Guettier, Simon (he, him | il, lui)" userId="7826fc1b-fb9d-4766-ba69-562e161b9dbc" providerId="ADAL" clId="{EF954CB7-794B-4D5A-BBB9-9A77EB3004B3}" dt="2025-12-10T16:47:20.370" v="576" actId="21"/>
        <pc:sldMkLst>
          <pc:docMk/>
          <pc:sldMk cId="3363870539" sldId="257"/>
        </pc:sldMkLst>
        <pc:spChg chg="mod">
          <ac:chgData name="Guettier, Simon (he, him | il, lui)" userId="7826fc1b-fb9d-4766-ba69-562e161b9dbc" providerId="ADAL" clId="{EF954CB7-794B-4D5A-BBB9-9A77EB3004B3}" dt="2025-12-10T14:22:10.718" v="221" actId="20577"/>
          <ac:spMkLst>
            <pc:docMk/>
            <pc:sldMk cId="3363870539" sldId="257"/>
            <ac:spMk id="2" creationId="{BB463625-78EA-AFE2-4689-39B2875B5832}"/>
          </ac:spMkLst>
        </pc:spChg>
        <pc:spChg chg="mod">
          <ac:chgData name="Guettier, Simon (he, him | il, lui)" userId="7826fc1b-fb9d-4766-ba69-562e161b9dbc" providerId="ADAL" clId="{EF954CB7-794B-4D5A-BBB9-9A77EB3004B3}" dt="2025-12-10T14:40:19.803" v="329" actId="2711"/>
          <ac:spMkLst>
            <pc:docMk/>
            <pc:sldMk cId="3363870539" sldId="257"/>
            <ac:spMk id="3" creationId="{DCE11563-A896-075C-45CE-4D00347DAA57}"/>
          </ac:spMkLst>
        </pc:spChg>
        <pc:spChg chg="add mod">
          <ac:chgData name="Guettier, Simon (he, him | il, lui)" userId="7826fc1b-fb9d-4766-ba69-562e161b9dbc" providerId="ADAL" clId="{EF954CB7-794B-4D5A-BBB9-9A77EB3004B3}" dt="2025-12-10T15:23:50.495" v="375" actId="1076"/>
          <ac:spMkLst>
            <pc:docMk/>
            <pc:sldMk cId="3363870539" sldId="257"/>
            <ac:spMk id="8" creationId="{3D6ADDA3-2E6F-647C-98D6-7684B839D625}"/>
          </ac:spMkLst>
        </pc:spChg>
        <pc:spChg chg="add mod">
          <ac:chgData name="Guettier, Simon (he, him | il, lui)" userId="7826fc1b-fb9d-4766-ba69-562e161b9dbc" providerId="ADAL" clId="{EF954CB7-794B-4D5A-BBB9-9A77EB3004B3}" dt="2025-12-10T16:37:01.887" v="569" actId="207"/>
          <ac:spMkLst>
            <pc:docMk/>
            <pc:sldMk cId="3363870539" sldId="257"/>
            <ac:spMk id="9" creationId="{091911BA-7DC5-A274-3BA1-47DB05D83511}"/>
          </ac:spMkLst>
        </pc:spChg>
      </pc:sldChg>
      <pc:sldChg chg="addSp delSp modSp add mod">
        <pc:chgData name="Guettier, Simon (he, him | il, lui)" userId="7826fc1b-fb9d-4766-ba69-562e161b9dbc" providerId="ADAL" clId="{EF954CB7-794B-4D5A-BBB9-9A77EB3004B3}" dt="2025-12-10T14:35:24.234" v="308" actId="478"/>
        <pc:sldMkLst>
          <pc:docMk/>
          <pc:sldMk cId="1175273397" sldId="258"/>
        </pc:sldMkLst>
        <pc:spChg chg="mod">
          <ac:chgData name="Guettier, Simon (he, him | il, lui)" userId="7826fc1b-fb9d-4766-ba69-562e161b9dbc" providerId="ADAL" clId="{EF954CB7-794B-4D5A-BBB9-9A77EB3004B3}" dt="2025-12-10T14:35:18.018" v="306" actId="20577"/>
          <ac:spMkLst>
            <pc:docMk/>
            <pc:sldMk cId="1175273397" sldId="258"/>
            <ac:spMk id="2" creationId="{C7565B82-F4BD-895F-3AFD-874D9C2F238E}"/>
          </ac:spMkLst>
        </pc:spChg>
      </pc:sldChg>
      <pc:sldChg chg="addSp delSp modSp add mod">
        <pc:chgData name="Guettier, Simon (he, him | il, lui)" userId="7826fc1b-fb9d-4766-ba69-562e161b9dbc" providerId="ADAL" clId="{EF954CB7-794B-4D5A-BBB9-9A77EB3004B3}" dt="2025-12-10T16:04:04.427" v="470" actId="1076"/>
        <pc:sldMkLst>
          <pc:docMk/>
          <pc:sldMk cId="3634306679" sldId="259"/>
        </pc:sldMkLst>
        <pc:picChg chg="add mod">
          <ac:chgData name="Guettier, Simon (he, him | il, lui)" userId="7826fc1b-fb9d-4766-ba69-562e161b9dbc" providerId="ADAL" clId="{EF954CB7-794B-4D5A-BBB9-9A77EB3004B3}" dt="2025-12-10T15:38:58.570" v="391" actId="1076"/>
          <ac:picMkLst>
            <pc:docMk/>
            <pc:sldMk cId="3634306679" sldId="259"/>
            <ac:picMk id="6" creationId="{8471090E-AD15-D977-19A3-37524B1CD94C}"/>
          </ac:picMkLst>
        </pc:picChg>
        <pc:picChg chg="add mod">
          <ac:chgData name="Guettier, Simon (he, him | il, lui)" userId="7826fc1b-fb9d-4766-ba69-562e161b9dbc" providerId="ADAL" clId="{EF954CB7-794B-4D5A-BBB9-9A77EB3004B3}" dt="2025-12-10T15:39:04.882" v="393" actId="1076"/>
          <ac:picMkLst>
            <pc:docMk/>
            <pc:sldMk cId="3634306679" sldId="259"/>
            <ac:picMk id="10" creationId="{45223B8C-82A5-55D1-0D04-280C75E2F724}"/>
          </ac:picMkLst>
        </pc:picChg>
        <pc:picChg chg="add mod">
          <ac:chgData name="Guettier, Simon (he, him | il, lui)" userId="7826fc1b-fb9d-4766-ba69-562e161b9dbc" providerId="ADAL" clId="{EF954CB7-794B-4D5A-BBB9-9A77EB3004B3}" dt="2025-12-10T15:39:01.882" v="392" actId="1076"/>
          <ac:picMkLst>
            <pc:docMk/>
            <pc:sldMk cId="3634306679" sldId="259"/>
            <ac:picMk id="12" creationId="{37C05D47-3D64-DD26-12A2-3F4164BA10EE}"/>
          </ac:picMkLst>
        </pc:picChg>
        <pc:picChg chg="add mod">
          <ac:chgData name="Guettier, Simon (he, him | il, lui)" userId="7826fc1b-fb9d-4766-ba69-562e161b9dbc" providerId="ADAL" clId="{EF954CB7-794B-4D5A-BBB9-9A77EB3004B3}" dt="2025-12-10T15:38:51.417" v="389" actId="1076"/>
          <ac:picMkLst>
            <pc:docMk/>
            <pc:sldMk cId="3634306679" sldId="259"/>
            <ac:picMk id="14" creationId="{B75BE149-2245-B605-309D-CEC381ED750B}"/>
          </ac:picMkLst>
        </pc:picChg>
        <pc:picChg chg="add mod">
          <ac:chgData name="Guettier, Simon (he, him | il, lui)" userId="7826fc1b-fb9d-4766-ba69-562e161b9dbc" providerId="ADAL" clId="{EF954CB7-794B-4D5A-BBB9-9A77EB3004B3}" dt="2025-12-10T15:39:07.455" v="394" actId="1076"/>
          <ac:picMkLst>
            <pc:docMk/>
            <pc:sldMk cId="3634306679" sldId="259"/>
            <ac:picMk id="16" creationId="{753D3CE2-C60E-04C9-AE28-0D9CB49CC114}"/>
          </ac:picMkLst>
        </pc:picChg>
        <pc:picChg chg="add mod">
          <ac:chgData name="Guettier, Simon (he, him | il, lui)" userId="7826fc1b-fb9d-4766-ba69-562e161b9dbc" providerId="ADAL" clId="{EF954CB7-794B-4D5A-BBB9-9A77EB3004B3}" dt="2025-12-10T15:38:47.724" v="387" actId="1076"/>
          <ac:picMkLst>
            <pc:docMk/>
            <pc:sldMk cId="3634306679" sldId="259"/>
            <ac:picMk id="18" creationId="{01B54853-E5D8-01E6-9189-CFED070AE7E7}"/>
          </ac:picMkLst>
        </pc:picChg>
        <pc:picChg chg="add mod">
          <ac:chgData name="Guettier, Simon (he, him | il, lui)" userId="7826fc1b-fb9d-4766-ba69-562e161b9dbc" providerId="ADAL" clId="{EF954CB7-794B-4D5A-BBB9-9A77EB3004B3}" dt="2025-12-10T15:38:45.524" v="386" actId="1076"/>
          <ac:picMkLst>
            <pc:docMk/>
            <pc:sldMk cId="3634306679" sldId="259"/>
            <ac:picMk id="20" creationId="{0A26C066-0112-9BA2-25BC-C7AE45D8C401}"/>
          </ac:picMkLst>
        </pc:picChg>
        <pc:picChg chg="add mod">
          <ac:chgData name="Guettier, Simon (he, him | il, lui)" userId="7826fc1b-fb9d-4766-ba69-562e161b9dbc" providerId="ADAL" clId="{EF954CB7-794B-4D5A-BBB9-9A77EB3004B3}" dt="2025-12-10T15:38:55.777" v="390" actId="1076"/>
          <ac:picMkLst>
            <pc:docMk/>
            <pc:sldMk cId="3634306679" sldId="259"/>
            <ac:picMk id="22" creationId="{42C34387-B761-F83E-B791-AEE4589536A8}"/>
          </ac:picMkLst>
        </pc:picChg>
        <pc:picChg chg="add mod">
          <ac:chgData name="Guettier, Simon (he, him | il, lui)" userId="7826fc1b-fb9d-4766-ba69-562e161b9dbc" providerId="ADAL" clId="{EF954CB7-794B-4D5A-BBB9-9A77EB3004B3}" dt="2025-12-10T15:38:32.448" v="384" actId="14100"/>
          <ac:picMkLst>
            <pc:docMk/>
            <pc:sldMk cId="3634306679" sldId="259"/>
            <ac:picMk id="24" creationId="{8ED9EE03-2ACA-7D42-3B02-3D17986449EE}"/>
          </ac:picMkLst>
        </pc:picChg>
        <pc:picChg chg="mod">
          <ac:chgData name="Guettier, Simon (he, him | il, lui)" userId="7826fc1b-fb9d-4766-ba69-562e161b9dbc" providerId="ADAL" clId="{EF954CB7-794B-4D5A-BBB9-9A77EB3004B3}" dt="2025-12-10T15:57:45.814" v="425" actId="1076"/>
          <ac:picMkLst>
            <pc:docMk/>
            <pc:sldMk cId="3634306679" sldId="259"/>
            <ac:picMk id="26" creationId="{A078E885-500F-CE4A-83CB-A3919B02EA5B}"/>
          </ac:picMkLst>
        </pc:picChg>
        <pc:picChg chg="mod">
          <ac:chgData name="Guettier, Simon (he, him | il, lui)" userId="7826fc1b-fb9d-4766-ba69-562e161b9dbc" providerId="ADAL" clId="{EF954CB7-794B-4D5A-BBB9-9A77EB3004B3}" dt="2025-12-10T15:57:51.459" v="426" actId="1076"/>
          <ac:picMkLst>
            <pc:docMk/>
            <pc:sldMk cId="3634306679" sldId="259"/>
            <ac:picMk id="28" creationId="{221D92DC-BFAD-A8C4-DFCA-4BB1AAE529EE}"/>
          </ac:picMkLst>
        </pc:picChg>
        <pc:picChg chg="add mod">
          <ac:chgData name="Guettier, Simon (he, him | il, lui)" userId="7826fc1b-fb9d-4766-ba69-562e161b9dbc" providerId="ADAL" clId="{EF954CB7-794B-4D5A-BBB9-9A77EB3004B3}" dt="2025-12-10T15:58:04.596" v="432" actId="1076"/>
          <ac:picMkLst>
            <pc:docMk/>
            <pc:sldMk cId="3634306679" sldId="259"/>
            <ac:picMk id="30" creationId="{38DE41FA-E4FC-6434-89A1-A21BAF75388B}"/>
          </ac:picMkLst>
        </pc:picChg>
        <pc:picChg chg="mod">
          <ac:chgData name="Guettier, Simon (he, him | il, lui)" userId="7826fc1b-fb9d-4766-ba69-562e161b9dbc" providerId="ADAL" clId="{EF954CB7-794B-4D5A-BBB9-9A77EB3004B3}" dt="2025-12-10T16:03:46.237" v="466" actId="1076"/>
          <ac:picMkLst>
            <pc:docMk/>
            <pc:sldMk cId="3634306679" sldId="259"/>
            <ac:picMk id="32" creationId="{06805084-E511-4A35-37EC-6200A2D0093B}"/>
          </ac:picMkLst>
        </pc:picChg>
        <pc:picChg chg="mod">
          <ac:chgData name="Guettier, Simon (he, him | il, lui)" userId="7826fc1b-fb9d-4766-ba69-562e161b9dbc" providerId="ADAL" clId="{EF954CB7-794B-4D5A-BBB9-9A77EB3004B3}" dt="2025-12-10T16:00:33.383" v="445" actId="1076"/>
          <ac:picMkLst>
            <pc:docMk/>
            <pc:sldMk cId="3634306679" sldId="259"/>
            <ac:picMk id="34" creationId="{831692D6-331F-8427-5BDC-CCE9123D9835}"/>
          </ac:picMkLst>
        </pc:picChg>
        <pc:picChg chg="add mod">
          <ac:chgData name="Guettier, Simon (he, him | il, lui)" userId="7826fc1b-fb9d-4766-ba69-562e161b9dbc" providerId="ADAL" clId="{EF954CB7-794B-4D5A-BBB9-9A77EB3004B3}" dt="2025-12-10T16:03:34.118" v="464" actId="1076"/>
          <ac:picMkLst>
            <pc:docMk/>
            <pc:sldMk cId="3634306679" sldId="259"/>
            <ac:picMk id="36" creationId="{EE8343D6-81EF-F0CD-961E-956599CEEF67}"/>
          </ac:picMkLst>
        </pc:picChg>
        <pc:picChg chg="add mod">
          <ac:chgData name="Guettier, Simon (he, him | il, lui)" userId="7826fc1b-fb9d-4766-ba69-562e161b9dbc" providerId="ADAL" clId="{EF954CB7-794B-4D5A-BBB9-9A77EB3004B3}" dt="2025-12-10T16:04:01.375" v="469" actId="1076"/>
          <ac:picMkLst>
            <pc:docMk/>
            <pc:sldMk cId="3634306679" sldId="259"/>
            <ac:picMk id="38" creationId="{E21202F8-BC21-50D0-CE61-898F7D1C4F20}"/>
          </ac:picMkLst>
        </pc:picChg>
        <pc:picChg chg="mod">
          <ac:chgData name="Guettier, Simon (he, him | il, lui)" userId="7826fc1b-fb9d-4766-ba69-562e161b9dbc" providerId="ADAL" clId="{EF954CB7-794B-4D5A-BBB9-9A77EB3004B3}" dt="2025-12-10T16:03:58.195" v="468" actId="1076"/>
          <ac:picMkLst>
            <pc:docMk/>
            <pc:sldMk cId="3634306679" sldId="259"/>
            <ac:picMk id="40" creationId="{9F6687DC-581E-02B7-27A7-E4D0A6F20159}"/>
          </ac:picMkLst>
        </pc:picChg>
        <pc:picChg chg="mod">
          <ac:chgData name="Guettier, Simon (he, him | il, lui)" userId="7826fc1b-fb9d-4766-ba69-562e161b9dbc" providerId="ADAL" clId="{EF954CB7-794B-4D5A-BBB9-9A77EB3004B3}" dt="2025-12-10T16:02:31.989" v="452" actId="1076"/>
          <ac:picMkLst>
            <pc:docMk/>
            <pc:sldMk cId="3634306679" sldId="259"/>
            <ac:picMk id="42" creationId="{CEF7F6FC-C40D-10DD-C13B-8B840BFDB6D8}"/>
          </ac:picMkLst>
        </pc:picChg>
        <pc:picChg chg="mod">
          <ac:chgData name="Guettier, Simon (he, him | il, lui)" userId="7826fc1b-fb9d-4766-ba69-562e161b9dbc" providerId="ADAL" clId="{EF954CB7-794B-4D5A-BBB9-9A77EB3004B3}" dt="2025-12-10T16:02:37.245" v="454" actId="1076"/>
          <ac:picMkLst>
            <pc:docMk/>
            <pc:sldMk cId="3634306679" sldId="259"/>
            <ac:picMk id="44" creationId="{7EE06018-6712-38CE-1230-542A203B68BE}"/>
          </ac:picMkLst>
        </pc:picChg>
        <pc:picChg chg="add mod">
          <ac:chgData name="Guettier, Simon (he, him | il, lui)" userId="7826fc1b-fb9d-4766-ba69-562e161b9dbc" providerId="ADAL" clId="{EF954CB7-794B-4D5A-BBB9-9A77EB3004B3}" dt="2025-12-10T16:02:34.917" v="453" actId="1076"/>
          <ac:picMkLst>
            <pc:docMk/>
            <pc:sldMk cId="3634306679" sldId="259"/>
            <ac:picMk id="46" creationId="{26592DC0-A948-A511-387F-A729AC1E5349}"/>
          </ac:picMkLst>
        </pc:picChg>
        <pc:picChg chg="mod">
          <ac:chgData name="Guettier, Simon (he, him | il, lui)" userId="7826fc1b-fb9d-4766-ba69-562e161b9dbc" providerId="ADAL" clId="{EF954CB7-794B-4D5A-BBB9-9A77EB3004B3}" dt="2025-12-10T16:04:04.427" v="470" actId="1076"/>
          <ac:picMkLst>
            <pc:docMk/>
            <pc:sldMk cId="3634306679" sldId="259"/>
            <ac:picMk id="48" creationId="{6BE9215C-55E9-E02E-5932-DBC7BC67628E}"/>
          </ac:picMkLst>
        </pc:picChg>
        <pc:picChg chg="mod">
          <ac:chgData name="Guettier, Simon (he, him | il, lui)" userId="7826fc1b-fb9d-4766-ba69-562e161b9dbc" providerId="ADAL" clId="{EF954CB7-794B-4D5A-BBB9-9A77EB3004B3}" dt="2025-12-10T16:03:23.818" v="461" actId="1076"/>
          <ac:picMkLst>
            <pc:docMk/>
            <pc:sldMk cId="3634306679" sldId="259"/>
            <ac:picMk id="50" creationId="{B369921E-83D6-ABFC-E8CD-AFCCCBC3BA48}"/>
          </ac:picMkLst>
        </pc:picChg>
        <pc:picChg chg="mod">
          <ac:chgData name="Guettier, Simon (he, him | il, lui)" userId="7826fc1b-fb9d-4766-ba69-562e161b9dbc" providerId="ADAL" clId="{EF954CB7-794B-4D5A-BBB9-9A77EB3004B3}" dt="2025-12-10T16:03:09.814" v="458" actId="1076"/>
          <ac:picMkLst>
            <pc:docMk/>
            <pc:sldMk cId="3634306679" sldId="259"/>
            <ac:picMk id="52" creationId="{43D311B4-9361-4D2F-9316-1844B3302142}"/>
          </ac:picMkLst>
        </pc:picChg>
        <pc:picChg chg="mod">
          <ac:chgData name="Guettier, Simon (he, him | il, lui)" userId="7826fc1b-fb9d-4766-ba69-562e161b9dbc" providerId="ADAL" clId="{EF954CB7-794B-4D5A-BBB9-9A77EB3004B3}" dt="2025-12-10T16:03:42.380" v="465" actId="1076"/>
          <ac:picMkLst>
            <pc:docMk/>
            <pc:sldMk cId="3634306679" sldId="259"/>
            <ac:picMk id="54" creationId="{A91280D5-641D-B3EB-C8F8-FA782D395BF8}"/>
          </ac:picMkLst>
        </pc:picChg>
        <pc:picChg chg="add mod">
          <ac:chgData name="Guettier, Simon (he, him | il, lui)" userId="7826fc1b-fb9d-4766-ba69-562e161b9dbc" providerId="ADAL" clId="{EF954CB7-794B-4D5A-BBB9-9A77EB3004B3}" dt="2025-12-10T16:02:58.930" v="456" actId="1076"/>
          <ac:picMkLst>
            <pc:docMk/>
            <pc:sldMk cId="3634306679" sldId="259"/>
            <ac:picMk id="56" creationId="{55B15DE1-B147-211F-B5A8-FA31119267A7}"/>
          </ac:picMkLst>
        </pc:picChg>
        <pc:picChg chg="add mod">
          <ac:chgData name="Guettier, Simon (he, him | il, lui)" userId="7826fc1b-fb9d-4766-ba69-562e161b9dbc" providerId="ADAL" clId="{EF954CB7-794B-4D5A-BBB9-9A77EB3004B3}" dt="2025-12-10T15:58:25.653" v="436" actId="1076"/>
          <ac:picMkLst>
            <pc:docMk/>
            <pc:sldMk cId="3634306679" sldId="259"/>
            <ac:picMk id="58" creationId="{BBCD290C-FED1-7D5E-58BB-09FD7F7D5CD6}"/>
          </ac:picMkLst>
        </pc:picChg>
        <pc:picChg chg="add mod">
          <ac:chgData name="Guettier, Simon (he, him | il, lui)" userId="7826fc1b-fb9d-4766-ba69-562e161b9dbc" providerId="ADAL" clId="{EF954CB7-794B-4D5A-BBB9-9A77EB3004B3}" dt="2025-12-10T15:58:15.429" v="434" actId="1076"/>
          <ac:picMkLst>
            <pc:docMk/>
            <pc:sldMk cId="3634306679" sldId="259"/>
            <ac:picMk id="60" creationId="{C739CD68-A291-E307-87FD-9F251C674B51}"/>
          </ac:picMkLst>
        </pc:picChg>
        <pc:picChg chg="add mod">
          <ac:chgData name="Guettier, Simon (he, him | il, lui)" userId="7826fc1b-fb9d-4766-ba69-562e161b9dbc" providerId="ADAL" clId="{EF954CB7-794B-4D5A-BBB9-9A77EB3004B3}" dt="2025-12-10T15:58:19.839" v="435" actId="1076"/>
          <ac:picMkLst>
            <pc:docMk/>
            <pc:sldMk cId="3634306679" sldId="259"/>
            <ac:picMk id="62" creationId="{A416C31C-FFFB-2803-BD02-FA928A19737E}"/>
          </ac:picMkLst>
        </pc:picChg>
        <pc:picChg chg="add mod">
          <ac:chgData name="Guettier, Simon (he, him | il, lui)" userId="7826fc1b-fb9d-4766-ba69-562e161b9dbc" providerId="ADAL" clId="{EF954CB7-794B-4D5A-BBB9-9A77EB3004B3}" dt="2025-12-10T15:57:25.971" v="424" actId="1076"/>
          <ac:picMkLst>
            <pc:docMk/>
            <pc:sldMk cId="3634306679" sldId="259"/>
            <ac:picMk id="64" creationId="{E2788EA2-8CFF-52A1-2C9D-5FC4D6E7CB42}"/>
          </ac:picMkLst>
        </pc:picChg>
        <pc:picChg chg="mod">
          <ac:chgData name="Guettier, Simon (he, him | il, lui)" userId="7826fc1b-fb9d-4766-ba69-562e161b9dbc" providerId="ADAL" clId="{EF954CB7-794B-4D5A-BBB9-9A77EB3004B3}" dt="2025-12-10T16:03:18.451" v="460" actId="1076"/>
          <ac:picMkLst>
            <pc:docMk/>
            <pc:sldMk cId="3634306679" sldId="259"/>
            <ac:picMk id="66" creationId="{0ADFDCD9-F0C8-30D2-AFE7-BC4DC2030AC3}"/>
          </ac:picMkLst>
        </pc:picChg>
        <pc:picChg chg="mod">
          <ac:chgData name="Guettier, Simon (he, him | il, lui)" userId="7826fc1b-fb9d-4766-ba69-562e161b9dbc" providerId="ADAL" clId="{EF954CB7-794B-4D5A-BBB9-9A77EB3004B3}" dt="2025-12-10T16:03:31.334" v="463" actId="1076"/>
          <ac:picMkLst>
            <pc:docMk/>
            <pc:sldMk cId="3634306679" sldId="259"/>
            <ac:picMk id="68" creationId="{574E7099-60E8-7F75-DBC6-E377DC754F2B}"/>
          </ac:picMkLst>
        </pc:picChg>
        <pc:picChg chg="mod">
          <ac:chgData name="Guettier, Simon (he, him | il, lui)" userId="7826fc1b-fb9d-4766-ba69-562e161b9dbc" providerId="ADAL" clId="{EF954CB7-794B-4D5A-BBB9-9A77EB3004B3}" dt="2025-12-10T15:58:10.467" v="433" actId="1076"/>
          <ac:picMkLst>
            <pc:docMk/>
            <pc:sldMk cId="3634306679" sldId="259"/>
            <ac:picMk id="70" creationId="{8917F412-45E0-4874-5782-1781EA7A4501}"/>
          </ac:picMkLst>
        </pc:picChg>
        <pc:picChg chg="add mod">
          <ac:chgData name="Guettier, Simon (he, him | il, lui)" userId="7826fc1b-fb9d-4766-ba69-562e161b9dbc" providerId="ADAL" clId="{EF954CB7-794B-4D5A-BBB9-9A77EB3004B3}" dt="2025-12-10T16:03:52.327" v="467" actId="1076"/>
          <ac:picMkLst>
            <pc:docMk/>
            <pc:sldMk cId="3634306679" sldId="259"/>
            <ac:picMk id="72" creationId="{2390DF34-6C63-B321-A5ED-F1C79E52676C}"/>
          </ac:picMkLst>
        </pc:picChg>
      </pc:sldChg>
      <pc:sldChg chg="addSp delSp modSp add mod">
        <pc:chgData name="Guettier, Simon (he, him | il, lui)" userId="7826fc1b-fb9d-4766-ba69-562e161b9dbc" providerId="ADAL" clId="{EF954CB7-794B-4D5A-BBB9-9A77EB3004B3}" dt="2025-12-10T18:44:25.399" v="658" actId="1076"/>
        <pc:sldMkLst>
          <pc:docMk/>
          <pc:sldMk cId="3600266187" sldId="260"/>
        </pc:sldMkLst>
        <pc:spChg chg="mod">
          <ac:chgData name="Guettier, Simon (he, him | il, lui)" userId="7826fc1b-fb9d-4766-ba69-562e161b9dbc" providerId="ADAL" clId="{EF954CB7-794B-4D5A-BBB9-9A77EB3004B3}" dt="2025-12-10T18:38:32.611" v="581" actId="1076"/>
          <ac:spMkLst>
            <pc:docMk/>
            <pc:sldMk cId="3600266187" sldId="260"/>
            <ac:spMk id="23" creationId="{5B495054-B05C-AC76-46FF-1DB6BB4EC220}"/>
          </ac:spMkLst>
        </pc:spChg>
        <pc:spChg chg="add mod ord">
          <ac:chgData name="Guettier, Simon (he, him | il, lui)" userId="7826fc1b-fb9d-4766-ba69-562e161b9dbc" providerId="ADAL" clId="{EF954CB7-794B-4D5A-BBB9-9A77EB3004B3}" dt="2025-12-10T18:39:55.889" v="598" actId="14100"/>
          <ac:spMkLst>
            <pc:docMk/>
            <pc:sldMk cId="3600266187" sldId="260"/>
            <ac:spMk id="27" creationId="{F650F943-9316-0930-FAC1-B4E53DEA9AED}"/>
          </ac:spMkLst>
        </pc:spChg>
        <pc:spChg chg="add mod">
          <ac:chgData name="Guettier, Simon (he, him | il, lui)" userId="7826fc1b-fb9d-4766-ba69-562e161b9dbc" providerId="ADAL" clId="{EF954CB7-794B-4D5A-BBB9-9A77EB3004B3}" dt="2025-12-10T18:41:28.451" v="616" actId="1076"/>
          <ac:spMkLst>
            <pc:docMk/>
            <pc:sldMk cId="3600266187" sldId="260"/>
            <ac:spMk id="29" creationId="{C46E9168-87E1-5F64-8E34-900DF46B9EFC}"/>
          </ac:spMkLst>
        </pc:spChg>
        <pc:spChg chg="add mod ord">
          <ac:chgData name="Guettier, Simon (he, him | il, lui)" userId="7826fc1b-fb9d-4766-ba69-562e161b9dbc" providerId="ADAL" clId="{EF954CB7-794B-4D5A-BBB9-9A77EB3004B3}" dt="2025-12-10T18:44:25.399" v="658" actId="1076"/>
          <ac:spMkLst>
            <pc:docMk/>
            <pc:sldMk cId="3600266187" sldId="260"/>
            <ac:spMk id="41" creationId="{6C2692CC-4B86-ACAF-D19C-5F7468804FDA}"/>
          </ac:spMkLst>
        </pc:spChg>
        <pc:picChg chg="add mod ord">
          <ac:chgData name="Guettier, Simon (he, him | il, lui)" userId="7826fc1b-fb9d-4766-ba69-562e161b9dbc" providerId="ADAL" clId="{EF954CB7-794B-4D5A-BBB9-9A77EB3004B3}" dt="2025-12-10T18:40:10.769" v="601" actId="1076"/>
          <ac:picMkLst>
            <pc:docMk/>
            <pc:sldMk cId="3600266187" sldId="260"/>
            <ac:picMk id="25" creationId="{C83E0348-9BD2-CBD9-AAFE-71A653A0A722}"/>
          </ac:picMkLst>
        </pc:picChg>
      </pc:sldChg>
      <pc:sldChg chg="addSp delSp modSp add mod">
        <pc:chgData name="Guettier, Simon (he, him | il, lui)" userId="7826fc1b-fb9d-4766-ba69-562e161b9dbc" providerId="ADAL" clId="{EF954CB7-794B-4D5A-BBB9-9A77EB3004B3}" dt="2025-12-10T16:47:23.731" v="578" actId="1076"/>
        <pc:sldMkLst>
          <pc:docMk/>
          <pc:sldMk cId="2424138196" sldId="261"/>
        </pc:sldMkLst>
        <pc:picChg chg="add mod">
          <ac:chgData name="Guettier, Simon (he, him | il, lui)" userId="7826fc1b-fb9d-4766-ba69-562e161b9dbc" providerId="ADAL" clId="{EF954CB7-794B-4D5A-BBB9-9A77EB3004B3}" dt="2025-12-10T16:47:23.731" v="578" actId="1076"/>
          <ac:picMkLst>
            <pc:docMk/>
            <pc:sldMk cId="2424138196" sldId="261"/>
            <ac:picMk id="5" creationId="{28733469-ECDA-7B22-D0B9-A6C3C99DFDED}"/>
          </ac:picMkLst>
        </pc:picChg>
        <pc:picChg chg="add mod">
          <ac:chgData name="Guettier, Simon (he, him | il, lui)" userId="7826fc1b-fb9d-4766-ba69-562e161b9dbc" providerId="ADAL" clId="{EF954CB7-794B-4D5A-BBB9-9A77EB3004B3}" dt="2025-12-10T16:47:23.731" v="578" actId="1076"/>
          <ac:picMkLst>
            <pc:docMk/>
            <pc:sldMk cId="2424138196" sldId="261"/>
            <ac:picMk id="7" creationId="{132009F9-342D-1C9D-07E8-E3FA505EE7F4}"/>
          </ac:picMkLst>
        </pc:picChg>
        <pc:picChg chg="add mod">
          <ac:chgData name="Guettier, Simon (he, him | il, lui)" userId="7826fc1b-fb9d-4766-ba69-562e161b9dbc" providerId="ADAL" clId="{EF954CB7-794B-4D5A-BBB9-9A77EB3004B3}" dt="2025-12-10T16:47:23.731" v="578" actId="1076"/>
          <ac:picMkLst>
            <pc:docMk/>
            <pc:sldMk cId="2424138196" sldId="261"/>
            <ac:picMk id="8" creationId="{0BCF6533-93FD-503F-72EB-45E291012714}"/>
          </ac:picMkLst>
        </pc:picChg>
      </pc:sldChg>
      <pc:sldChg chg="addSp delSp modSp add mod">
        <pc:chgData name="Guettier, Simon (he, him | il, lui)" userId="7826fc1b-fb9d-4766-ba69-562e161b9dbc" providerId="ADAL" clId="{EF954CB7-794B-4D5A-BBB9-9A77EB3004B3}" dt="2025-12-10T18:45:36.969" v="669" actId="1076"/>
        <pc:sldMkLst>
          <pc:docMk/>
          <pc:sldMk cId="695642350" sldId="262"/>
        </pc:sldMkLst>
        <pc:spChg chg="mod">
          <ac:chgData name="Guettier, Simon (he, him | il, lui)" userId="7826fc1b-fb9d-4766-ba69-562e161b9dbc" providerId="ADAL" clId="{EF954CB7-794B-4D5A-BBB9-9A77EB3004B3}" dt="2025-12-10T18:45:18.648" v="665" actId="1076"/>
          <ac:spMkLst>
            <pc:docMk/>
            <pc:sldMk cId="695642350" sldId="262"/>
            <ac:spMk id="4" creationId="{F9F7E362-37FF-A201-629E-D12541051135}"/>
          </ac:spMkLst>
        </pc:spChg>
        <pc:picChg chg="add mod">
          <ac:chgData name="Guettier, Simon (he, him | il, lui)" userId="7826fc1b-fb9d-4766-ba69-562e161b9dbc" providerId="ADAL" clId="{EF954CB7-794B-4D5A-BBB9-9A77EB3004B3}" dt="2025-12-10T18:45:36.969" v="669" actId="1076"/>
          <ac:picMkLst>
            <pc:docMk/>
            <pc:sldMk cId="695642350" sldId="262"/>
            <ac:picMk id="5" creationId="{2D649D42-544E-4659-1935-4F283D20E9F8}"/>
          </ac:picMkLst>
        </pc:picChg>
      </pc:sldChg>
    </pc:docChg>
  </pc:docChgLst>
  <pc:docChgLst>
    <pc:chgData name="Simon Guettier" userId="aecb12b45723362e" providerId="LiveId" clId="{93106A41-72F2-4D58-BE20-2D0BA65C9A85}"/>
    <pc:docChg chg="undo custSel addSld delSld modSld sldOrd">
      <pc:chgData name="Simon Guettier" userId="aecb12b45723362e" providerId="LiveId" clId="{93106A41-72F2-4D58-BE20-2D0BA65C9A85}" dt="2025-12-12T03:39:12.187" v="3306" actId="1076"/>
      <pc:docMkLst>
        <pc:docMk/>
      </pc:docMkLst>
      <pc:sldChg chg="modSp mod">
        <pc:chgData name="Simon Guettier" userId="aecb12b45723362e" providerId="LiveId" clId="{93106A41-72F2-4D58-BE20-2D0BA65C9A85}" dt="2025-12-11T23:23:18.097" v="1" actId="1076"/>
        <pc:sldMkLst>
          <pc:docMk/>
          <pc:sldMk cId="3363870539" sldId="257"/>
        </pc:sldMkLst>
        <pc:spChg chg="mod">
          <ac:chgData name="Simon Guettier" userId="aecb12b45723362e" providerId="LiveId" clId="{93106A41-72F2-4D58-BE20-2D0BA65C9A85}" dt="2025-12-11T23:23:12.951" v="0" actId="1076"/>
          <ac:spMkLst>
            <pc:docMk/>
            <pc:sldMk cId="3363870539" sldId="257"/>
            <ac:spMk id="8" creationId="{3D6ADDA3-2E6F-647C-98D6-7684B839D625}"/>
          </ac:spMkLst>
        </pc:spChg>
        <pc:spChg chg="mod">
          <ac:chgData name="Simon Guettier" userId="aecb12b45723362e" providerId="LiveId" clId="{93106A41-72F2-4D58-BE20-2D0BA65C9A85}" dt="2025-12-11T23:23:18.097" v="1" actId="1076"/>
          <ac:spMkLst>
            <pc:docMk/>
            <pc:sldMk cId="3363870539" sldId="257"/>
            <ac:spMk id="9" creationId="{091911BA-7DC5-A274-3BA1-47DB05D83511}"/>
          </ac:spMkLst>
        </pc:spChg>
      </pc:sldChg>
      <pc:sldChg chg="addSp modSp mod ord">
        <pc:chgData name="Simon Guettier" userId="aecb12b45723362e" providerId="LiveId" clId="{93106A41-72F2-4D58-BE20-2D0BA65C9A85}" dt="2025-12-12T03:38:07.348" v="3299" actId="6549"/>
        <pc:sldMkLst>
          <pc:docMk/>
          <pc:sldMk cId="1175273397" sldId="258"/>
        </pc:sldMkLst>
        <pc:spChg chg="mod">
          <ac:chgData name="Simon Guettier" userId="aecb12b45723362e" providerId="LiveId" clId="{93106A41-72F2-4D58-BE20-2D0BA65C9A85}" dt="2025-12-12T01:29:57.554" v="1918" actId="20577"/>
          <ac:spMkLst>
            <pc:docMk/>
            <pc:sldMk cId="1175273397" sldId="258"/>
            <ac:spMk id="2" creationId="{C7565B82-F4BD-895F-3AFD-874D9C2F238E}"/>
          </ac:spMkLst>
        </pc:spChg>
        <pc:spChg chg="add mod">
          <ac:chgData name="Simon Guettier" userId="aecb12b45723362e" providerId="LiveId" clId="{93106A41-72F2-4D58-BE20-2D0BA65C9A85}" dt="2025-12-12T03:38:07.348" v="3299" actId="6549"/>
          <ac:spMkLst>
            <pc:docMk/>
            <pc:sldMk cId="1175273397" sldId="258"/>
            <ac:spMk id="3" creationId="{3FC27E82-D196-882E-3E30-EBFE1A68E616}"/>
          </ac:spMkLst>
        </pc:spChg>
      </pc:sldChg>
      <pc:sldChg chg="addSp delSp modSp mod">
        <pc:chgData name="Simon Guettier" userId="aecb12b45723362e" providerId="LiveId" clId="{93106A41-72F2-4D58-BE20-2D0BA65C9A85}" dt="2025-12-12T02:36:07.122" v="2688" actId="1076"/>
        <pc:sldMkLst>
          <pc:docMk/>
          <pc:sldMk cId="2424138196" sldId="261"/>
        </pc:sldMkLst>
        <pc:spChg chg="add del mod">
          <ac:chgData name="Simon Guettier" userId="aecb12b45723362e" providerId="LiveId" clId="{93106A41-72F2-4D58-BE20-2D0BA65C9A85}" dt="2025-12-12T02:35:48.193" v="2687" actId="478"/>
          <ac:spMkLst>
            <pc:docMk/>
            <pc:sldMk cId="2424138196" sldId="261"/>
            <ac:spMk id="6" creationId="{7C95FB6B-B294-639A-8FCD-AC5F10C6EE9E}"/>
          </ac:spMkLst>
        </pc:spChg>
        <pc:spChg chg="add del mod">
          <ac:chgData name="Simon Guettier" userId="aecb12b45723362e" providerId="LiveId" clId="{93106A41-72F2-4D58-BE20-2D0BA65C9A85}" dt="2025-12-12T02:35:42.575" v="2685" actId="478"/>
          <ac:spMkLst>
            <pc:docMk/>
            <pc:sldMk cId="2424138196" sldId="261"/>
            <ac:spMk id="10" creationId="{D6DC59C7-4EB5-4A51-73C8-48C46D08FC00}"/>
          </ac:spMkLst>
        </pc:spChg>
        <pc:picChg chg="add del mod">
          <ac:chgData name="Simon Guettier" userId="aecb12b45723362e" providerId="LiveId" clId="{93106A41-72F2-4D58-BE20-2D0BA65C9A85}" dt="2025-12-12T02:35:44.625" v="2686" actId="478"/>
          <ac:picMkLst>
            <pc:docMk/>
            <pc:sldMk cId="2424138196" sldId="261"/>
            <ac:picMk id="4" creationId="{C068B996-6BC0-E240-B341-8518843FCA49}"/>
          </ac:picMkLst>
        </pc:picChg>
        <pc:picChg chg="mod">
          <ac:chgData name="Simon Guettier" userId="aecb12b45723362e" providerId="LiveId" clId="{93106A41-72F2-4D58-BE20-2D0BA65C9A85}" dt="2025-12-12T02:36:07.122" v="2688" actId="1076"/>
          <ac:picMkLst>
            <pc:docMk/>
            <pc:sldMk cId="2424138196" sldId="261"/>
            <ac:picMk id="8" creationId="{0BCF6533-93FD-503F-72EB-45E291012714}"/>
          </ac:picMkLst>
        </pc:picChg>
        <pc:picChg chg="add del mod">
          <ac:chgData name="Simon Guettier" userId="aecb12b45723362e" providerId="LiveId" clId="{93106A41-72F2-4D58-BE20-2D0BA65C9A85}" dt="2025-12-12T02:35:38.945" v="2684" actId="478"/>
          <ac:picMkLst>
            <pc:docMk/>
            <pc:sldMk cId="2424138196" sldId="261"/>
            <ac:picMk id="9" creationId="{BDDCEFD6-27E1-1C16-3432-227136531E8D}"/>
          </ac:picMkLst>
        </pc:picChg>
        <pc:picChg chg="add del mod">
          <ac:chgData name="Simon Guettier" userId="aecb12b45723362e" providerId="LiveId" clId="{93106A41-72F2-4D58-BE20-2D0BA65C9A85}" dt="2025-12-12T02:35:35.721" v="2683" actId="478"/>
          <ac:picMkLst>
            <pc:docMk/>
            <pc:sldMk cId="2424138196" sldId="261"/>
            <ac:picMk id="11" creationId="{DEBEC912-7C4B-FD68-C88A-2AAF9FF738DD}"/>
          </ac:picMkLst>
        </pc:picChg>
      </pc:sldChg>
      <pc:sldChg chg="addSp modSp mod">
        <pc:chgData name="Simon Guettier" userId="aecb12b45723362e" providerId="LiveId" clId="{93106A41-72F2-4D58-BE20-2D0BA65C9A85}" dt="2025-12-12T01:36:05.285" v="2083" actId="1076"/>
        <pc:sldMkLst>
          <pc:docMk/>
          <pc:sldMk cId="695642350" sldId="262"/>
        </pc:sldMkLst>
        <pc:spChg chg="add mod">
          <ac:chgData name="Simon Guettier" userId="aecb12b45723362e" providerId="LiveId" clId="{93106A41-72F2-4D58-BE20-2D0BA65C9A85}" dt="2025-12-12T01:36:05.285" v="2083" actId="1076"/>
          <ac:spMkLst>
            <pc:docMk/>
            <pc:sldMk cId="695642350" sldId="262"/>
            <ac:spMk id="3" creationId="{593D6F1C-B6F8-26D4-8BF8-74D1187D9982}"/>
          </ac:spMkLst>
        </pc:spChg>
      </pc:sldChg>
      <pc:sldChg chg="modSp add mod">
        <pc:chgData name="Simon Guettier" userId="aecb12b45723362e" providerId="LiveId" clId="{93106A41-72F2-4D58-BE20-2D0BA65C9A85}" dt="2025-12-12T02:22:39.404" v="2628" actId="20577"/>
        <pc:sldMkLst>
          <pc:docMk/>
          <pc:sldMk cId="3386871535" sldId="263"/>
        </pc:sldMkLst>
        <pc:spChg chg="mod">
          <ac:chgData name="Simon Guettier" userId="aecb12b45723362e" providerId="LiveId" clId="{93106A41-72F2-4D58-BE20-2D0BA65C9A85}" dt="2025-12-11T23:53:39.944" v="1164" actId="20577"/>
          <ac:spMkLst>
            <pc:docMk/>
            <pc:sldMk cId="3386871535" sldId="263"/>
            <ac:spMk id="2" creationId="{AB17E4BC-0C12-6650-5D1C-F24EFD2BB27B}"/>
          </ac:spMkLst>
        </pc:spChg>
        <pc:spChg chg="mod">
          <ac:chgData name="Simon Guettier" userId="aecb12b45723362e" providerId="LiveId" clId="{93106A41-72F2-4D58-BE20-2D0BA65C9A85}" dt="2025-12-12T02:22:39.404" v="2628" actId="20577"/>
          <ac:spMkLst>
            <pc:docMk/>
            <pc:sldMk cId="3386871535" sldId="263"/>
            <ac:spMk id="3" creationId="{304885E3-CE4A-054E-5D1D-31A71522DE0B}"/>
          </ac:spMkLst>
        </pc:spChg>
      </pc:sldChg>
      <pc:sldChg chg="add del">
        <pc:chgData name="Simon Guettier" userId="aecb12b45723362e" providerId="LiveId" clId="{93106A41-72F2-4D58-BE20-2D0BA65C9A85}" dt="2025-12-12T02:41:26.288" v="2689" actId="2696"/>
        <pc:sldMkLst>
          <pc:docMk/>
          <pc:sldMk cId="1089081270" sldId="264"/>
        </pc:sldMkLst>
      </pc:sldChg>
      <pc:sldChg chg="delSp modSp add mod">
        <pc:chgData name="Simon Guettier" userId="aecb12b45723362e" providerId="LiveId" clId="{93106A41-72F2-4D58-BE20-2D0BA65C9A85}" dt="2025-12-12T02:35:26.156" v="2682" actId="29295"/>
        <pc:sldMkLst>
          <pc:docMk/>
          <pc:sldMk cId="199836061" sldId="265"/>
        </pc:sldMkLst>
        <pc:spChg chg="mod">
          <ac:chgData name="Simon Guettier" userId="aecb12b45723362e" providerId="LiveId" clId="{93106A41-72F2-4D58-BE20-2D0BA65C9A85}" dt="2025-12-12T02:34:32.836" v="2674" actId="1076"/>
          <ac:spMkLst>
            <pc:docMk/>
            <pc:sldMk cId="199836061" sldId="265"/>
            <ac:spMk id="6" creationId="{6773A5ED-EF3E-E525-5B85-9EA452583B7A}"/>
          </ac:spMkLst>
        </pc:spChg>
        <pc:spChg chg="mod">
          <ac:chgData name="Simon Guettier" userId="aecb12b45723362e" providerId="LiveId" clId="{93106A41-72F2-4D58-BE20-2D0BA65C9A85}" dt="2025-12-12T02:35:09.703" v="2681" actId="1076"/>
          <ac:spMkLst>
            <pc:docMk/>
            <pc:sldMk cId="199836061" sldId="265"/>
            <ac:spMk id="10" creationId="{41DC2704-31AD-1D47-F687-4B7FBF1F3EBA}"/>
          </ac:spMkLst>
        </pc:spChg>
        <pc:picChg chg="mod">
          <ac:chgData name="Simon Guettier" userId="aecb12b45723362e" providerId="LiveId" clId="{93106A41-72F2-4D58-BE20-2D0BA65C9A85}" dt="2025-12-12T02:33:32.954" v="2661" actId="1076"/>
          <ac:picMkLst>
            <pc:docMk/>
            <pc:sldMk cId="199836061" sldId="265"/>
            <ac:picMk id="4" creationId="{C124D2CB-7FA4-3A1A-C0BC-CEAFC4DEBF93}"/>
          </ac:picMkLst>
        </pc:picChg>
        <pc:picChg chg="mod">
          <ac:chgData name="Simon Guettier" userId="aecb12b45723362e" providerId="LiveId" clId="{93106A41-72F2-4D58-BE20-2D0BA65C9A85}" dt="2025-12-12T02:35:26.156" v="2682" actId="29295"/>
          <ac:picMkLst>
            <pc:docMk/>
            <pc:sldMk cId="199836061" sldId="265"/>
            <ac:picMk id="5" creationId="{87E51D74-C068-890E-B704-44DDECAFBB1D}"/>
          </ac:picMkLst>
        </pc:picChg>
        <pc:picChg chg="del">
          <ac:chgData name="Simon Guettier" userId="aecb12b45723362e" providerId="LiveId" clId="{93106A41-72F2-4D58-BE20-2D0BA65C9A85}" dt="2025-12-12T02:32:52.948" v="2648" actId="478"/>
          <ac:picMkLst>
            <pc:docMk/>
            <pc:sldMk cId="199836061" sldId="265"/>
            <ac:picMk id="7" creationId="{4B52F068-8B05-2BF9-A628-F3E03A7BE067}"/>
          </ac:picMkLst>
        </pc:picChg>
        <pc:picChg chg="del">
          <ac:chgData name="Simon Guettier" userId="aecb12b45723362e" providerId="LiveId" clId="{93106A41-72F2-4D58-BE20-2D0BA65C9A85}" dt="2025-12-12T02:32:50.220" v="2647" actId="478"/>
          <ac:picMkLst>
            <pc:docMk/>
            <pc:sldMk cId="199836061" sldId="265"/>
            <ac:picMk id="8" creationId="{00D6855A-9110-87BA-71B0-A11E1EF232EF}"/>
          </ac:picMkLst>
        </pc:picChg>
        <pc:picChg chg="mod">
          <ac:chgData name="Simon Guettier" userId="aecb12b45723362e" providerId="LiveId" clId="{93106A41-72F2-4D58-BE20-2D0BA65C9A85}" dt="2025-12-12T02:34:44.835" v="2679" actId="1035"/>
          <ac:picMkLst>
            <pc:docMk/>
            <pc:sldMk cId="199836061" sldId="265"/>
            <ac:picMk id="9" creationId="{E07389C5-473D-D6DA-9DBD-BA22FA4C392F}"/>
          </ac:picMkLst>
        </pc:picChg>
        <pc:picChg chg="del">
          <ac:chgData name="Simon Guettier" userId="aecb12b45723362e" providerId="LiveId" clId="{93106A41-72F2-4D58-BE20-2D0BA65C9A85}" dt="2025-12-12T02:32:47.360" v="2646" actId="478"/>
          <ac:picMkLst>
            <pc:docMk/>
            <pc:sldMk cId="199836061" sldId="265"/>
            <ac:picMk id="11" creationId="{A7567E06-E00D-06C6-6979-41D93E1587BC}"/>
          </ac:picMkLst>
        </pc:picChg>
      </pc:sldChg>
      <pc:sldChg chg="addSp delSp modSp add mod">
        <pc:chgData name="Simon Guettier" userId="aecb12b45723362e" providerId="LiveId" clId="{93106A41-72F2-4D58-BE20-2D0BA65C9A85}" dt="2025-12-12T03:39:12.187" v="3306" actId="1076"/>
        <pc:sldMkLst>
          <pc:docMk/>
          <pc:sldMk cId="3788628348" sldId="266"/>
        </pc:sldMkLst>
        <pc:spChg chg="mod">
          <ac:chgData name="Simon Guettier" userId="aecb12b45723362e" providerId="LiveId" clId="{93106A41-72F2-4D58-BE20-2D0BA65C9A85}" dt="2025-12-12T02:48:42.418" v="2696" actId="20577"/>
          <ac:spMkLst>
            <pc:docMk/>
            <pc:sldMk cId="3788628348" sldId="266"/>
            <ac:spMk id="2" creationId="{E64B3BBB-9015-2CA7-8900-5D6127A84A48}"/>
          </ac:spMkLst>
        </pc:spChg>
        <pc:spChg chg="del mod">
          <ac:chgData name="Simon Guettier" userId="aecb12b45723362e" providerId="LiveId" clId="{93106A41-72F2-4D58-BE20-2D0BA65C9A85}" dt="2025-12-12T02:48:50.002" v="2698" actId="478"/>
          <ac:spMkLst>
            <pc:docMk/>
            <pc:sldMk cId="3788628348" sldId="266"/>
            <ac:spMk id="3" creationId="{5D6F99FD-D60B-FE6D-D80C-F442F6BBD5F2}"/>
          </ac:spMkLst>
        </pc:spChg>
        <pc:spChg chg="add mod">
          <ac:chgData name="Simon Guettier" userId="aecb12b45723362e" providerId="LiveId" clId="{93106A41-72F2-4D58-BE20-2D0BA65C9A85}" dt="2025-12-12T03:22:53.624" v="3085" actId="1076"/>
          <ac:spMkLst>
            <pc:docMk/>
            <pc:sldMk cId="3788628348" sldId="266"/>
            <ac:spMk id="6" creationId="{1E7E1716-B68C-AC94-A3FB-7FFB783E4C93}"/>
          </ac:spMkLst>
        </pc:spChg>
        <pc:spChg chg="del">
          <ac:chgData name="Simon Guettier" userId="aecb12b45723362e" providerId="LiveId" clId="{93106A41-72F2-4D58-BE20-2D0BA65C9A85}" dt="2025-12-12T02:48:38.769" v="2692" actId="478"/>
          <ac:spMkLst>
            <pc:docMk/>
            <pc:sldMk cId="3788628348" sldId="266"/>
            <ac:spMk id="8" creationId="{0FE7DE3B-A15F-516A-760C-36E0340C9ED9}"/>
          </ac:spMkLst>
        </pc:spChg>
        <pc:spChg chg="del">
          <ac:chgData name="Simon Guettier" userId="aecb12b45723362e" providerId="LiveId" clId="{93106A41-72F2-4D58-BE20-2D0BA65C9A85}" dt="2025-12-12T02:48:36.229" v="2691" actId="478"/>
          <ac:spMkLst>
            <pc:docMk/>
            <pc:sldMk cId="3788628348" sldId="266"/>
            <ac:spMk id="9" creationId="{B706743A-FADA-93D8-A799-654F8028550A}"/>
          </ac:spMkLst>
        </pc:spChg>
        <pc:spChg chg="add del mod">
          <ac:chgData name="Simon Guettier" userId="aecb12b45723362e" providerId="LiveId" clId="{93106A41-72F2-4D58-BE20-2D0BA65C9A85}" dt="2025-12-12T02:59:48.574" v="2755" actId="478"/>
          <ac:spMkLst>
            <pc:docMk/>
            <pc:sldMk cId="3788628348" sldId="266"/>
            <ac:spMk id="12" creationId="{AEE6831B-254F-1EDA-8426-CC9032EAD407}"/>
          </ac:spMkLst>
        </pc:spChg>
        <pc:spChg chg="add del mod">
          <ac:chgData name="Simon Guettier" userId="aecb12b45723362e" providerId="LiveId" clId="{93106A41-72F2-4D58-BE20-2D0BA65C9A85}" dt="2025-12-12T03:00:48.802" v="2765"/>
          <ac:spMkLst>
            <pc:docMk/>
            <pc:sldMk cId="3788628348" sldId="266"/>
            <ac:spMk id="13" creationId="{7A8351EF-5BD4-9515-E84D-5AB51271A228}"/>
          </ac:spMkLst>
        </pc:spChg>
        <pc:spChg chg="add del mod ord">
          <ac:chgData name="Simon Guettier" userId="aecb12b45723362e" providerId="LiveId" clId="{93106A41-72F2-4D58-BE20-2D0BA65C9A85}" dt="2025-12-12T03:00:48.802" v="2765"/>
          <ac:spMkLst>
            <pc:docMk/>
            <pc:sldMk cId="3788628348" sldId="266"/>
            <ac:spMk id="14" creationId="{4BD94BF9-882B-5A87-5F35-0058B45EE2B1}"/>
          </ac:spMkLst>
        </pc:spChg>
        <pc:spChg chg="mod">
          <ac:chgData name="Simon Guettier" userId="aecb12b45723362e" providerId="LiveId" clId="{93106A41-72F2-4D58-BE20-2D0BA65C9A85}" dt="2025-12-12T03:23:01.836" v="3086" actId="1076"/>
          <ac:spMkLst>
            <pc:docMk/>
            <pc:sldMk cId="3788628348" sldId="266"/>
            <ac:spMk id="15" creationId="{48342908-3A8F-57DF-F513-CA2D13AF109E}"/>
          </ac:spMkLst>
        </pc:spChg>
        <pc:spChg chg="add mod">
          <ac:chgData name="Simon Guettier" userId="aecb12b45723362e" providerId="LiveId" clId="{93106A41-72F2-4D58-BE20-2D0BA65C9A85}" dt="2025-12-12T03:09:04.037" v="2871" actId="1076"/>
          <ac:spMkLst>
            <pc:docMk/>
            <pc:sldMk cId="3788628348" sldId="266"/>
            <ac:spMk id="16" creationId="{A5800853-B133-E4EF-77AB-7BEEBBDFDD40}"/>
          </ac:spMkLst>
        </pc:spChg>
        <pc:spChg chg="add mod">
          <ac:chgData name="Simon Guettier" userId="aecb12b45723362e" providerId="LiveId" clId="{93106A41-72F2-4D58-BE20-2D0BA65C9A85}" dt="2025-12-12T03:09:42.516" v="2889" actId="14100"/>
          <ac:spMkLst>
            <pc:docMk/>
            <pc:sldMk cId="3788628348" sldId="266"/>
            <ac:spMk id="24" creationId="{0203524B-E1CE-B7A1-8339-EAFC25BA2036}"/>
          </ac:spMkLst>
        </pc:spChg>
        <pc:spChg chg="add mod">
          <ac:chgData name="Simon Guettier" userId="aecb12b45723362e" providerId="LiveId" clId="{93106A41-72F2-4D58-BE20-2D0BA65C9A85}" dt="2025-12-12T03:22:26.089" v="3083" actId="1076"/>
          <ac:spMkLst>
            <pc:docMk/>
            <pc:sldMk cId="3788628348" sldId="266"/>
            <ac:spMk id="25" creationId="{731246D4-99D0-27A9-A095-B32022FBC091}"/>
          </ac:spMkLst>
        </pc:spChg>
        <pc:spChg chg="add mod">
          <ac:chgData name="Simon Guettier" userId="aecb12b45723362e" providerId="LiveId" clId="{93106A41-72F2-4D58-BE20-2D0BA65C9A85}" dt="2025-12-12T03:22:38.615" v="3084" actId="1076"/>
          <ac:spMkLst>
            <pc:docMk/>
            <pc:sldMk cId="3788628348" sldId="266"/>
            <ac:spMk id="26" creationId="{08B1A850-12CC-3645-16C1-A77511FB26FA}"/>
          </ac:spMkLst>
        </pc:spChg>
        <pc:spChg chg="add mod">
          <ac:chgData name="Simon Guettier" userId="aecb12b45723362e" providerId="LiveId" clId="{93106A41-72F2-4D58-BE20-2D0BA65C9A85}" dt="2025-12-12T03:13:36.448" v="2944" actId="20577"/>
          <ac:spMkLst>
            <pc:docMk/>
            <pc:sldMk cId="3788628348" sldId="266"/>
            <ac:spMk id="28" creationId="{27EF2709-AE67-15C0-E43A-F8D5ABF816F7}"/>
          </ac:spMkLst>
        </pc:spChg>
        <pc:spChg chg="add mod">
          <ac:chgData name="Simon Guettier" userId="aecb12b45723362e" providerId="LiveId" clId="{93106A41-72F2-4D58-BE20-2D0BA65C9A85}" dt="2025-12-12T03:12:26.642" v="2927" actId="20577"/>
          <ac:spMkLst>
            <pc:docMk/>
            <pc:sldMk cId="3788628348" sldId="266"/>
            <ac:spMk id="31" creationId="{1E085001-F7BF-4984-B3CD-CA12F2A28BE0}"/>
          </ac:spMkLst>
        </pc:spChg>
        <pc:spChg chg="add mod">
          <ac:chgData name="Simon Guettier" userId="aecb12b45723362e" providerId="LiveId" clId="{93106A41-72F2-4D58-BE20-2D0BA65C9A85}" dt="2025-12-12T03:14:02.131" v="2947" actId="1076"/>
          <ac:spMkLst>
            <pc:docMk/>
            <pc:sldMk cId="3788628348" sldId="266"/>
            <ac:spMk id="32" creationId="{EA77BEE0-44FC-332D-03B1-10EE575B7C6E}"/>
          </ac:spMkLst>
        </pc:spChg>
        <pc:spChg chg="add mod">
          <ac:chgData name="Simon Guettier" userId="aecb12b45723362e" providerId="LiveId" clId="{93106A41-72F2-4D58-BE20-2D0BA65C9A85}" dt="2025-12-12T03:21:18.782" v="3077" actId="2085"/>
          <ac:spMkLst>
            <pc:docMk/>
            <pc:sldMk cId="3788628348" sldId="266"/>
            <ac:spMk id="33" creationId="{874B9434-8086-5253-62D2-3D91C697EA82}"/>
          </ac:spMkLst>
        </pc:spChg>
        <pc:spChg chg="add mod">
          <ac:chgData name="Simon Guettier" userId="aecb12b45723362e" providerId="LiveId" clId="{93106A41-72F2-4D58-BE20-2D0BA65C9A85}" dt="2025-12-12T03:37:51.204" v="3275" actId="20577"/>
          <ac:spMkLst>
            <pc:docMk/>
            <pc:sldMk cId="3788628348" sldId="266"/>
            <ac:spMk id="35" creationId="{2BABA9F3-AE4B-A1CF-DA56-4B85C0C5A0C4}"/>
          </ac:spMkLst>
        </pc:spChg>
        <pc:spChg chg="add mod">
          <ac:chgData name="Simon Guettier" userId="aecb12b45723362e" providerId="LiveId" clId="{93106A41-72F2-4D58-BE20-2D0BA65C9A85}" dt="2025-12-12T03:14:52.712" v="2979" actId="20577"/>
          <ac:spMkLst>
            <pc:docMk/>
            <pc:sldMk cId="3788628348" sldId="266"/>
            <ac:spMk id="37" creationId="{F4EE2C63-5D3E-64B6-BDE3-7143A61CF7BC}"/>
          </ac:spMkLst>
        </pc:spChg>
        <pc:spChg chg="add mod">
          <ac:chgData name="Simon Guettier" userId="aecb12b45723362e" providerId="LiveId" clId="{93106A41-72F2-4D58-BE20-2D0BA65C9A85}" dt="2025-12-12T03:29:54.873" v="3201" actId="20577"/>
          <ac:spMkLst>
            <pc:docMk/>
            <pc:sldMk cId="3788628348" sldId="266"/>
            <ac:spMk id="42" creationId="{764EE7D3-C367-123E-BCBE-61A0DB2AECAD}"/>
          </ac:spMkLst>
        </pc:spChg>
        <pc:spChg chg="add mod">
          <ac:chgData name="Simon Guettier" userId="aecb12b45723362e" providerId="LiveId" clId="{93106A41-72F2-4D58-BE20-2D0BA65C9A85}" dt="2025-12-12T03:30:45.290" v="3226" actId="20577"/>
          <ac:spMkLst>
            <pc:docMk/>
            <pc:sldMk cId="3788628348" sldId="266"/>
            <ac:spMk id="45" creationId="{D74F619E-27D4-FA4E-8DAE-84DD2AD958DA}"/>
          </ac:spMkLst>
        </pc:spChg>
        <pc:spChg chg="add mod">
          <ac:chgData name="Simon Guettier" userId="aecb12b45723362e" providerId="LiveId" clId="{93106A41-72F2-4D58-BE20-2D0BA65C9A85}" dt="2025-12-12T03:38:27.263" v="3305" actId="20577"/>
          <ac:spMkLst>
            <pc:docMk/>
            <pc:sldMk cId="3788628348" sldId="266"/>
            <ac:spMk id="46" creationId="{840C6795-AA29-7AD2-509E-6C02A39473C7}"/>
          </ac:spMkLst>
        </pc:spChg>
        <pc:picChg chg="add mod ord">
          <ac:chgData name="Simon Guettier" userId="aecb12b45723362e" providerId="LiveId" clId="{93106A41-72F2-4D58-BE20-2D0BA65C9A85}" dt="2025-12-12T03:11:39.594" v="2902" actId="14100"/>
          <ac:picMkLst>
            <pc:docMk/>
            <pc:sldMk cId="3788628348" sldId="266"/>
            <ac:picMk id="5" creationId="{C4BFA73A-1140-DDE7-1665-876F64534D29}"/>
          </ac:picMkLst>
        </pc:picChg>
        <pc:picChg chg="add mod ord">
          <ac:chgData name="Simon Guettier" userId="aecb12b45723362e" providerId="LiveId" clId="{93106A41-72F2-4D58-BE20-2D0BA65C9A85}" dt="2025-12-12T03:39:12.187" v="3306" actId="1076"/>
          <ac:picMkLst>
            <pc:docMk/>
            <pc:sldMk cId="3788628348" sldId="266"/>
            <ac:picMk id="10" creationId="{78C79119-4A58-D727-6637-AA2D20FE20C9}"/>
          </ac:picMkLst>
        </pc:picChg>
        <pc:picChg chg="add mod">
          <ac:chgData name="Simon Guettier" userId="aecb12b45723362e" providerId="LiveId" clId="{93106A41-72F2-4D58-BE20-2D0BA65C9A85}" dt="2025-12-12T03:09:53.377" v="2890" actId="1076"/>
          <ac:picMkLst>
            <pc:docMk/>
            <pc:sldMk cId="3788628348" sldId="266"/>
            <ac:picMk id="11" creationId="{A2B633BA-8C0D-261D-9DCB-F3B0458FECD8}"/>
          </ac:picMkLst>
        </pc:picChg>
        <pc:picChg chg="add del mod">
          <ac:chgData name="Simon Guettier" userId="aecb12b45723362e" providerId="LiveId" clId="{93106A41-72F2-4D58-BE20-2D0BA65C9A85}" dt="2025-12-12T03:05:31.127" v="2808" actId="478"/>
          <ac:picMkLst>
            <pc:docMk/>
            <pc:sldMk cId="3788628348" sldId="266"/>
            <ac:picMk id="17" creationId="{9B9A45AA-C741-F4AD-5E96-F244990BE2F8}"/>
          </ac:picMkLst>
        </pc:picChg>
        <pc:picChg chg="add mod ord">
          <ac:chgData name="Simon Guettier" userId="aecb12b45723362e" providerId="LiveId" clId="{93106A41-72F2-4D58-BE20-2D0BA65C9A85}" dt="2025-12-12T03:14:36.555" v="2958" actId="1076"/>
          <ac:picMkLst>
            <pc:docMk/>
            <pc:sldMk cId="3788628348" sldId="266"/>
            <ac:picMk id="21" creationId="{624F8F91-3666-89B0-5BC6-86683401413D}"/>
          </ac:picMkLst>
        </pc:picChg>
        <pc:picChg chg="add mod">
          <ac:chgData name="Simon Guettier" userId="aecb12b45723362e" providerId="LiveId" clId="{93106A41-72F2-4D58-BE20-2D0BA65C9A85}" dt="2025-12-12T03:10:58.669" v="2895" actId="1076"/>
          <ac:picMkLst>
            <pc:docMk/>
            <pc:sldMk cId="3788628348" sldId="266"/>
            <ac:picMk id="27" creationId="{ECC065A4-1AB1-70F8-EBF5-BB51368ACE65}"/>
          </ac:picMkLst>
        </pc:picChg>
        <pc:picChg chg="add del mod">
          <ac:chgData name="Simon Guettier" userId="aecb12b45723362e" providerId="LiveId" clId="{93106A41-72F2-4D58-BE20-2D0BA65C9A85}" dt="2025-12-12T03:11:43.643" v="2904" actId="478"/>
          <ac:picMkLst>
            <pc:docMk/>
            <pc:sldMk cId="3788628348" sldId="266"/>
            <ac:picMk id="30" creationId="{4B85559A-D99B-A732-34D0-EFB238B744AA}"/>
          </ac:picMkLst>
        </pc:picChg>
        <pc:picChg chg="add mod">
          <ac:chgData name="Simon Guettier" userId="aecb12b45723362e" providerId="LiveId" clId="{93106A41-72F2-4D58-BE20-2D0BA65C9A85}" dt="2025-12-12T03:14:02.131" v="2947" actId="1076"/>
          <ac:picMkLst>
            <pc:docMk/>
            <pc:sldMk cId="3788628348" sldId="266"/>
            <ac:picMk id="34" creationId="{0EE43A0F-0E76-4AFE-4555-B6EDC7D5EFC9}"/>
          </ac:picMkLst>
        </pc:picChg>
        <pc:picChg chg="add del mod">
          <ac:chgData name="Simon Guettier" userId="aecb12b45723362e" providerId="LiveId" clId="{93106A41-72F2-4D58-BE20-2D0BA65C9A85}" dt="2025-12-12T03:14:06.499" v="2948" actId="478"/>
          <ac:picMkLst>
            <pc:docMk/>
            <pc:sldMk cId="3788628348" sldId="266"/>
            <ac:picMk id="38" creationId="{12C8C75A-C89C-21F8-B756-779A0C54B545}"/>
          </ac:picMkLst>
        </pc:picChg>
        <pc:picChg chg="add del mod">
          <ac:chgData name="Simon Guettier" userId="aecb12b45723362e" providerId="LiveId" clId="{93106A41-72F2-4D58-BE20-2D0BA65C9A85}" dt="2025-12-12T03:27:33.191" v="3146" actId="478"/>
          <ac:picMkLst>
            <pc:docMk/>
            <pc:sldMk cId="3788628348" sldId="266"/>
            <ac:picMk id="44" creationId="{8E65F55E-53A5-04B2-F64B-EE331049AA51}"/>
          </ac:picMkLst>
        </pc:picChg>
        <pc:cxnChg chg="add del mod">
          <ac:chgData name="Simon Guettier" userId="aecb12b45723362e" providerId="LiveId" clId="{93106A41-72F2-4D58-BE20-2D0BA65C9A85}" dt="2025-12-12T03:10:26.737" v="2891" actId="478"/>
          <ac:cxnSpMkLst>
            <pc:docMk/>
            <pc:sldMk cId="3788628348" sldId="266"/>
            <ac:cxnSpMk id="19" creationId="{138F85BE-CC39-0889-843B-C2BC45D38410}"/>
          </ac:cxnSpMkLst>
        </pc:cxnChg>
        <pc:cxnChg chg="add mod">
          <ac:chgData name="Simon Guettier" userId="aecb12b45723362e" providerId="LiveId" clId="{93106A41-72F2-4D58-BE20-2D0BA65C9A85}" dt="2025-12-12T03:23:01.836" v="3086" actId="1076"/>
          <ac:cxnSpMkLst>
            <pc:docMk/>
            <pc:sldMk cId="3788628348" sldId="266"/>
            <ac:cxnSpMk id="22" creationId="{6FED104E-CBDF-8BF0-9DA1-90561FEF7485}"/>
          </ac:cxnSpMkLst>
        </pc:cxnChg>
        <pc:cxnChg chg="add mod">
          <ac:chgData name="Simon Guettier" userId="aecb12b45723362e" providerId="LiveId" clId="{93106A41-72F2-4D58-BE20-2D0BA65C9A85}" dt="2025-12-12T03:22:38.615" v="3084" actId="1076"/>
          <ac:cxnSpMkLst>
            <pc:docMk/>
            <pc:sldMk cId="3788628348" sldId="266"/>
            <ac:cxnSpMk id="29" creationId="{D0811A13-24AD-AD2C-14F6-CB1D5D657442}"/>
          </ac:cxnSpMkLst>
        </pc:cxnChg>
        <pc:cxnChg chg="add mod">
          <ac:chgData name="Simon Guettier" userId="aecb12b45723362e" providerId="LiveId" clId="{93106A41-72F2-4D58-BE20-2D0BA65C9A85}" dt="2025-12-12T03:14:02.131" v="2947" actId="1076"/>
          <ac:cxnSpMkLst>
            <pc:docMk/>
            <pc:sldMk cId="3788628348" sldId="266"/>
            <ac:cxnSpMk id="36" creationId="{348479E6-50B1-FAB1-2CE4-DA6B58BBC7AE}"/>
          </ac:cxnSpMkLst>
        </pc:cxnChg>
        <pc:cxnChg chg="add mod">
          <ac:chgData name="Simon Guettier" userId="aecb12b45723362e" providerId="LiveId" clId="{93106A41-72F2-4D58-BE20-2D0BA65C9A85}" dt="2025-12-12T03:16:58.957" v="3015" actId="1076"/>
          <ac:cxnSpMkLst>
            <pc:docMk/>
            <pc:sldMk cId="3788628348" sldId="266"/>
            <ac:cxnSpMk id="40" creationId="{8E024DBC-9475-8A3A-A579-D3C6BC48BF37}"/>
          </ac:cxnSpMkLst>
        </pc:cxnChg>
        <pc:cxnChg chg="add mod">
          <ac:chgData name="Simon Guettier" userId="aecb12b45723362e" providerId="LiveId" clId="{93106A41-72F2-4D58-BE20-2D0BA65C9A85}" dt="2025-12-12T03:17:35.441" v="3047" actId="1036"/>
          <ac:cxnSpMkLst>
            <pc:docMk/>
            <pc:sldMk cId="3788628348" sldId="266"/>
            <ac:cxnSpMk id="41" creationId="{45ACA359-ED85-C7B0-F0AA-F7611E8F7C9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C6FC6E-B707-4490-8CD6-BC620120533F}" type="datetimeFigureOut">
              <a:rPr lang="en-CA" smtClean="0"/>
              <a:t>2026-05-01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405EF2-38FC-4EB3-B8B3-6256AAD7174E}" type="slidenum">
              <a:rPr lang="en-CA" smtClean="0"/>
              <a:t>‹#›</a:t>
            </a:fld>
            <a:endParaRPr lang="en-CA"/>
          </a:p>
        </p:txBody>
      </p:sp>
    </p:spTree>
    <p:extLst>
      <p:ext uri="{BB962C8B-B14F-4D97-AF65-F5344CB8AC3E}">
        <p14:creationId xmlns:p14="http://schemas.microsoft.com/office/powerpoint/2010/main" val="250223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726E-3AFF-B6F8-91C5-0B561AEACC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153539EC-6A8D-003C-604E-B37E66AD22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F41A639-AFC6-49BD-8292-A683B4DF5574}"/>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5" name="Footer Placeholder 4">
            <a:extLst>
              <a:ext uri="{FF2B5EF4-FFF2-40B4-BE49-F238E27FC236}">
                <a16:creationId xmlns:a16="http://schemas.microsoft.com/office/drawing/2014/main" id="{255845F3-6FBD-C7AF-DECC-6975C469C08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AB9555-0DDF-E041-A971-CEC0E98AC36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1883701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89B-3ACA-0D79-0F88-3B35180DD98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F931992-E445-1495-F277-193CCF5EBD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A4513D9-5E23-4795-C756-843EBF84346D}"/>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5" name="Footer Placeholder 4">
            <a:extLst>
              <a:ext uri="{FF2B5EF4-FFF2-40B4-BE49-F238E27FC236}">
                <a16:creationId xmlns:a16="http://schemas.microsoft.com/office/drawing/2014/main" id="{FAB23B77-E1C6-18A9-AB1D-7F17A061037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DE49B31-DA04-B19A-FF33-F0953EE9A4BE}"/>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45668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B52A-4204-D6D3-520A-CCD4375C79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A9847BC-CCB2-3037-725D-9FCBD2E40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45E81D-9E13-7533-6E30-BBC41192F9AD}"/>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5" name="Footer Placeholder 4">
            <a:extLst>
              <a:ext uri="{FF2B5EF4-FFF2-40B4-BE49-F238E27FC236}">
                <a16:creationId xmlns:a16="http://schemas.microsoft.com/office/drawing/2014/main" id="{BAF3C9BD-07C8-1277-D680-BFC0269CF0E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5A4BDBC-075A-A1C8-FFF1-585CACF4875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1720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BD4C-9706-D665-0BCC-B0CDF5E20A7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307CB75-C55A-E45F-E5F0-AD518C12B6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A95B35A-6F66-0D31-B23C-A7D778390D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6C613D0-7D57-910A-A180-058E069ADE59}"/>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6" name="Footer Placeholder 5">
            <a:extLst>
              <a:ext uri="{FF2B5EF4-FFF2-40B4-BE49-F238E27FC236}">
                <a16:creationId xmlns:a16="http://schemas.microsoft.com/office/drawing/2014/main" id="{7C524B3C-2718-2E6A-740B-9F7163BBA4E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FC163D5-873B-46C5-E728-F8E67CF1B466}"/>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2163891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B23ED-01B4-AF68-64DF-4288F3A2507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52D5495-70AF-A42B-4E64-4943BB894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09B49-EEA5-4F45-7944-044EC71770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A4E14A8-8EDB-0785-8F6F-331D651760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F33D21-DA7C-9D72-C656-C8EE8808DD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05127D6-9A61-0981-F4ED-E26E62859B17}"/>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8" name="Footer Placeholder 7">
            <a:extLst>
              <a:ext uri="{FF2B5EF4-FFF2-40B4-BE49-F238E27FC236}">
                <a16:creationId xmlns:a16="http://schemas.microsoft.com/office/drawing/2014/main" id="{DD969023-1C3F-9480-2EBE-C64892B28BA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7DE7B72-37E9-C7DB-4C0B-B6FDDD6329CB}"/>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1336337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4C95-7CF9-CDFB-21EE-4FABC0202491}"/>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F73A9A2-A5BE-16FE-AE23-8DA7269F0C2E}"/>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4" name="Footer Placeholder 3">
            <a:extLst>
              <a:ext uri="{FF2B5EF4-FFF2-40B4-BE49-F238E27FC236}">
                <a16:creationId xmlns:a16="http://schemas.microsoft.com/office/drawing/2014/main" id="{80830269-C3FF-C5F2-7E3B-23BF2272508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C234026-A810-52D1-EB2A-3CA5BEFF7604}"/>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93695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CED40-2FAB-50EB-346B-5246071484A0}"/>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3" name="Footer Placeholder 2">
            <a:extLst>
              <a:ext uri="{FF2B5EF4-FFF2-40B4-BE49-F238E27FC236}">
                <a16:creationId xmlns:a16="http://schemas.microsoft.com/office/drawing/2014/main" id="{85D7364F-B90C-0EA7-6944-021F68AAAF9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B1D5695-5B64-2959-6B3F-87D9949C7455}"/>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60944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646C1-9337-BB38-0E68-806F1A7E9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E05EE3D-9259-13BE-3BC6-A99501A5AE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650BBD4-A935-6CD1-FEB2-2098758CB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40A859-CC93-D303-736C-BD90DCFB3680}"/>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6" name="Footer Placeholder 5">
            <a:extLst>
              <a:ext uri="{FF2B5EF4-FFF2-40B4-BE49-F238E27FC236}">
                <a16:creationId xmlns:a16="http://schemas.microsoft.com/office/drawing/2014/main" id="{E33EF52F-FFA2-53B2-7C13-A97A1319176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50B4C9F-8A55-D720-E4FA-A17FC59D8C13}"/>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4127861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CDFB-FAF1-10CB-C778-9190CE78D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A4E325B-670A-2DAD-6EA5-BC2C30145D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85F0043-B00F-DD83-0374-7F0D3DEA4F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C30B48-8761-B96E-C6E1-7582C043DC34}"/>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6" name="Footer Placeholder 5">
            <a:extLst>
              <a:ext uri="{FF2B5EF4-FFF2-40B4-BE49-F238E27FC236}">
                <a16:creationId xmlns:a16="http://schemas.microsoft.com/office/drawing/2014/main" id="{3990F427-5865-F456-045B-075412F78CB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5DDCC5E-E2A2-FCEE-041F-28788F30C3FD}"/>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3904788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659C6-36B3-5F62-E479-EDDCDB4BC2E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8ECDA14-7F3C-A70C-BB7B-038B9F5C05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37A8871-25F7-5CCE-90BC-6C7BDCB7F383}"/>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5" name="Footer Placeholder 4">
            <a:extLst>
              <a:ext uri="{FF2B5EF4-FFF2-40B4-BE49-F238E27FC236}">
                <a16:creationId xmlns:a16="http://schemas.microsoft.com/office/drawing/2014/main" id="{131BDBF5-FD46-814E-F661-C5200D89DF9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D1D96EF-C814-CC2A-6C61-7563B04EA845}"/>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291275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2FADDA-7D3E-A2DD-D5DC-3F6E1648A5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0B7B2EC-0D22-DB21-0A45-F9CE3B077B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1A7DA89-801B-B6CB-9D5E-D987057FA842}"/>
              </a:ext>
            </a:extLst>
          </p:cNvPr>
          <p:cNvSpPr>
            <a:spLocks noGrp="1"/>
          </p:cNvSpPr>
          <p:nvPr>
            <p:ph type="dt" sz="half" idx="10"/>
          </p:nvPr>
        </p:nvSpPr>
        <p:spPr/>
        <p:txBody>
          <a:bodyPr/>
          <a:lstStyle/>
          <a:p>
            <a:fld id="{DDEFC1D5-8823-4690-A09A-C7DCA957B2C3}" type="datetimeFigureOut">
              <a:rPr lang="en-CA" smtClean="0"/>
              <a:t>2026-05-01</a:t>
            </a:fld>
            <a:endParaRPr lang="en-CA"/>
          </a:p>
        </p:txBody>
      </p:sp>
      <p:sp>
        <p:nvSpPr>
          <p:cNvPr id="5" name="Footer Placeholder 4">
            <a:extLst>
              <a:ext uri="{FF2B5EF4-FFF2-40B4-BE49-F238E27FC236}">
                <a16:creationId xmlns:a16="http://schemas.microsoft.com/office/drawing/2014/main" id="{A6588A94-FE09-E2EB-579F-6307C3DC8BF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A8F308-2B39-21DE-DB56-DF288DB54C17}"/>
              </a:ext>
            </a:extLst>
          </p:cNvPr>
          <p:cNvSpPr>
            <a:spLocks noGrp="1"/>
          </p:cNvSpPr>
          <p:nvPr>
            <p:ph type="sldNum" sz="quarter" idx="12"/>
          </p:nvPr>
        </p:nvSpPr>
        <p:spPr/>
        <p:txBody>
          <a:bodyPr/>
          <a:lstStyle/>
          <a:p>
            <a:fld id="{14CA6B47-AF92-4B85-91F6-63EAA5F4D2D3}" type="slidenum">
              <a:rPr lang="en-CA" smtClean="0"/>
              <a:t>‹#›</a:t>
            </a:fld>
            <a:endParaRPr lang="en-CA"/>
          </a:p>
        </p:txBody>
      </p:sp>
    </p:spTree>
    <p:extLst>
      <p:ext uri="{BB962C8B-B14F-4D97-AF65-F5344CB8AC3E}">
        <p14:creationId xmlns:p14="http://schemas.microsoft.com/office/powerpoint/2010/main" val="926964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CBBC9-7DDA-6811-4125-13E217C13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5DDFF34-EA0B-58A5-69EB-2E57F16DB7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5C0D381-5F70-3A8A-EB01-C55E9E81E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EFC1D5-8823-4690-A09A-C7DCA957B2C3}" type="datetimeFigureOut">
              <a:rPr lang="en-CA" smtClean="0"/>
              <a:t>2026-05-01</a:t>
            </a:fld>
            <a:endParaRPr lang="en-CA"/>
          </a:p>
        </p:txBody>
      </p:sp>
      <p:sp>
        <p:nvSpPr>
          <p:cNvPr id="5" name="Footer Placeholder 4">
            <a:extLst>
              <a:ext uri="{FF2B5EF4-FFF2-40B4-BE49-F238E27FC236}">
                <a16:creationId xmlns:a16="http://schemas.microsoft.com/office/drawing/2014/main" id="{111E32DC-6D61-7B77-0B23-895214978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861BBEA-8E26-7D09-6DA1-2957C38B6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CA6B47-AF92-4B85-91F6-63EAA5F4D2D3}" type="slidenum">
              <a:rPr lang="en-CA" smtClean="0"/>
              <a:t>‹#›</a:t>
            </a:fld>
            <a:endParaRPr lang="en-CA"/>
          </a:p>
        </p:txBody>
      </p:sp>
    </p:spTree>
    <p:extLst>
      <p:ext uri="{BB962C8B-B14F-4D97-AF65-F5344CB8AC3E}">
        <p14:creationId xmlns:p14="http://schemas.microsoft.com/office/powerpoint/2010/main" val="1412163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0000"/>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0F2DAA7-9A5B-1B86-85C0-E8F8747963D0}"/>
              </a:ext>
            </a:extLst>
          </p:cNvPr>
          <p:cNvSpPr/>
          <p:nvPr/>
        </p:nvSpPr>
        <p:spPr>
          <a:xfrm>
            <a:off x="1638300" y="3362325"/>
            <a:ext cx="8934450" cy="923926"/>
          </a:xfrm>
          <a:prstGeom prst="roundRect">
            <a:avLst>
              <a:gd name="adj" fmla="val 8594"/>
            </a:avLst>
          </a:prstGeom>
          <a:solidFill>
            <a:srgbClr val="0E2841">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8E903A6F-84BB-0FC3-4F5F-184927E60D66}"/>
              </a:ext>
            </a:extLst>
          </p:cNvPr>
          <p:cNvSpPr>
            <a:spLocks noGrp="1"/>
          </p:cNvSpPr>
          <p:nvPr>
            <p:ph type="ctrTitle"/>
          </p:nvPr>
        </p:nvSpPr>
        <p:spPr>
          <a:xfrm>
            <a:off x="1524000" y="1122362"/>
            <a:ext cx="9144000" cy="1306513"/>
          </a:xfrm>
        </p:spPr>
        <p:txBody>
          <a:bodyPr>
            <a:normAutofit/>
          </a:bodyPr>
          <a:lstStyle/>
          <a:p>
            <a:r>
              <a:rPr lang="en-US" dirty="0">
                <a:latin typeface="Quantico" panose="02000000000000000000" pitchFamily="2" charset="0"/>
                <a:ea typeface="STCaiyun" panose="020B0503020204020204" pitchFamily="2" charset="-122"/>
              </a:rPr>
              <a:t>Escape Backpack</a:t>
            </a:r>
            <a:endParaRPr lang="en-CA" dirty="0">
              <a:latin typeface="Quantico" panose="02000000000000000000" pitchFamily="2" charset="0"/>
              <a:ea typeface="STCaiyun" panose="020B0503020204020204" pitchFamily="2" charset="-122"/>
            </a:endParaRPr>
          </a:p>
        </p:txBody>
      </p:sp>
      <p:sp>
        <p:nvSpPr>
          <p:cNvPr id="3" name="Subtitle 2">
            <a:extLst>
              <a:ext uri="{FF2B5EF4-FFF2-40B4-BE49-F238E27FC236}">
                <a16:creationId xmlns:a16="http://schemas.microsoft.com/office/drawing/2014/main" id="{D2624E2E-0FF7-2D31-21A1-6ECA691BCB33}"/>
              </a:ext>
            </a:extLst>
          </p:cNvPr>
          <p:cNvSpPr>
            <a:spLocks noGrp="1"/>
          </p:cNvSpPr>
          <p:nvPr>
            <p:ph type="subTitle" idx="1"/>
          </p:nvPr>
        </p:nvSpPr>
        <p:spPr>
          <a:xfrm>
            <a:off x="1524000" y="3429000"/>
            <a:ext cx="9144000" cy="2657475"/>
          </a:xfrm>
        </p:spPr>
        <p:txBody>
          <a:bodyPr>
            <a:normAutofit/>
          </a:bodyPr>
          <a:lstStyle/>
          <a:p>
            <a:r>
              <a:rPr lang="en-US" dirty="0">
                <a:latin typeface="Quantico" panose="02000000000000000000" pitchFamily="2" charset="0"/>
              </a:rPr>
              <a:t>Information about the different Escape Backpack adventures and ideas for future Backpacks</a:t>
            </a:r>
            <a:endParaRPr lang="en-CA" dirty="0">
              <a:latin typeface="Quantico" panose="02000000000000000000" pitchFamily="2" charset="0"/>
            </a:endParaRPr>
          </a:p>
        </p:txBody>
      </p:sp>
    </p:spTree>
    <p:extLst>
      <p:ext uri="{BB962C8B-B14F-4D97-AF65-F5344CB8AC3E}">
        <p14:creationId xmlns:p14="http://schemas.microsoft.com/office/powerpoint/2010/main" val="3544958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5F86A397-FFE2-B103-4A54-85965F6B2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A969A-7BD0-0FCF-B468-FA2F5124EC75}"/>
              </a:ext>
            </a:extLst>
          </p:cNvPr>
          <p:cNvSpPr>
            <a:spLocks noGrp="1"/>
          </p:cNvSpPr>
          <p:nvPr>
            <p:ph type="title"/>
          </p:nvPr>
        </p:nvSpPr>
        <p:spPr>
          <a:xfrm>
            <a:off x="1981200" y="365125"/>
            <a:ext cx="9000000" cy="1325563"/>
          </a:xfrm>
        </p:spPr>
        <p:txBody>
          <a:bodyPr/>
          <a:lstStyle/>
          <a:p>
            <a:r>
              <a:rPr lang="en-US" dirty="0">
                <a:latin typeface="Quantico" panose="02000000000000000000" pitchFamily="2" charset="0"/>
              </a:rPr>
              <a:t>Names ideas</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DDC3BD14-773F-D2E1-60F8-84FBC3E6A42D}"/>
              </a:ext>
            </a:extLst>
          </p:cNvPr>
          <p:cNvSpPr>
            <a:spLocks noGrp="1"/>
          </p:cNvSpPr>
          <p:nvPr>
            <p:ph idx="1"/>
          </p:nvPr>
        </p:nvSpPr>
        <p:spPr>
          <a:xfrm>
            <a:off x="838200" y="1825625"/>
            <a:ext cx="10515600" cy="4351338"/>
          </a:xfrm>
        </p:spPr>
        <p:txBody>
          <a:bodyPr>
            <a:normAutofit/>
          </a:bodyPr>
          <a:lstStyle/>
          <a:p>
            <a:pPr marL="0" indent="0">
              <a:lnSpc>
                <a:spcPct val="100000"/>
              </a:lnSpc>
              <a:buNone/>
            </a:pPr>
            <a:r>
              <a:rPr lang="en-US" sz="1600" dirty="0">
                <a:latin typeface="Quantico" panose="02000000000000000000" pitchFamily="2" charset="0"/>
                <a:cs typeface="Dreaming Outloud Pro" panose="03050502040302030504" pitchFamily="66" charset="0"/>
              </a:rPr>
              <a:t>Potential names for the whole thing:</a:t>
            </a:r>
          </a:p>
          <a:p>
            <a:pPr>
              <a:lnSpc>
                <a:spcPct val="100000"/>
              </a:lnSpc>
              <a:spcBef>
                <a:spcPts val="0"/>
              </a:spcBef>
            </a:pPr>
            <a:r>
              <a:rPr lang="en-US" sz="1600" dirty="0">
                <a:latin typeface="Quantico" panose="02000000000000000000" pitchFamily="2" charset="0"/>
                <a:cs typeface="Dreaming Outloud Pro" panose="03050502040302030504" pitchFamily="66" charset="0"/>
              </a:rPr>
              <a:t>Escape Backpacks</a:t>
            </a:r>
          </a:p>
          <a:p>
            <a:pPr>
              <a:lnSpc>
                <a:spcPct val="100000"/>
              </a:lnSpc>
              <a:spcBef>
                <a:spcPts val="0"/>
              </a:spcBef>
            </a:pPr>
            <a:r>
              <a:rPr lang="en-US" sz="1600" dirty="0">
                <a:latin typeface="Quantico" panose="02000000000000000000" pitchFamily="2" charset="0"/>
                <a:cs typeface="Dreaming Outloud Pro" panose="03050502040302030504" pitchFamily="66" charset="0"/>
              </a:rPr>
              <a:t>Good Lock</a:t>
            </a:r>
          </a:p>
          <a:p>
            <a:pPr>
              <a:lnSpc>
                <a:spcPct val="100000"/>
              </a:lnSpc>
              <a:spcBef>
                <a:spcPts val="0"/>
              </a:spcBef>
            </a:pPr>
            <a:r>
              <a:rPr lang="en-US" sz="1600" dirty="0">
                <a:latin typeface="Quantico" panose="02000000000000000000" pitchFamily="2" charset="0"/>
                <a:cs typeface="Dreaming Outloud Pro" panose="03050502040302030504" pitchFamily="66" charset="0"/>
              </a:rPr>
              <a:t>Good Lock Backpacks</a:t>
            </a:r>
          </a:p>
          <a:p>
            <a:pPr>
              <a:lnSpc>
                <a:spcPct val="100000"/>
              </a:lnSpc>
              <a:spcBef>
                <a:spcPts val="0"/>
              </a:spcBef>
            </a:pPr>
            <a:endParaRPr lang="en-US" sz="1600" dirty="0">
              <a:latin typeface="Quantico" panose="02000000000000000000" pitchFamily="2" charset="0"/>
              <a:cs typeface="Dreaming Outloud Pro" panose="03050502040302030504" pitchFamily="66" charset="0"/>
            </a:endParaRPr>
          </a:p>
        </p:txBody>
      </p:sp>
      <p:pic>
        <p:nvPicPr>
          <p:cNvPr id="5" name="Graphic 4" descr="Lights On with solid fill">
            <a:extLst>
              <a:ext uri="{FF2B5EF4-FFF2-40B4-BE49-F238E27FC236}">
                <a16:creationId xmlns:a16="http://schemas.microsoft.com/office/drawing/2014/main" id="{334EDBDB-7CFC-64A1-A4E6-4A7CF70692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0000" y="360000"/>
            <a:ext cx="914400" cy="914400"/>
          </a:xfrm>
          <a:prstGeom prst="rect">
            <a:avLst/>
          </a:prstGeom>
        </p:spPr>
      </p:pic>
    </p:spTree>
    <p:extLst>
      <p:ext uri="{BB962C8B-B14F-4D97-AF65-F5344CB8AC3E}">
        <p14:creationId xmlns:p14="http://schemas.microsoft.com/office/powerpoint/2010/main" val="376081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76E1020A-8B04-D822-2E08-89A997950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408D5-E216-6CD4-01EF-02B02B473526}"/>
              </a:ext>
            </a:extLst>
          </p:cNvPr>
          <p:cNvSpPr>
            <a:spLocks noGrp="1"/>
          </p:cNvSpPr>
          <p:nvPr>
            <p:ph type="title"/>
          </p:nvPr>
        </p:nvSpPr>
        <p:spPr>
          <a:xfrm>
            <a:off x="1980000" y="365125"/>
            <a:ext cx="9000000" cy="1325563"/>
          </a:xfrm>
        </p:spPr>
        <p:txBody>
          <a:bodyPr/>
          <a:lstStyle/>
          <a:p>
            <a:r>
              <a:rPr lang="en-US" dirty="0">
                <a:latin typeface="Quantico" panose="02000000000000000000" pitchFamily="2" charset="0"/>
              </a:rPr>
              <a:t>How to share?</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C1548377-B0EF-226B-2311-9BF22FF48BD6}"/>
              </a:ext>
            </a:extLst>
          </p:cNvPr>
          <p:cNvSpPr>
            <a:spLocks noGrp="1"/>
          </p:cNvSpPr>
          <p:nvPr>
            <p:ph idx="1"/>
          </p:nvPr>
        </p:nvSpPr>
        <p:spPr/>
        <p:txBody>
          <a:bodyPr>
            <a:normAutofit/>
          </a:bodyPr>
          <a:lstStyle/>
          <a:p>
            <a:pPr marL="0" indent="0">
              <a:lnSpc>
                <a:spcPct val="100000"/>
              </a:lnSpc>
              <a:buNone/>
            </a:pPr>
            <a:r>
              <a:rPr lang="en-US" sz="1600" dirty="0">
                <a:latin typeface="Quantico" panose="02000000000000000000" pitchFamily="2" charset="0"/>
                <a:cs typeface="Dreaming Outloud Pro" panose="03050502040302030504" pitchFamily="66" charset="0"/>
              </a:rPr>
              <a:t>Potential ways to share the backpack adventures:</a:t>
            </a:r>
          </a:p>
          <a:p>
            <a:pPr>
              <a:lnSpc>
                <a:spcPct val="100000"/>
              </a:lnSpc>
              <a:spcBef>
                <a:spcPts val="0"/>
              </a:spcBef>
            </a:pPr>
            <a:r>
              <a:rPr lang="en-US" sz="1600" dirty="0">
                <a:latin typeface="Quantico" panose="02000000000000000000" pitchFamily="2" charset="0"/>
                <a:cs typeface="Dreaming Outloud Pro" panose="03050502040302030504" pitchFamily="66" charset="0"/>
              </a:rPr>
              <a:t>Retirement homes?</a:t>
            </a:r>
          </a:p>
          <a:p>
            <a:pPr>
              <a:lnSpc>
                <a:spcPct val="100000"/>
              </a:lnSpc>
              <a:spcBef>
                <a:spcPts val="0"/>
              </a:spcBef>
            </a:pPr>
            <a:r>
              <a:rPr lang="en-US" sz="1600" dirty="0">
                <a:latin typeface="Quantico" panose="02000000000000000000" pitchFamily="2" charset="0"/>
                <a:cs typeface="Dreaming Outloud Pro" panose="03050502040302030504" pitchFamily="66" charset="0"/>
              </a:rPr>
              <a:t>Libraries?</a:t>
            </a:r>
          </a:p>
          <a:p>
            <a:pPr>
              <a:lnSpc>
                <a:spcPct val="100000"/>
              </a:lnSpc>
              <a:spcBef>
                <a:spcPts val="0"/>
              </a:spcBef>
            </a:pPr>
            <a:r>
              <a:rPr lang="en-US" sz="1600" dirty="0">
                <a:latin typeface="Quantico" panose="02000000000000000000" pitchFamily="2" charset="0"/>
                <a:cs typeface="Dreaming Outloud Pro" panose="03050502040302030504" pitchFamily="66" charset="0"/>
              </a:rPr>
              <a:t>Schools?</a:t>
            </a:r>
          </a:p>
          <a:p>
            <a:pPr>
              <a:lnSpc>
                <a:spcPct val="100000"/>
              </a:lnSpc>
              <a:spcBef>
                <a:spcPts val="0"/>
              </a:spcBef>
            </a:pPr>
            <a:r>
              <a:rPr lang="en-US" sz="1600" dirty="0">
                <a:latin typeface="Quantico" panose="02000000000000000000" pitchFamily="2" charset="0"/>
                <a:cs typeface="Dreaming Outloud Pro" panose="03050502040302030504" pitchFamily="66" charset="0"/>
              </a:rPr>
              <a:t>Reddit post?</a:t>
            </a:r>
          </a:p>
          <a:p>
            <a:pPr>
              <a:lnSpc>
                <a:spcPct val="100000"/>
              </a:lnSpc>
              <a:spcBef>
                <a:spcPts val="0"/>
              </a:spcBef>
            </a:pPr>
            <a:r>
              <a:rPr lang="en-US" sz="1600" dirty="0">
                <a:latin typeface="Quantico" panose="02000000000000000000" pitchFamily="2" charset="0"/>
                <a:cs typeface="Dreaming Outloud Pro" panose="03050502040302030504" pitchFamily="66" charset="0"/>
              </a:rPr>
              <a:t>Work? (social committees) </a:t>
            </a:r>
          </a:p>
          <a:p>
            <a:pPr>
              <a:lnSpc>
                <a:spcPct val="100000"/>
              </a:lnSpc>
              <a:spcBef>
                <a:spcPts val="0"/>
              </a:spcBef>
            </a:pPr>
            <a:endParaRPr lang="en-US" sz="1600" dirty="0">
              <a:latin typeface="Quantico" panose="02000000000000000000" pitchFamily="2" charset="0"/>
              <a:cs typeface="Dreaming Outloud Pro" panose="03050502040302030504" pitchFamily="66" charset="0"/>
            </a:endParaRPr>
          </a:p>
        </p:txBody>
      </p:sp>
      <p:pic>
        <p:nvPicPr>
          <p:cNvPr id="5" name="Graphic 4" descr="Share with solid fill">
            <a:extLst>
              <a:ext uri="{FF2B5EF4-FFF2-40B4-BE49-F238E27FC236}">
                <a16:creationId xmlns:a16="http://schemas.microsoft.com/office/drawing/2014/main" id="{847719DF-CED9-8179-E6B3-2D68F6050D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000" y="360000"/>
            <a:ext cx="914400" cy="914400"/>
          </a:xfrm>
          <a:prstGeom prst="rect">
            <a:avLst/>
          </a:prstGeom>
        </p:spPr>
      </p:pic>
    </p:spTree>
    <p:extLst>
      <p:ext uri="{BB962C8B-B14F-4D97-AF65-F5344CB8AC3E}">
        <p14:creationId xmlns:p14="http://schemas.microsoft.com/office/powerpoint/2010/main" val="4619914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24F1DE3F-9CE8-0927-FCA6-C29765A9A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8EA5A-6FC5-0FBD-7C29-435EC9DF6159}"/>
              </a:ext>
            </a:extLst>
          </p:cNvPr>
          <p:cNvSpPr>
            <a:spLocks noGrp="1"/>
          </p:cNvSpPr>
          <p:nvPr>
            <p:ph type="title"/>
          </p:nvPr>
        </p:nvSpPr>
        <p:spPr>
          <a:xfrm>
            <a:off x="1980000" y="365125"/>
            <a:ext cx="9000000" cy="1325563"/>
          </a:xfrm>
        </p:spPr>
        <p:txBody>
          <a:bodyPr/>
          <a:lstStyle/>
          <a:p>
            <a:r>
              <a:rPr lang="en-US" dirty="0">
                <a:latin typeface="Quantico" panose="02000000000000000000" pitchFamily="2" charset="0"/>
              </a:rPr>
              <a:t>Backpack Ideas</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474EB36E-2AD2-FD0E-B053-A5DACBFE0E59}"/>
              </a:ext>
            </a:extLst>
          </p:cNvPr>
          <p:cNvSpPr>
            <a:spLocks noGrp="1"/>
          </p:cNvSpPr>
          <p:nvPr>
            <p:ph idx="1"/>
          </p:nvPr>
        </p:nvSpPr>
        <p:spPr/>
        <p:txBody>
          <a:bodyPr>
            <a:normAutofit/>
          </a:bodyPr>
          <a:lstStyle/>
          <a:p>
            <a:pPr marL="0" indent="0">
              <a:lnSpc>
                <a:spcPct val="100000"/>
              </a:lnSpc>
              <a:buNone/>
            </a:pPr>
            <a:r>
              <a:rPr lang="en-US" sz="1600" dirty="0">
                <a:latin typeface="Quantico" panose="02000000000000000000" pitchFamily="2" charset="0"/>
                <a:cs typeface="Dreaming Outloud Pro" panose="03050502040302030504" pitchFamily="66" charset="0"/>
              </a:rPr>
              <a:t>Fairy/Magic backpack</a:t>
            </a:r>
          </a:p>
          <a:p>
            <a:pPr marL="0" indent="0">
              <a:lnSpc>
                <a:spcPct val="100000"/>
              </a:lnSpc>
              <a:buNone/>
            </a:pPr>
            <a:r>
              <a:rPr lang="en-US" sz="1600" dirty="0">
                <a:latin typeface="Quantico" panose="02000000000000000000" pitchFamily="2" charset="0"/>
                <a:cs typeface="Dreaming Outloud Pro" panose="03050502040302030504" pitchFamily="66" charset="0"/>
              </a:rPr>
              <a:t>Viking backpack</a:t>
            </a:r>
          </a:p>
          <a:p>
            <a:pPr marL="0" indent="0">
              <a:lnSpc>
                <a:spcPct val="100000"/>
              </a:lnSpc>
              <a:buNone/>
            </a:pPr>
            <a:r>
              <a:rPr lang="en-US" sz="1600" dirty="0">
                <a:latin typeface="Quantico" panose="02000000000000000000" pitchFamily="2" charset="0"/>
                <a:cs typeface="Dreaming Outloud Pro" panose="03050502040302030504" pitchFamily="66" charset="0"/>
              </a:rPr>
              <a:t>Medieval backpack</a:t>
            </a:r>
          </a:p>
          <a:p>
            <a:pPr marL="0" indent="0">
              <a:lnSpc>
                <a:spcPct val="100000"/>
              </a:lnSpc>
              <a:buNone/>
            </a:pPr>
            <a:r>
              <a:rPr lang="en-US" sz="1600" dirty="0">
                <a:latin typeface="Quantico" panose="02000000000000000000" pitchFamily="2" charset="0"/>
                <a:cs typeface="Dreaming Outloud Pro" panose="03050502040302030504" pitchFamily="66" charset="0"/>
              </a:rPr>
              <a:t>Cold war/spy backpack</a:t>
            </a:r>
          </a:p>
          <a:p>
            <a:pPr marL="0" indent="0">
              <a:lnSpc>
                <a:spcPct val="100000"/>
              </a:lnSpc>
              <a:buNone/>
            </a:pPr>
            <a:endParaRPr lang="en-US" sz="1600" dirty="0">
              <a:latin typeface="Quantico" panose="02000000000000000000" pitchFamily="2" charset="0"/>
              <a:cs typeface="Dreaming Outloud Pro" panose="03050502040302030504" pitchFamily="66" charset="0"/>
            </a:endParaRPr>
          </a:p>
          <a:p>
            <a:pPr>
              <a:lnSpc>
                <a:spcPct val="100000"/>
              </a:lnSpc>
              <a:spcBef>
                <a:spcPts val="0"/>
              </a:spcBef>
            </a:pPr>
            <a:endParaRPr lang="en-US" sz="1600" dirty="0">
              <a:latin typeface="Quantico" panose="02000000000000000000" pitchFamily="2" charset="0"/>
              <a:cs typeface="Dreaming Outloud Pro" panose="03050502040302030504" pitchFamily="66" charset="0"/>
            </a:endParaRPr>
          </a:p>
        </p:txBody>
      </p:sp>
      <p:pic>
        <p:nvPicPr>
          <p:cNvPr id="4" name="Graphic 3" descr="Lights On with solid fill">
            <a:extLst>
              <a:ext uri="{FF2B5EF4-FFF2-40B4-BE49-F238E27FC236}">
                <a16:creationId xmlns:a16="http://schemas.microsoft.com/office/drawing/2014/main" id="{ED1163D7-8670-E793-CF87-BE4978C2E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000" y="360000"/>
            <a:ext cx="914400" cy="914400"/>
          </a:xfrm>
          <a:prstGeom prst="rect">
            <a:avLst/>
          </a:prstGeom>
        </p:spPr>
      </p:pic>
    </p:spTree>
    <p:extLst>
      <p:ext uri="{BB962C8B-B14F-4D97-AF65-F5344CB8AC3E}">
        <p14:creationId xmlns:p14="http://schemas.microsoft.com/office/powerpoint/2010/main" val="249709691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D59F95C1-C980-1BFB-3864-C7B93F5A6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57FA1-A417-1D38-D112-02245EAAF8D4}"/>
              </a:ext>
            </a:extLst>
          </p:cNvPr>
          <p:cNvSpPr>
            <a:spLocks noGrp="1"/>
          </p:cNvSpPr>
          <p:nvPr>
            <p:ph type="title"/>
          </p:nvPr>
        </p:nvSpPr>
        <p:spPr>
          <a:xfrm>
            <a:off x="1980000" y="365125"/>
            <a:ext cx="9000000" cy="1325563"/>
          </a:xfrm>
        </p:spPr>
        <p:txBody>
          <a:bodyPr/>
          <a:lstStyle/>
          <a:p>
            <a:r>
              <a:rPr lang="en-US" dirty="0">
                <a:latin typeface="Quantico" panose="02000000000000000000" pitchFamily="2" charset="0"/>
              </a:rPr>
              <a:t>Physical Puzzle Ideas</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5D64AAA1-C1E2-1D2B-53F3-CF6252EC769E}"/>
              </a:ext>
            </a:extLst>
          </p:cNvPr>
          <p:cNvSpPr>
            <a:spLocks noGrp="1"/>
          </p:cNvSpPr>
          <p:nvPr>
            <p:ph idx="1"/>
          </p:nvPr>
        </p:nvSpPr>
        <p:spPr/>
        <p:txBody>
          <a:bodyPr>
            <a:normAutofit/>
          </a:bodyPr>
          <a:lstStyle/>
          <a:p>
            <a:pPr>
              <a:lnSpc>
                <a:spcPct val="100000"/>
              </a:lnSpc>
              <a:spcBef>
                <a:spcPts val="0"/>
              </a:spcBef>
            </a:pPr>
            <a:r>
              <a:rPr lang="en-US" sz="1600" dirty="0">
                <a:latin typeface="Quantico" panose="02000000000000000000" pitchFamily="2" charset="0"/>
                <a:cs typeface="Dreaming Outloud Pro" panose="03050502040302030504" pitchFamily="66" charset="0"/>
              </a:rPr>
              <a:t>3D printed canals with different slopes. Fill with the correct amount of liquid to reveal a number</a:t>
            </a:r>
          </a:p>
          <a:p>
            <a:pPr>
              <a:lnSpc>
                <a:spcPct val="100000"/>
              </a:lnSpc>
              <a:spcBef>
                <a:spcPts val="0"/>
              </a:spcBef>
            </a:pPr>
            <a:r>
              <a:rPr lang="en-US" sz="1600" dirty="0">
                <a:latin typeface="Quantico" panose="02000000000000000000" pitchFamily="2" charset="0"/>
                <a:cs typeface="Dreaming Outloud Pro" panose="03050502040302030504" pitchFamily="66" charset="0"/>
              </a:rPr>
              <a:t>Receptacles to fill with liquid that will change to orientation of the text placed behind</a:t>
            </a:r>
          </a:p>
          <a:p>
            <a:pPr>
              <a:lnSpc>
                <a:spcPct val="100000"/>
              </a:lnSpc>
              <a:spcBef>
                <a:spcPts val="0"/>
              </a:spcBef>
            </a:pPr>
            <a:r>
              <a:rPr lang="en-US" sz="1600" dirty="0">
                <a:latin typeface="Quantico" panose="02000000000000000000" pitchFamily="2" charset="0"/>
                <a:cs typeface="Dreaming Outloud Pro" panose="03050502040302030504" pitchFamily="66" charset="0"/>
              </a:rPr>
              <a:t> </a:t>
            </a:r>
          </a:p>
          <a:p>
            <a:pPr>
              <a:lnSpc>
                <a:spcPct val="100000"/>
              </a:lnSpc>
              <a:spcBef>
                <a:spcPts val="0"/>
              </a:spcBef>
            </a:pPr>
            <a:endParaRPr lang="en-US" sz="1600" dirty="0">
              <a:latin typeface="Quantico" panose="02000000000000000000" pitchFamily="2" charset="0"/>
              <a:cs typeface="Dreaming Outloud Pro" panose="03050502040302030504" pitchFamily="66" charset="0"/>
            </a:endParaRPr>
          </a:p>
        </p:txBody>
      </p:sp>
      <p:pic>
        <p:nvPicPr>
          <p:cNvPr id="5" name="Graphic 4" descr="Puzzle pieces with solid fill">
            <a:extLst>
              <a:ext uri="{FF2B5EF4-FFF2-40B4-BE49-F238E27FC236}">
                <a16:creationId xmlns:a16="http://schemas.microsoft.com/office/drawing/2014/main" id="{B74C622F-98A1-2447-9679-DB83575F3A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000" y="360000"/>
            <a:ext cx="914400" cy="914400"/>
          </a:xfrm>
          <a:prstGeom prst="rect">
            <a:avLst/>
          </a:prstGeom>
        </p:spPr>
      </p:pic>
    </p:spTree>
    <p:extLst>
      <p:ext uri="{BB962C8B-B14F-4D97-AF65-F5344CB8AC3E}">
        <p14:creationId xmlns:p14="http://schemas.microsoft.com/office/powerpoint/2010/main" val="289348135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C81ABEA9-F18C-9E8A-897E-AFB55B542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E8267-36F0-4058-C313-79E084116C8D}"/>
              </a:ext>
            </a:extLst>
          </p:cNvPr>
          <p:cNvSpPr>
            <a:spLocks noGrp="1"/>
          </p:cNvSpPr>
          <p:nvPr>
            <p:ph type="title"/>
          </p:nvPr>
        </p:nvSpPr>
        <p:spPr>
          <a:xfrm>
            <a:off x="1980000" y="365125"/>
            <a:ext cx="9000000" cy="1325563"/>
          </a:xfrm>
        </p:spPr>
        <p:txBody>
          <a:bodyPr/>
          <a:lstStyle/>
          <a:p>
            <a:r>
              <a:rPr lang="en-US" dirty="0">
                <a:latin typeface="Quantico" panose="02000000000000000000" pitchFamily="2" charset="0"/>
              </a:rPr>
              <a:t>Electronic Puzzle Ideas (</a:t>
            </a:r>
            <a:r>
              <a:rPr lang="en-US" dirty="0" err="1">
                <a:latin typeface="Quantico" panose="02000000000000000000" pitchFamily="2" charset="0"/>
              </a:rPr>
              <a:t>Ardiuno</a:t>
            </a:r>
            <a:r>
              <a:rPr lang="en-US" dirty="0">
                <a:latin typeface="Quantico" panose="02000000000000000000" pitchFamily="2" charset="0"/>
              </a:rPr>
              <a:t>)</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663B1467-FB5C-8B0D-FBBF-8646B10B2A2C}"/>
              </a:ext>
            </a:extLst>
          </p:cNvPr>
          <p:cNvSpPr>
            <a:spLocks noGrp="1"/>
          </p:cNvSpPr>
          <p:nvPr>
            <p:ph idx="1"/>
          </p:nvPr>
        </p:nvSpPr>
        <p:spPr/>
        <p:txBody>
          <a:bodyPr>
            <a:normAutofit/>
          </a:bodyPr>
          <a:lstStyle/>
          <a:p>
            <a:pPr>
              <a:lnSpc>
                <a:spcPct val="100000"/>
              </a:lnSpc>
              <a:spcBef>
                <a:spcPts val="0"/>
              </a:spcBef>
            </a:pPr>
            <a:r>
              <a:rPr lang="en-US" sz="1600" dirty="0">
                <a:latin typeface="Quantico" panose="02000000000000000000" pitchFamily="2" charset="0"/>
                <a:cs typeface="Dreaming Outloud Pro" panose="03050502040302030504" pitchFamily="66" charset="0"/>
              </a:rPr>
              <a:t>3D printed box with electronic part that needs the correct code to open the door</a:t>
            </a:r>
          </a:p>
          <a:p>
            <a:pPr>
              <a:lnSpc>
                <a:spcPct val="100000"/>
              </a:lnSpc>
              <a:spcBef>
                <a:spcPts val="0"/>
              </a:spcBef>
            </a:pPr>
            <a:r>
              <a:rPr lang="en-US" sz="1600" dirty="0">
                <a:latin typeface="Quantico" panose="02000000000000000000" pitchFamily="2" charset="0"/>
                <a:cs typeface="Dreaming Outloud Pro" panose="03050502040302030504" pitchFamily="66" charset="0"/>
              </a:rPr>
              <a:t>Item with places for pieces that need to be placed in the correct spot to reveal a code on a small display</a:t>
            </a:r>
          </a:p>
          <a:p>
            <a:pPr>
              <a:lnSpc>
                <a:spcPct val="100000"/>
              </a:lnSpc>
              <a:spcBef>
                <a:spcPts val="0"/>
              </a:spcBef>
            </a:pPr>
            <a:endParaRPr lang="en-US" sz="1600" dirty="0">
              <a:latin typeface="Quantico" panose="02000000000000000000" pitchFamily="2" charset="0"/>
              <a:cs typeface="Dreaming Outloud Pro" panose="03050502040302030504" pitchFamily="66" charset="0"/>
            </a:endParaRPr>
          </a:p>
        </p:txBody>
      </p:sp>
      <p:pic>
        <p:nvPicPr>
          <p:cNvPr id="4" name="Graphic 3" descr="Puzzle pieces with solid fill">
            <a:extLst>
              <a:ext uri="{FF2B5EF4-FFF2-40B4-BE49-F238E27FC236}">
                <a16:creationId xmlns:a16="http://schemas.microsoft.com/office/drawing/2014/main" id="{8E832DD5-EA0A-821A-1632-CD0A7E951E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000" y="360000"/>
            <a:ext cx="914400" cy="914400"/>
          </a:xfrm>
          <a:prstGeom prst="rect">
            <a:avLst/>
          </a:prstGeom>
        </p:spPr>
      </p:pic>
    </p:spTree>
    <p:extLst>
      <p:ext uri="{BB962C8B-B14F-4D97-AF65-F5344CB8AC3E}">
        <p14:creationId xmlns:p14="http://schemas.microsoft.com/office/powerpoint/2010/main" val="182531325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E6D95B8F-91ED-6716-C439-3FC9275C0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21EB2-2336-ACFF-3BBB-63F0406C902B}"/>
              </a:ext>
            </a:extLst>
          </p:cNvPr>
          <p:cNvSpPr>
            <a:spLocks noGrp="1"/>
          </p:cNvSpPr>
          <p:nvPr>
            <p:ph type="title"/>
          </p:nvPr>
        </p:nvSpPr>
        <p:spPr>
          <a:xfrm>
            <a:off x="1980000" y="365125"/>
            <a:ext cx="9000000" cy="1325563"/>
          </a:xfrm>
        </p:spPr>
        <p:txBody>
          <a:bodyPr/>
          <a:lstStyle/>
          <a:p>
            <a:r>
              <a:rPr lang="en-US" dirty="0">
                <a:latin typeface="Quantico" panose="02000000000000000000" pitchFamily="2" charset="0"/>
              </a:rPr>
              <a:t>Digital Puzzle Ideas</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0500CCFB-8717-1186-8F50-680E8BB28AA0}"/>
              </a:ext>
            </a:extLst>
          </p:cNvPr>
          <p:cNvSpPr>
            <a:spLocks noGrp="1"/>
          </p:cNvSpPr>
          <p:nvPr>
            <p:ph idx="1"/>
          </p:nvPr>
        </p:nvSpPr>
        <p:spPr/>
        <p:txBody>
          <a:bodyPr>
            <a:normAutofit/>
          </a:bodyPr>
          <a:lstStyle/>
          <a:p>
            <a:pPr>
              <a:lnSpc>
                <a:spcPct val="100000"/>
              </a:lnSpc>
            </a:pPr>
            <a:r>
              <a:rPr lang="en-US" sz="1600" dirty="0">
                <a:latin typeface="Quantico" panose="02000000000000000000" pitchFamily="2" charset="0"/>
                <a:cs typeface="Dreaming Outloud Pro" panose="03050502040302030504" pitchFamily="66" charset="0"/>
              </a:rPr>
              <a:t>Map with coordinates</a:t>
            </a:r>
          </a:p>
          <a:p>
            <a:pPr>
              <a:lnSpc>
                <a:spcPct val="100000"/>
              </a:lnSpc>
              <a:spcBef>
                <a:spcPts val="0"/>
              </a:spcBef>
            </a:pPr>
            <a:endParaRPr lang="en-US" sz="1600" dirty="0">
              <a:latin typeface="Quantico" panose="02000000000000000000" pitchFamily="2" charset="0"/>
              <a:cs typeface="Dreaming Outloud Pro" panose="03050502040302030504" pitchFamily="66" charset="0"/>
            </a:endParaRPr>
          </a:p>
        </p:txBody>
      </p:sp>
      <p:pic>
        <p:nvPicPr>
          <p:cNvPr id="4" name="Graphic 3" descr="Puzzle pieces with solid fill">
            <a:extLst>
              <a:ext uri="{FF2B5EF4-FFF2-40B4-BE49-F238E27FC236}">
                <a16:creationId xmlns:a16="http://schemas.microsoft.com/office/drawing/2014/main" id="{F3976665-4028-C6D5-9ADF-90A7CF4080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0000" y="360000"/>
            <a:ext cx="914400" cy="914400"/>
          </a:xfrm>
          <a:prstGeom prst="rect">
            <a:avLst/>
          </a:prstGeom>
        </p:spPr>
      </p:pic>
    </p:spTree>
    <p:extLst>
      <p:ext uri="{BB962C8B-B14F-4D97-AF65-F5344CB8AC3E}">
        <p14:creationId xmlns:p14="http://schemas.microsoft.com/office/powerpoint/2010/main" val="243540490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72EF58A5-C203-22CA-1A6B-E494E30EB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FD02B-EDB8-D872-2BE0-548D0F29B098}"/>
              </a:ext>
            </a:extLst>
          </p:cNvPr>
          <p:cNvSpPr>
            <a:spLocks noGrp="1"/>
          </p:cNvSpPr>
          <p:nvPr>
            <p:ph type="title"/>
          </p:nvPr>
        </p:nvSpPr>
        <p:spPr/>
        <p:txBody>
          <a:bodyPr/>
          <a:lstStyle/>
          <a:p>
            <a:r>
              <a:rPr lang="en-US" dirty="0">
                <a:latin typeface="Quantico" panose="02000000000000000000" pitchFamily="2" charset="0"/>
              </a:rPr>
              <a:t>Font ideas</a:t>
            </a:r>
            <a:endParaRPr lang="en-CA" dirty="0">
              <a:latin typeface="Quantico" panose="02000000000000000000" pitchFamily="2" charset="0"/>
            </a:endParaRPr>
          </a:p>
        </p:txBody>
      </p:sp>
      <p:sp>
        <p:nvSpPr>
          <p:cNvPr id="3" name="Content Placeholder 2">
            <a:extLst>
              <a:ext uri="{FF2B5EF4-FFF2-40B4-BE49-F238E27FC236}">
                <a16:creationId xmlns:a16="http://schemas.microsoft.com/office/drawing/2014/main" id="{6039FEE9-C33B-6607-F4DE-EA1C8026C779}"/>
              </a:ext>
            </a:extLst>
          </p:cNvPr>
          <p:cNvSpPr>
            <a:spLocks noGrp="1"/>
          </p:cNvSpPr>
          <p:nvPr>
            <p:ph idx="1"/>
          </p:nvPr>
        </p:nvSpPr>
        <p:spPr/>
        <p:txBody>
          <a:bodyPr>
            <a:normAutofit/>
          </a:bodyPr>
          <a:lstStyle/>
          <a:p>
            <a:pPr marL="0" indent="0">
              <a:lnSpc>
                <a:spcPct val="100000"/>
              </a:lnSpc>
              <a:buNone/>
            </a:pPr>
            <a:r>
              <a:rPr lang="en-US" sz="1600" dirty="0">
                <a:latin typeface="Quantico" panose="02000000000000000000" pitchFamily="2" charset="0"/>
                <a:cs typeface="Dreaming Outloud Pro" panose="03050502040302030504" pitchFamily="66" charset="0"/>
              </a:rPr>
              <a:t>Cool Fonts that we can use:</a:t>
            </a:r>
          </a:p>
          <a:p>
            <a:pPr>
              <a:lnSpc>
                <a:spcPct val="100000"/>
              </a:lnSpc>
              <a:spcBef>
                <a:spcPts val="0"/>
              </a:spcBef>
            </a:pPr>
            <a:r>
              <a:rPr lang="en-US" sz="1600" dirty="0">
                <a:latin typeface="Quantico" panose="02000000000000000000" pitchFamily="2" charset="0"/>
                <a:cs typeface="Dreaming Outloud Pro" panose="03050502040302030504" pitchFamily="66" charset="0"/>
              </a:rPr>
              <a:t>Quantico: https://fonts.google.com/specimen/Quantico</a:t>
            </a:r>
          </a:p>
          <a:p>
            <a:pPr>
              <a:lnSpc>
                <a:spcPct val="100000"/>
              </a:lnSpc>
              <a:spcBef>
                <a:spcPts val="0"/>
              </a:spcBef>
            </a:pPr>
            <a:r>
              <a:rPr lang="en-US" sz="1600" dirty="0" err="1">
                <a:latin typeface="Cinzel" pitchFamily="2" charset="0"/>
                <a:cs typeface="Dreaming Outloud Pro" panose="03050502040302030504" pitchFamily="66" charset="0"/>
              </a:rPr>
              <a:t>Cinzel</a:t>
            </a:r>
            <a:r>
              <a:rPr lang="en-US" sz="1600" dirty="0">
                <a:latin typeface="Cinzel" pitchFamily="2" charset="0"/>
                <a:cs typeface="Dreaming Outloud Pro" panose="03050502040302030504" pitchFamily="66" charset="0"/>
              </a:rPr>
              <a:t>: https://fonts.google.com/specimen/Cinzel</a:t>
            </a:r>
          </a:p>
          <a:p>
            <a:pPr>
              <a:lnSpc>
                <a:spcPct val="100000"/>
              </a:lnSpc>
              <a:spcBef>
                <a:spcPts val="0"/>
              </a:spcBef>
            </a:pPr>
            <a:r>
              <a:rPr lang="en-US" sz="1600" dirty="0">
                <a:latin typeface="IBM Plex Mono" panose="020B0509050203000203" pitchFamily="49" charset="0"/>
                <a:cs typeface="Dreaming Outloud Pro" panose="03050502040302030504" pitchFamily="66" charset="0"/>
              </a:rPr>
              <a:t>IBM Plex Mono: https://fonts.google.com/specimen/IBM+Plex+Mono</a:t>
            </a:r>
          </a:p>
          <a:p>
            <a:pPr>
              <a:lnSpc>
                <a:spcPct val="100000"/>
              </a:lnSpc>
              <a:spcBef>
                <a:spcPts val="0"/>
              </a:spcBef>
            </a:pPr>
            <a:r>
              <a:rPr lang="en-US" sz="1600" dirty="0">
                <a:latin typeface="Special Elite" panose="02000506000000020004" pitchFamily="2" charset="0"/>
                <a:cs typeface="Dreaming Outloud Pro" panose="03050502040302030504" pitchFamily="66" charset="0"/>
              </a:rPr>
              <a:t>Special Elite: https://fonts.google.com/specimen/Special+Elite</a:t>
            </a:r>
          </a:p>
          <a:p>
            <a:pPr>
              <a:lnSpc>
                <a:spcPct val="100000"/>
              </a:lnSpc>
              <a:spcBef>
                <a:spcPts val="0"/>
              </a:spcBef>
            </a:pPr>
            <a:r>
              <a:rPr lang="en-US" sz="1600" dirty="0">
                <a:latin typeface="Macondo" panose="02000000000000000000" pitchFamily="2" charset="0"/>
                <a:cs typeface="Dreaming Outloud Pro" panose="03050502040302030504" pitchFamily="66" charset="0"/>
              </a:rPr>
              <a:t>Macondo: https://fonts.google.com/specimen/Macondo</a:t>
            </a:r>
          </a:p>
          <a:p>
            <a:pPr>
              <a:lnSpc>
                <a:spcPct val="100000"/>
              </a:lnSpc>
              <a:spcBef>
                <a:spcPts val="0"/>
              </a:spcBef>
            </a:pPr>
            <a:r>
              <a:rPr lang="en-US" sz="1600" dirty="0">
                <a:latin typeface="Pirata One" pitchFamily="2" charset="0"/>
                <a:cs typeface="Dreaming Outloud Pro" panose="03050502040302030504" pitchFamily="66" charset="0"/>
              </a:rPr>
              <a:t>Pirata One: https://fonts.google.com/specimen/Pirata+One</a:t>
            </a:r>
          </a:p>
          <a:p>
            <a:pPr>
              <a:lnSpc>
                <a:spcPct val="100000"/>
              </a:lnSpc>
              <a:spcBef>
                <a:spcPts val="0"/>
              </a:spcBef>
            </a:pPr>
            <a:r>
              <a:rPr lang="en-US" sz="1600" dirty="0">
                <a:latin typeface="Caesar Dressing" panose="02000000000000000000" pitchFamily="2" charset="0"/>
                <a:cs typeface="Dreaming Outloud Pro" panose="03050502040302030504" pitchFamily="66" charset="0"/>
              </a:rPr>
              <a:t>Ceasar Dressing: https://fonts.google.com/specimen/Caesar+Dressing</a:t>
            </a:r>
          </a:p>
          <a:p>
            <a:pPr>
              <a:lnSpc>
                <a:spcPct val="100000"/>
              </a:lnSpc>
              <a:spcBef>
                <a:spcPts val="0"/>
              </a:spcBef>
            </a:pPr>
            <a:r>
              <a:rPr lang="en-US" sz="1600" dirty="0">
                <a:latin typeface="Uncial Antiqua" panose="02000505000000020004" pitchFamily="2" charset="0"/>
                <a:cs typeface="Dreaming Outloud Pro" panose="03050502040302030504" pitchFamily="66" charset="0"/>
              </a:rPr>
              <a:t>Uncial Antiqua: https://fonts.google.com/specimen/Uncial+Antiqua</a:t>
            </a:r>
          </a:p>
          <a:p>
            <a:pPr>
              <a:lnSpc>
                <a:spcPct val="100000"/>
              </a:lnSpc>
              <a:spcBef>
                <a:spcPts val="0"/>
              </a:spcBef>
            </a:pPr>
            <a:r>
              <a:rPr lang="en-US" sz="1600" dirty="0" err="1">
                <a:latin typeface="Orbitron" pitchFamily="2" charset="0"/>
                <a:cs typeface="Dreaming Outloud Pro" panose="03050502040302030504" pitchFamily="66" charset="0"/>
              </a:rPr>
              <a:t>Orbitron</a:t>
            </a:r>
            <a:r>
              <a:rPr lang="en-US" sz="1600" dirty="0">
                <a:latin typeface="Orbitron" pitchFamily="2" charset="0"/>
                <a:cs typeface="Dreaming Outloud Pro" panose="03050502040302030504" pitchFamily="66" charset="0"/>
              </a:rPr>
              <a:t>: https://fonts.google.com/specimen/Orbitron</a:t>
            </a:r>
          </a:p>
          <a:p>
            <a:pPr>
              <a:lnSpc>
                <a:spcPct val="100000"/>
              </a:lnSpc>
              <a:spcBef>
                <a:spcPts val="0"/>
              </a:spcBef>
            </a:pPr>
            <a:r>
              <a:rPr lang="en-US" sz="1600" dirty="0">
                <a:latin typeface="Architects Daughter" pitchFamily="2" charset="0"/>
                <a:cs typeface="Dreaming Outloud Pro" panose="03050502040302030504" pitchFamily="66" charset="0"/>
              </a:rPr>
              <a:t>Architects Daughter: https://fonts.google.com/specimen/Architects+Daughter</a:t>
            </a:r>
          </a:p>
          <a:p>
            <a:pPr>
              <a:lnSpc>
                <a:spcPct val="100000"/>
              </a:lnSpc>
              <a:spcBef>
                <a:spcPts val="0"/>
              </a:spcBef>
            </a:pPr>
            <a:r>
              <a:rPr lang="en-US" sz="1600" dirty="0" err="1">
                <a:latin typeface="Architects Daughter" pitchFamily="2" charset="0"/>
                <a:cs typeface="Dreaming Outloud Pro" panose="03050502040302030504" pitchFamily="66" charset="0"/>
              </a:rPr>
              <a:t>Skranji</a:t>
            </a:r>
            <a:r>
              <a:rPr lang="en-US" sz="1600" dirty="0">
                <a:latin typeface="Architects Daughter" pitchFamily="2" charset="0"/>
                <a:cs typeface="Dreaming Outloud Pro" panose="03050502040302030504" pitchFamily="66" charset="0"/>
              </a:rPr>
              <a:t>: https://fonts.google.com/specimen/Skranji?preview.script=Latn</a:t>
            </a:r>
          </a:p>
          <a:p>
            <a:pPr>
              <a:lnSpc>
                <a:spcPct val="100000"/>
              </a:lnSpc>
              <a:spcBef>
                <a:spcPts val="0"/>
              </a:spcBef>
            </a:pPr>
            <a:endParaRPr lang="en-US" sz="1600" dirty="0">
              <a:latin typeface="Architects Daughter" pitchFamily="2" charset="0"/>
              <a:cs typeface="Dreaming Outloud Pro" panose="03050502040302030504" pitchFamily="66" charset="0"/>
            </a:endParaRPr>
          </a:p>
        </p:txBody>
      </p:sp>
    </p:spTree>
    <p:extLst>
      <p:ext uri="{BB962C8B-B14F-4D97-AF65-F5344CB8AC3E}">
        <p14:creationId xmlns:p14="http://schemas.microsoft.com/office/powerpoint/2010/main" val="94977945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alpha val="50000"/>
          </a:schemeClr>
        </a:solidFill>
        <a:effectLst/>
      </p:bgPr>
    </p:bg>
    <p:spTree>
      <p:nvGrpSpPr>
        <p:cNvPr id="1" name="">
          <a:extLst>
            <a:ext uri="{FF2B5EF4-FFF2-40B4-BE49-F238E27FC236}">
              <a16:creationId xmlns:a16="http://schemas.microsoft.com/office/drawing/2014/main" id="{FD7D7059-132D-CA41-841C-544D6E8CA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602E1-B516-0938-F5EA-70FAB164A778}"/>
              </a:ext>
            </a:extLst>
          </p:cNvPr>
          <p:cNvSpPr>
            <a:spLocks noGrp="1"/>
          </p:cNvSpPr>
          <p:nvPr>
            <p:ph type="title"/>
          </p:nvPr>
        </p:nvSpPr>
        <p:spPr/>
        <p:txBody>
          <a:bodyPr/>
          <a:lstStyle/>
          <a:p>
            <a:r>
              <a:rPr lang="en-US" dirty="0">
                <a:latin typeface="Quantico" panose="02000000000000000000" pitchFamily="2" charset="0"/>
              </a:rPr>
              <a:t>Design elements</a:t>
            </a:r>
            <a:endParaRPr lang="en-CA" dirty="0">
              <a:latin typeface="Quantico" panose="02000000000000000000" pitchFamily="2" charset="0"/>
            </a:endParaRPr>
          </a:p>
        </p:txBody>
      </p:sp>
      <p:pic>
        <p:nvPicPr>
          <p:cNvPr id="6" name="Picture 5" descr="A backpack and map on a table&#10;&#10;AI-generated content may be incorrect.">
            <a:extLst>
              <a:ext uri="{FF2B5EF4-FFF2-40B4-BE49-F238E27FC236}">
                <a16:creationId xmlns:a16="http://schemas.microsoft.com/office/drawing/2014/main" id="{84D76FA7-96D0-5738-58B3-83291D558FC0}"/>
              </a:ext>
            </a:extLst>
          </p:cNvPr>
          <p:cNvPicPr>
            <a:picLocks noChangeAspect="1"/>
          </p:cNvPicPr>
          <p:nvPr/>
        </p:nvPicPr>
        <p:blipFill>
          <a:blip r:embed="rId3">
            <a:alphaModFix amt="85000"/>
            <a:extLst>
              <a:ext uri="{BEBA8EAE-BF5A-486C-A8C5-ECC9F3942E4B}">
                <a14:imgProps xmlns:a14="http://schemas.microsoft.com/office/drawing/2010/main">
                  <a14:imgLayer r:embed="rId4">
                    <a14:imgEffect>
                      <a14:artisticTexturizer/>
                    </a14:imgEffect>
                    <a14:imgEffect>
                      <a14:sharpenSoften amount="-25000"/>
                    </a14:imgEffect>
                  </a14:imgLayer>
                </a14:imgProps>
              </a:ext>
              <a:ext uri="{28A0092B-C50C-407E-A947-70E740481C1C}">
                <a14:useLocalDpi xmlns:a14="http://schemas.microsoft.com/office/drawing/2010/main" val="0"/>
              </a:ext>
            </a:extLst>
          </a:blip>
          <a:stretch>
            <a:fillRect/>
          </a:stretch>
        </p:blipFill>
        <p:spPr>
          <a:xfrm>
            <a:off x="516479" y="1592825"/>
            <a:ext cx="5805663" cy="3870442"/>
          </a:xfrm>
          <a:prstGeom prst="rect">
            <a:avLst/>
          </a:prstGeom>
        </p:spPr>
      </p:pic>
      <p:pic>
        <p:nvPicPr>
          <p:cNvPr id="8" name="Picture 7" descr="A white line drawing of a backpack&#10;&#10;AI-generated content may be incorrect.">
            <a:extLst>
              <a:ext uri="{FF2B5EF4-FFF2-40B4-BE49-F238E27FC236}">
                <a16:creationId xmlns:a16="http://schemas.microsoft.com/office/drawing/2014/main" id="{07E8775C-E38C-FFE0-AF83-A007C605DC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5038" y="3875708"/>
            <a:ext cx="2416278" cy="2416278"/>
          </a:xfrm>
          <a:prstGeom prst="rect">
            <a:avLst/>
          </a:prstGeom>
        </p:spPr>
      </p:pic>
      <p:pic>
        <p:nvPicPr>
          <p:cNvPr id="10" name="Picture 9" descr="A white line drawing of a backpack&#10;&#10;AI-generated content may be incorrect.">
            <a:extLst>
              <a:ext uri="{FF2B5EF4-FFF2-40B4-BE49-F238E27FC236}">
                <a16:creationId xmlns:a16="http://schemas.microsoft.com/office/drawing/2014/main" id="{3275DF82-8BF8-7B96-3D7E-512C902A9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19507" y="1313655"/>
            <a:ext cx="1947339" cy="2263322"/>
          </a:xfrm>
          <a:prstGeom prst="rect">
            <a:avLst/>
          </a:prstGeom>
        </p:spPr>
      </p:pic>
    </p:spTree>
    <p:extLst>
      <p:ext uri="{BB962C8B-B14F-4D97-AF65-F5344CB8AC3E}">
        <p14:creationId xmlns:p14="http://schemas.microsoft.com/office/powerpoint/2010/main" val="3637227167"/>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20000"/>
                    </a14:imgEffect>
                  </a14:imgLayer>
                </a14:imgProps>
              </a:ext>
            </a:extLst>
          </a:blip>
          <a:srcRect/>
          <a:stretch>
            <a:fillRect t="-9000" b="-9000"/>
          </a:stretch>
        </a:blipFill>
        <a:effectLst/>
      </p:bgPr>
    </p:bg>
    <p:spTree>
      <p:nvGrpSpPr>
        <p:cNvPr id="1" name="">
          <a:extLst>
            <a:ext uri="{FF2B5EF4-FFF2-40B4-BE49-F238E27FC236}">
              <a16:creationId xmlns:a16="http://schemas.microsoft.com/office/drawing/2014/main" id="{69A0EFCE-3D75-5B84-88DD-D1DA20D49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C19F82-C8C6-4A8B-AEB3-ABA86CC02F97}"/>
              </a:ext>
            </a:extLst>
          </p:cNvPr>
          <p:cNvSpPr>
            <a:spLocks noGrp="1"/>
          </p:cNvSpPr>
          <p:nvPr>
            <p:ph type="title"/>
          </p:nvPr>
        </p:nvSpPr>
        <p:spPr/>
        <p:txBody>
          <a:bodyPr/>
          <a:lstStyle/>
          <a:p>
            <a:r>
              <a:rPr lang="en-US" b="1" dirty="0">
                <a:solidFill>
                  <a:schemeClr val="bg1"/>
                </a:solidFill>
                <a:latin typeface="Architects Daughter" pitchFamily="2" charset="0"/>
              </a:rPr>
              <a:t>Hiking Backpack</a:t>
            </a:r>
            <a:endParaRPr lang="en-CA" b="1" dirty="0">
              <a:solidFill>
                <a:schemeClr val="bg1"/>
              </a:solidFill>
              <a:latin typeface="Architects Daughter" pitchFamily="2" charset="0"/>
            </a:endParaRPr>
          </a:p>
        </p:txBody>
      </p:sp>
      <p:sp>
        <p:nvSpPr>
          <p:cNvPr id="3" name="Rectangle: Rounded Corners 2">
            <a:extLst>
              <a:ext uri="{FF2B5EF4-FFF2-40B4-BE49-F238E27FC236}">
                <a16:creationId xmlns:a16="http://schemas.microsoft.com/office/drawing/2014/main" id="{FC690411-C73C-E30D-165D-AD0D7A9E929D}"/>
              </a:ext>
            </a:extLst>
          </p:cNvPr>
          <p:cNvSpPr/>
          <p:nvPr/>
        </p:nvSpPr>
        <p:spPr>
          <a:xfrm>
            <a:off x="771525" y="1690688"/>
            <a:ext cx="10582275" cy="2643187"/>
          </a:xfrm>
          <a:prstGeom prst="roundRect">
            <a:avLst>
              <a:gd name="adj" fmla="val 5412"/>
            </a:avLst>
          </a:prstGeom>
          <a:solidFill>
            <a:srgbClr val="0E2841">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Content Placeholder 6">
            <a:extLst>
              <a:ext uri="{FF2B5EF4-FFF2-40B4-BE49-F238E27FC236}">
                <a16:creationId xmlns:a16="http://schemas.microsoft.com/office/drawing/2014/main" id="{E3629BAE-5782-8034-2F75-B3CFC8A851A7}"/>
              </a:ext>
            </a:extLst>
          </p:cNvPr>
          <p:cNvSpPr>
            <a:spLocks noGrp="1"/>
          </p:cNvSpPr>
          <p:nvPr>
            <p:ph idx="1"/>
          </p:nvPr>
        </p:nvSpPr>
        <p:spPr/>
        <p:txBody>
          <a:bodyPr/>
          <a:lstStyle/>
          <a:p>
            <a:pPr marL="0" indent="0">
              <a:buNone/>
            </a:pPr>
            <a:r>
              <a:rPr lang="en-US" dirty="0">
                <a:solidFill>
                  <a:schemeClr val="bg1"/>
                </a:solidFill>
                <a:latin typeface="Architects Daughter" pitchFamily="2" charset="0"/>
              </a:rPr>
              <a:t>You and your daughter are going on a hiking trip soon. She asked you to lock her </a:t>
            </a:r>
            <a:r>
              <a:rPr lang="en-US" dirty="0" err="1">
                <a:solidFill>
                  <a:schemeClr val="bg1"/>
                </a:solidFill>
                <a:latin typeface="Architects Daughter" pitchFamily="2" charset="0"/>
              </a:rPr>
              <a:t>favourite</a:t>
            </a:r>
            <a:r>
              <a:rPr lang="en-US" dirty="0">
                <a:solidFill>
                  <a:schemeClr val="bg1"/>
                </a:solidFill>
                <a:latin typeface="Architects Daughter" pitchFamily="2" charset="0"/>
              </a:rPr>
              <a:t> plushy in the “special backpack” so it would be safe for the trip. With your ADHD, you know you tend to forget things, so you left yourself clues to help you unlock the backpack and retrieve your daughter’s plushy. </a:t>
            </a:r>
            <a:endParaRPr lang="en-CA" dirty="0">
              <a:solidFill>
                <a:schemeClr val="bg1"/>
              </a:solidFill>
              <a:latin typeface="Architects Daughter" pitchFamily="2" charset="0"/>
            </a:endParaRPr>
          </a:p>
        </p:txBody>
      </p:sp>
    </p:spTree>
    <p:extLst>
      <p:ext uri="{BB962C8B-B14F-4D97-AF65-F5344CB8AC3E}">
        <p14:creationId xmlns:p14="http://schemas.microsoft.com/office/powerpoint/2010/main" val="357971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50000"/>
                    </a14:imgEffect>
                  </a14:imgLayer>
                </a14:imgProps>
              </a:ext>
            </a:extLst>
          </a:blip>
          <a:srcRect/>
          <a:stretch>
            <a:fillRect t="-9000" b="-9000"/>
          </a:stretch>
        </a:blipFill>
        <a:effectLst/>
      </p:bgPr>
    </p:bg>
    <p:spTree>
      <p:nvGrpSpPr>
        <p:cNvPr id="1" name="">
          <a:extLst>
            <a:ext uri="{FF2B5EF4-FFF2-40B4-BE49-F238E27FC236}">
              <a16:creationId xmlns:a16="http://schemas.microsoft.com/office/drawing/2014/main" id="{4D185405-8306-7313-57FF-DDF11C5EC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BAE13-D460-297D-2AB6-E6491174083A}"/>
              </a:ext>
            </a:extLst>
          </p:cNvPr>
          <p:cNvSpPr>
            <a:spLocks noGrp="1"/>
          </p:cNvSpPr>
          <p:nvPr>
            <p:ph type="title"/>
          </p:nvPr>
        </p:nvSpPr>
        <p:spPr/>
        <p:txBody>
          <a:bodyPr/>
          <a:lstStyle/>
          <a:p>
            <a:r>
              <a:rPr lang="en-US" b="1" dirty="0">
                <a:solidFill>
                  <a:schemeClr val="bg1"/>
                </a:solidFill>
                <a:latin typeface="Architects Daughter" pitchFamily="2" charset="0"/>
              </a:rPr>
              <a:t>Lego Backpack</a:t>
            </a:r>
            <a:endParaRPr lang="en-CA" b="1" dirty="0">
              <a:solidFill>
                <a:schemeClr val="bg1"/>
              </a:solidFill>
              <a:latin typeface="Architects Daughter" pitchFamily="2" charset="0"/>
            </a:endParaRPr>
          </a:p>
        </p:txBody>
      </p:sp>
      <p:sp>
        <p:nvSpPr>
          <p:cNvPr id="3" name="Rectangle: Rounded Corners 2">
            <a:extLst>
              <a:ext uri="{FF2B5EF4-FFF2-40B4-BE49-F238E27FC236}">
                <a16:creationId xmlns:a16="http://schemas.microsoft.com/office/drawing/2014/main" id="{EC8492A2-D3FE-4665-31E7-74B70218D54C}"/>
              </a:ext>
            </a:extLst>
          </p:cNvPr>
          <p:cNvSpPr/>
          <p:nvPr/>
        </p:nvSpPr>
        <p:spPr>
          <a:xfrm>
            <a:off x="771525" y="1690688"/>
            <a:ext cx="10582275" cy="2643187"/>
          </a:xfrm>
          <a:prstGeom prst="roundRect">
            <a:avLst>
              <a:gd name="adj" fmla="val 5412"/>
            </a:avLst>
          </a:prstGeom>
          <a:solidFill>
            <a:srgbClr val="0E2841">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Content Placeholder 6">
            <a:extLst>
              <a:ext uri="{FF2B5EF4-FFF2-40B4-BE49-F238E27FC236}">
                <a16:creationId xmlns:a16="http://schemas.microsoft.com/office/drawing/2014/main" id="{AF872C8C-8BCC-E0C2-20A3-2F30F337E36C}"/>
              </a:ext>
            </a:extLst>
          </p:cNvPr>
          <p:cNvSpPr>
            <a:spLocks noGrp="1"/>
          </p:cNvSpPr>
          <p:nvPr>
            <p:ph idx="1"/>
          </p:nvPr>
        </p:nvSpPr>
        <p:spPr/>
        <p:txBody>
          <a:bodyPr/>
          <a:lstStyle/>
          <a:p>
            <a:pPr marL="0" indent="0">
              <a:buNone/>
            </a:pPr>
            <a:r>
              <a:rPr lang="en-US" dirty="0">
                <a:solidFill>
                  <a:schemeClr val="bg1"/>
                </a:solidFill>
                <a:latin typeface="Architects Daughter" pitchFamily="2" charset="0"/>
              </a:rPr>
              <a:t>You and your daughter are going on a hiking trip soon. She asked you to lock her </a:t>
            </a:r>
            <a:r>
              <a:rPr lang="en-US" dirty="0" err="1">
                <a:solidFill>
                  <a:schemeClr val="bg1"/>
                </a:solidFill>
                <a:latin typeface="Architects Daughter" pitchFamily="2" charset="0"/>
              </a:rPr>
              <a:t>favourite</a:t>
            </a:r>
            <a:r>
              <a:rPr lang="en-US" dirty="0">
                <a:solidFill>
                  <a:schemeClr val="bg1"/>
                </a:solidFill>
                <a:latin typeface="Architects Daughter" pitchFamily="2" charset="0"/>
              </a:rPr>
              <a:t> plushy in the “special backpack” so it would be safe for the trip. With your ADHD, you know you tend to forget things, so you left yourself clues to help you unlock the backpack and retrieve your daughter’s plushy. </a:t>
            </a:r>
            <a:endParaRPr lang="en-CA" dirty="0">
              <a:solidFill>
                <a:schemeClr val="bg1"/>
              </a:solidFill>
              <a:latin typeface="Architects Daughter" pitchFamily="2" charset="0"/>
            </a:endParaRPr>
          </a:p>
        </p:txBody>
      </p:sp>
    </p:spTree>
    <p:extLst>
      <p:ext uri="{BB962C8B-B14F-4D97-AF65-F5344CB8AC3E}">
        <p14:creationId xmlns:p14="http://schemas.microsoft.com/office/powerpoint/2010/main" val="353579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sharpenSoften amount="-20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1351-72E2-B48A-4FD3-DAD82D0D0AF5}"/>
              </a:ext>
            </a:extLst>
          </p:cNvPr>
          <p:cNvSpPr>
            <a:spLocks noGrp="1"/>
          </p:cNvSpPr>
          <p:nvPr>
            <p:ph type="title"/>
          </p:nvPr>
        </p:nvSpPr>
        <p:spPr/>
        <p:txBody>
          <a:bodyPr/>
          <a:lstStyle/>
          <a:p>
            <a:r>
              <a:rPr lang="en-US" dirty="0">
                <a:solidFill>
                  <a:schemeClr val="bg1"/>
                </a:solidFill>
                <a:latin typeface="Orbitron ExtraBold" pitchFamily="2" charset="0"/>
              </a:rPr>
              <a:t>Space Station Aurora</a:t>
            </a:r>
            <a:endParaRPr lang="en-CA" dirty="0">
              <a:solidFill>
                <a:schemeClr val="bg1"/>
              </a:solidFill>
              <a:latin typeface="Orbitron ExtraBold" pitchFamily="2" charset="0"/>
            </a:endParaRPr>
          </a:p>
        </p:txBody>
      </p:sp>
      <p:sp>
        <p:nvSpPr>
          <p:cNvPr id="7" name="Content Placeholder 6">
            <a:extLst>
              <a:ext uri="{FF2B5EF4-FFF2-40B4-BE49-F238E27FC236}">
                <a16:creationId xmlns:a16="http://schemas.microsoft.com/office/drawing/2014/main" id="{ED630D9B-A902-B954-5C53-442F02780910}"/>
              </a:ext>
            </a:extLst>
          </p:cNvPr>
          <p:cNvSpPr>
            <a:spLocks noGrp="1"/>
          </p:cNvSpPr>
          <p:nvPr>
            <p:ph idx="1"/>
          </p:nvPr>
        </p:nvSpPr>
        <p:spPr/>
        <p:txBody>
          <a:bodyPr/>
          <a:lstStyle/>
          <a:p>
            <a:pPr marL="0" indent="0">
              <a:buNone/>
            </a:pPr>
            <a:r>
              <a:rPr lang="en-US" dirty="0">
                <a:solidFill>
                  <a:schemeClr val="bg1"/>
                </a:solidFill>
                <a:latin typeface="Orbitron" pitchFamily="2" charset="0"/>
              </a:rPr>
              <a:t>A meteorite strike has crippled the space station you recently boarded with your crew. You are the only one that can save the crew and the newly-built space station. </a:t>
            </a:r>
            <a:endParaRPr lang="en-CA" dirty="0">
              <a:solidFill>
                <a:schemeClr val="bg1"/>
              </a:solidFill>
              <a:latin typeface="Orbitron" pitchFamily="2" charset="0"/>
            </a:endParaRPr>
          </a:p>
        </p:txBody>
      </p:sp>
    </p:spTree>
    <p:extLst>
      <p:ext uri="{BB962C8B-B14F-4D97-AF65-F5344CB8AC3E}">
        <p14:creationId xmlns:p14="http://schemas.microsoft.com/office/powerpoint/2010/main" val="2186967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Metadata/LabelInfo.xml><?xml version="1.0" encoding="utf-8"?>
<clbl:labelList xmlns:clbl="http://schemas.microsoft.com/office/2020/mipLabelMetadata">
  <clbl:label id="{219619fd-75dc-48cb-820d-8f683a95dd8b}" enabled="1" method="Privileged" siteId="{05c95b33-90ca-49d5-b644-288b930b912b}" removed="0"/>
</clbl:labelList>
</file>

<file path=docProps/app.xml><?xml version="1.0" encoding="utf-8"?>
<Properties xmlns="http://schemas.openxmlformats.org/officeDocument/2006/extended-properties" xmlns:vt="http://schemas.openxmlformats.org/officeDocument/2006/docPropsVTypes">
  <Template/>
  <TotalTime>10106</TotalTime>
  <Words>506</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12</vt:i4>
      </vt:variant>
    </vt:vector>
  </HeadingPairs>
  <TitlesOfParts>
    <vt:vector size="27" baseType="lpstr">
      <vt:lpstr>Aptos</vt:lpstr>
      <vt:lpstr>Aptos Display</vt:lpstr>
      <vt:lpstr>Architects Daughter</vt:lpstr>
      <vt:lpstr>Arial</vt:lpstr>
      <vt:lpstr>Caesar Dressing</vt:lpstr>
      <vt:lpstr>Cinzel</vt:lpstr>
      <vt:lpstr>IBM Plex Mono</vt:lpstr>
      <vt:lpstr>Macondo</vt:lpstr>
      <vt:lpstr>Orbitron</vt:lpstr>
      <vt:lpstr>Orbitron ExtraBold</vt:lpstr>
      <vt:lpstr>Pirata One</vt:lpstr>
      <vt:lpstr>Quantico</vt:lpstr>
      <vt:lpstr>Special Elite</vt:lpstr>
      <vt:lpstr>Uncial Antiqua</vt:lpstr>
      <vt:lpstr>Office Theme</vt:lpstr>
      <vt:lpstr>Escape Backpack</vt:lpstr>
      <vt:lpstr>Names ideas</vt:lpstr>
      <vt:lpstr>How to share?</vt:lpstr>
      <vt:lpstr>Backpack Ideas</vt:lpstr>
      <vt:lpstr>Physical Puzzle Ideas</vt:lpstr>
      <vt:lpstr>Electronic Puzzle Ideas (Ardiuno)</vt:lpstr>
      <vt:lpstr>Digital Puzzle Ideas</vt:lpstr>
      <vt:lpstr>Font ideas</vt:lpstr>
      <vt:lpstr>Design elements</vt:lpstr>
      <vt:lpstr>Hiking Backpack</vt:lpstr>
      <vt:lpstr>Lego Backpack</vt:lpstr>
      <vt:lpstr>Space Station Aurora</vt:lpstr>
    </vt:vector>
  </TitlesOfParts>
  <Company>NRCan - RNCan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Guettier, Simon (he, him | il, lui)</dc:creator>
  <cp:lastModifiedBy>Guettier, Simon (he, him | il, lui)</cp:lastModifiedBy>
  <cp:revision>58</cp:revision>
  <dcterms:created xsi:type="dcterms:W3CDTF">2025-12-10T13:52:45Z</dcterms:created>
  <dcterms:modified xsi:type="dcterms:W3CDTF">2026-05-01T17:22:38Z</dcterms:modified>
</cp:coreProperties>
</file>