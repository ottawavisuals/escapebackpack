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2841"/>
    <a:srgbClr val="FFFFFF"/>
    <a:srgbClr val="A84420"/>
    <a:srgbClr val="16253C"/>
    <a:srgbClr val="8D391B"/>
    <a:srgbClr val="B36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5A600-66DE-4422-B266-4D9E07EEDDF7}" v="27" dt="2025-12-12T03:31:01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ttier, Simon (he, him | il, lui)" userId="7826fc1b-fb9d-4766-ba69-562e161b9dbc" providerId="ADAL" clId="{EF954CB7-794B-4D5A-BBB9-9A77EB3004B3}"/>
    <pc:docChg chg="undo custSel addSld modSld">
      <pc:chgData name="Guettier, Simon (he, him | il, lui)" userId="7826fc1b-fb9d-4766-ba69-562e161b9dbc" providerId="ADAL" clId="{EF954CB7-794B-4D5A-BBB9-9A77EB3004B3}" dt="2025-12-10T18:45:36.969" v="669" actId="1076"/>
      <pc:docMkLst>
        <pc:docMk/>
      </pc:docMkLst>
      <pc:sldChg chg="addSp delSp modSp new mod setBg addAnim modAnim setClrOvrMap">
        <pc:chgData name="Guettier, Simon (he, him | il, lui)" userId="7826fc1b-fb9d-4766-ba69-562e161b9dbc" providerId="ADAL" clId="{EF954CB7-794B-4D5A-BBB9-9A77EB3004B3}" dt="2025-12-10T14:56:39.206" v="351" actId="20577"/>
        <pc:sldMkLst>
          <pc:docMk/>
          <pc:sldMk cId="354495851" sldId="256"/>
        </pc:sldMkLst>
        <pc:spChg chg="mod">
          <ac:chgData name="Guettier, Simon (he, him | il, lui)" userId="7826fc1b-fb9d-4766-ba69-562e161b9dbc" providerId="ADAL" clId="{EF954CB7-794B-4D5A-BBB9-9A77EB3004B3}" dt="2025-12-10T14:56:18.407" v="348" actId="14100"/>
          <ac:spMkLst>
            <pc:docMk/>
            <pc:sldMk cId="354495851" sldId="256"/>
            <ac:spMk id="2" creationId="{8E903A6F-84BB-0FC3-4F5F-184927E60D66}"/>
          </ac:spMkLst>
        </pc:spChg>
        <pc:spChg chg="mod">
          <ac:chgData name="Guettier, Simon (he, him | il, lui)" userId="7826fc1b-fb9d-4766-ba69-562e161b9dbc" providerId="ADAL" clId="{EF954CB7-794B-4D5A-BBB9-9A77EB3004B3}" dt="2025-12-10T14:56:39.206" v="351" actId="20577"/>
          <ac:spMkLst>
            <pc:docMk/>
            <pc:sldMk cId="354495851" sldId="256"/>
            <ac:spMk id="3" creationId="{D2624E2E-0FF7-2D31-21A1-6ECA691BCB33}"/>
          </ac:spMkLst>
        </pc:spChg>
        <pc:spChg chg="add">
          <ac:chgData name="Guettier, Simon (he, him | il, lui)" userId="7826fc1b-fb9d-4766-ba69-562e161b9dbc" providerId="ADAL" clId="{EF954CB7-794B-4D5A-BBB9-9A77EB3004B3}" dt="2025-12-10T14:44:20.246" v="335" actId="26606"/>
          <ac:spMkLst>
            <pc:docMk/>
            <pc:sldMk cId="354495851" sldId="256"/>
            <ac:spMk id="11" creationId="{71B2258F-86CA-4D4D-8270-BC05FCDEBFB3}"/>
          </ac:spMkLst>
        </pc:spChg>
        <pc:picChg chg="add mod ord">
          <ac:chgData name="Guettier, Simon (he, him | il, lui)" userId="7826fc1b-fb9d-4766-ba69-562e161b9dbc" providerId="ADAL" clId="{EF954CB7-794B-4D5A-BBB9-9A77EB3004B3}" dt="2025-12-10T14:44:20.246" v="335" actId="26606"/>
          <ac:picMkLst>
            <pc:docMk/>
            <pc:sldMk cId="354495851" sldId="256"/>
            <ac:picMk id="6" creationId="{E9EE41BF-A828-764B-C3E4-3C521954354E}"/>
          </ac:picMkLst>
        </pc:picChg>
      </pc:sldChg>
      <pc:sldChg chg="addSp delSp modSp new mod">
        <pc:chgData name="Guettier, Simon (he, him | il, lui)" userId="7826fc1b-fb9d-4766-ba69-562e161b9dbc" providerId="ADAL" clId="{EF954CB7-794B-4D5A-BBB9-9A77EB3004B3}" dt="2025-12-10T16:47:20.370" v="576" actId="21"/>
        <pc:sldMkLst>
          <pc:docMk/>
          <pc:sldMk cId="3363870539" sldId="257"/>
        </pc:sldMkLst>
        <pc:spChg chg="mod">
          <ac:chgData name="Guettier, Simon (he, him | il, lui)" userId="7826fc1b-fb9d-4766-ba69-562e161b9dbc" providerId="ADAL" clId="{EF954CB7-794B-4D5A-BBB9-9A77EB3004B3}" dt="2025-12-10T14:22:10.718" v="221" actId="20577"/>
          <ac:spMkLst>
            <pc:docMk/>
            <pc:sldMk cId="3363870539" sldId="257"/>
            <ac:spMk id="2" creationId="{BB463625-78EA-AFE2-4689-39B2875B5832}"/>
          </ac:spMkLst>
        </pc:spChg>
        <pc:spChg chg="mod">
          <ac:chgData name="Guettier, Simon (he, him | il, lui)" userId="7826fc1b-fb9d-4766-ba69-562e161b9dbc" providerId="ADAL" clId="{EF954CB7-794B-4D5A-BBB9-9A77EB3004B3}" dt="2025-12-10T14:40:19.803" v="329" actId="2711"/>
          <ac:spMkLst>
            <pc:docMk/>
            <pc:sldMk cId="3363870539" sldId="257"/>
            <ac:spMk id="3" creationId="{DCE11563-A896-075C-45CE-4D00347DAA57}"/>
          </ac:spMkLst>
        </pc:spChg>
        <pc:spChg chg="add mod">
          <ac:chgData name="Guettier, Simon (he, him | il, lui)" userId="7826fc1b-fb9d-4766-ba69-562e161b9dbc" providerId="ADAL" clId="{EF954CB7-794B-4D5A-BBB9-9A77EB3004B3}" dt="2025-12-10T15:23:50.495" v="375" actId="1076"/>
          <ac:spMkLst>
            <pc:docMk/>
            <pc:sldMk cId="3363870539" sldId="257"/>
            <ac:spMk id="8" creationId="{3D6ADDA3-2E6F-647C-98D6-7684B839D625}"/>
          </ac:spMkLst>
        </pc:spChg>
        <pc:spChg chg="add mod">
          <ac:chgData name="Guettier, Simon (he, him | il, lui)" userId="7826fc1b-fb9d-4766-ba69-562e161b9dbc" providerId="ADAL" clId="{EF954CB7-794B-4D5A-BBB9-9A77EB3004B3}" dt="2025-12-10T16:37:01.887" v="569" actId="207"/>
          <ac:spMkLst>
            <pc:docMk/>
            <pc:sldMk cId="3363870539" sldId="257"/>
            <ac:spMk id="9" creationId="{091911BA-7DC5-A274-3BA1-47DB05D83511}"/>
          </ac:spMkLst>
        </pc:spChg>
      </pc:sldChg>
      <pc:sldChg chg="addSp delSp modSp add mod">
        <pc:chgData name="Guettier, Simon (he, him | il, lui)" userId="7826fc1b-fb9d-4766-ba69-562e161b9dbc" providerId="ADAL" clId="{EF954CB7-794B-4D5A-BBB9-9A77EB3004B3}" dt="2025-12-10T14:35:24.234" v="308" actId="478"/>
        <pc:sldMkLst>
          <pc:docMk/>
          <pc:sldMk cId="1175273397" sldId="258"/>
        </pc:sldMkLst>
        <pc:spChg chg="mod">
          <ac:chgData name="Guettier, Simon (he, him | il, lui)" userId="7826fc1b-fb9d-4766-ba69-562e161b9dbc" providerId="ADAL" clId="{EF954CB7-794B-4D5A-BBB9-9A77EB3004B3}" dt="2025-12-10T14:35:18.018" v="306" actId="20577"/>
          <ac:spMkLst>
            <pc:docMk/>
            <pc:sldMk cId="1175273397" sldId="258"/>
            <ac:spMk id="2" creationId="{C7565B82-F4BD-895F-3AFD-874D9C2F238E}"/>
          </ac:spMkLst>
        </pc:spChg>
      </pc:sldChg>
      <pc:sldChg chg="addSp delSp modSp add mod">
        <pc:chgData name="Guettier, Simon (he, him | il, lui)" userId="7826fc1b-fb9d-4766-ba69-562e161b9dbc" providerId="ADAL" clId="{EF954CB7-794B-4D5A-BBB9-9A77EB3004B3}" dt="2025-12-10T16:04:04.427" v="470" actId="1076"/>
        <pc:sldMkLst>
          <pc:docMk/>
          <pc:sldMk cId="3634306679" sldId="259"/>
        </pc:sldMkLst>
        <pc:picChg chg="add mod">
          <ac:chgData name="Guettier, Simon (he, him | il, lui)" userId="7826fc1b-fb9d-4766-ba69-562e161b9dbc" providerId="ADAL" clId="{EF954CB7-794B-4D5A-BBB9-9A77EB3004B3}" dt="2025-12-10T15:38:58.570" v="391" actId="1076"/>
          <ac:picMkLst>
            <pc:docMk/>
            <pc:sldMk cId="3634306679" sldId="259"/>
            <ac:picMk id="6" creationId="{8471090E-AD15-D977-19A3-37524B1CD94C}"/>
          </ac:picMkLst>
        </pc:picChg>
        <pc:picChg chg="add mod">
          <ac:chgData name="Guettier, Simon (he, him | il, lui)" userId="7826fc1b-fb9d-4766-ba69-562e161b9dbc" providerId="ADAL" clId="{EF954CB7-794B-4D5A-BBB9-9A77EB3004B3}" dt="2025-12-10T15:39:04.882" v="393" actId="1076"/>
          <ac:picMkLst>
            <pc:docMk/>
            <pc:sldMk cId="3634306679" sldId="259"/>
            <ac:picMk id="10" creationId="{45223B8C-82A5-55D1-0D04-280C75E2F724}"/>
          </ac:picMkLst>
        </pc:picChg>
        <pc:picChg chg="add mod">
          <ac:chgData name="Guettier, Simon (he, him | il, lui)" userId="7826fc1b-fb9d-4766-ba69-562e161b9dbc" providerId="ADAL" clId="{EF954CB7-794B-4D5A-BBB9-9A77EB3004B3}" dt="2025-12-10T15:39:01.882" v="392" actId="1076"/>
          <ac:picMkLst>
            <pc:docMk/>
            <pc:sldMk cId="3634306679" sldId="259"/>
            <ac:picMk id="12" creationId="{37C05D47-3D64-DD26-12A2-3F4164BA10EE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51.417" v="389" actId="1076"/>
          <ac:picMkLst>
            <pc:docMk/>
            <pc:sldMk cId="3634306679" sldId="259"/>
            <ac:picMk id="14" creationId="{B75BE149-2245-B605-309D-CEC381ED750B}"/>
          </ac:picMkLst>
        </pc:picChg>
        <pc:picChg chg="add mod">
          <ac:chgData name="Guettier, Simon (he, him | il, lui)" userId="7826fc1b-fb9d-4766-ba69-562e161b9dbc" providerId="ADAL" clId="{EF954CB7-794B-4D5A-BBB9-9A77EB3004B3}" dt="2025-12-10T15:39:07.455" v="394" actId="1076"/>
          <ac:picMkLst>
            <pc:docMk/>
            <pc:sldMk cId="3634306679" sldId="259"/>
            <ac:picMk id="16" creationId="{753D3CE2-C60E-04C9-AE28-0D9CB49CC114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47.724" v="387" actId="1076"/>
          <ac:picMkLst>
            <pc:docMk/>
            <pc:sldMk cId="3634306679" sldId="259"/>
            <ac:picMk id="18" creationId="{01B54853-E5D8-01E6-9189-CFED070AE7E7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45.524" v="386" actId="1076"/>
          <ac:picMkLst>
            <pc:docMk/>
            <pc:sldMk cId="3634306679" sldId="259"/>
            <ac:picMk id="20" creationId="{0A26C066-0112-9BA2-25BC-C7AE45D8C401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55.777" v="390" actId="1076"/>
          <ac:picMkLst>
            <pc:docMk/>
            <pc:sldMk cId="3634306679" sldId="259"/>
            <ac:picMk id="22" creationId="{42C34387-B761-F83E-B791-AEE4589536A8}"/>
          </ac:picMkLst>
        </pc:picChg>
        <pc:picChg chg="add mod">
          <ac:chgData name="Guettier, Simon (he, him | il, lui)" userId="7826fc1b-fb9d-4766-ba69-562e161b9dbc" providerId="ADAL" clId="{EF954CB7-794B-4D5A-BBB9-9A77EB3004B3}" dt="2025-12-10T15:38:32.448" v="384" actId="14100"/>
          <ac:picMkLst>
            <pc:docMk/>
            <pc:sldMk cId="3634306679" sldId="259"/>
            <ac:picMk id="24" creationId="{8ED9EE03-2ACA-7D42-3B02-3D17986449EE}"/>
          </ac:picMkLst>
        </pc:picChg>
        <pc:picChg chg="mod">
          <ac:chgData name="Guettier, Simon (he, him | il, lui)" userId="7826fc1b-fb9d-4766-ba69-562e161b9dbc" providerId="ADAL" clId="{EF954CB7-794B-4D5A-BBB9-9A77EB3004B3}" dt="2025-12-10T15:57:45.814" v="425" actId="1076"/>
          <ac:picMkLst>
            <pc:docMk/>
            <pc:sldMk cId="3634306679" sldId="259"/>
            <ac:picMk id="26" creationId="{A078E885-500F-CE4A-83CB-A3919B02EA5B}"/>
          </ac:picMkLst>
        </pc:picChg>
        <pc:picChg chg="mod">
          <ac:chgData name="Guettier, Simon (he, him | il, lui)" userId="7826fc1b-fb9d-4766-ba69-562e161b9dbc" providerId="ADAL" clId="{EF954CB7-794B-4D5A-BBB9-9A77EB3004B3}" dt="2025-12-10T15:57:51.459" v="426" actId="1076"/>
          <ac:picMkLst>
            <pc:docMk/>
            <pc:sldMk cId="3634306679" sldId="259"/>
            <ac:picMk id="28" creationId="{221D92DC-BFAD-A8C4-DFCA-4BB1AAE529EE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04.596" v="432" actId="1076"/>
          <ac:picMkLst>
            <pc:docMk/>
            <pc:sldMk cId="3634306679" sldId="259"/>
            <ac:picMk id="30" creationId="{38DE41FA-E4FC-6434-89A1-A21BAF75388B}"/>
          </ac:picMkLst>
        </pc:picChg>
        <pc:picChg chg="mod">
          <ac:chgData name="Guettier, Simon (he, him | il, lui)" userId="7826fc1b-fb9d-4766-ba69-562e161b9dbc" providerId="ADAL" clId="{EF954CB7-794B-4D5A-BBB9-9A77EB3004B3}" dt="2025-12-10T16:03:46.237" v="466" actId="1076"/>
          <ac:picMkLst>
            <pc:docMk/>
            <pc:sldMk cId="3634306679" sldId="259"/>
            <ac:picMk id="32" creationId="{06805084-E511-4A35-37EC-6200A2D0093B}"/>
          </ac:picMkLst>
        </pc:picChg>
        <pc:picChg chg="mod">
          <ac:chgData name="Guettier, Simon (he, him | il, lui)" userId="7826fc1b-fb9d-4766-ba69-562e161b9dbc" providerId="ADAL" clId="{EF954CB7-794B-4D5A-BBB9-9A77EB3004B3}" dt="2025-12-10T16:00:33.383" v="445" actId="1076"/>
          <ac:picMkLst>
            <pc:docMk/>
            <pc:sldMk cId="3634306679" sldId="259"/>
            <ac:picMk id="34" creationId="{831692D6-331F-8427-5BDC-CCE9123D9835}"/>
          </ac:picMkLst>
        </pc:picChg>
        <pc:picChg chg="add mod">
          <ac:chgData name="Guettier, Simon (he, him | il, lui)" userId="7826fc1b-fb9d-4766-ba69-562e161b9dbc" providerId="ADAL" clId="{EF954CB7-794B-4D5A-BBB9-9A77EB3004B3}" dt="2025-12-10T16:03:34.118" v="464" actId="1076"/>
          <ac:picMkLst>
            <pc:docMk/>
            <pc:sldMk cId="3634306679" sldId="259"/>
            <ac:picMk id="36" creationId="{EE8343D6-81EF-F0CD-961E-956599CEEF67}"/>
          </ac:picMkLst>
        </pc:picChg>
        <pc:picChg chg="add mod">
          <ac:chgData name="Guettier, Simon (he, him | il, lui)" userId="7826fc1b-fb9d-4766-ba69-562e161b9dbc" providerId="ADAL" clId="{EF954CB7-794B-4D5A-BBB9-9A77EB3004B3}" dt="2025-12-10T16:04:01.375" v="469" actId="1076"/>
          <ac:picMkLst>
            <pc:docMk/>
            <pc:sldMk cId="3634306679" sldId="259"/>
            <ac:picMk id="38" creationId="{E21202F8-BC21-50D0-CE61-898F7D1C4F20}"/>
          </ac:picMkLst>
        </pc:picChg>
        <pc:picChg chg="mod">
          <ac:chgData name="Guettier, Simon (he, him | il, lui)" userId="7826fc1b-fb9d-4766-ba69-562e161b9dbc" providerId="ADAL" clId="{EF954CB7-794B-4D5A-BBB9-9A77EB3004B3}" dt="2025-12-10T16:03:58.195" v="468" actId="1076"/>
          <ac:picMkLst>
            <pc:docMk/>
            <pc:sldMk cId="3634306679" sldId="259"/>
            <ac:picMk id="40" creationId="{9F6687DC-581E-02B7-27A7-E4D0A6F20159}"/>
          </ac:picMkLst>
        </pc:picChg>
        <pc:picChg chg="mod">
          <ac:chgData name="Guettier, Simon (he, him | il, lui)" userId="7826fc1b-fb9d-4766-ba69-562e161b9dbc" providerId="ADAL" clId="{EF954CB7-794B-4D5A-BBB9-9A77EB3004B3}" dt="2025-12-10T16:02:31.989" v="452" actId="1076"/>
          <ac:picMkLst>
            <pc:docMk/>
            <pc:sldMk cId="3634306679" sldId="259"/>
            <ac:picMk id="42" creationId="{CEF7F6FC-C40D-10DD-C13B-8B840BFDB6D8}"/>
          </ac:picMkLst>
        </pc:picChg>
        <pc:picChg chg="mod">
          <ac:chgData name="Guettier, Simon (he, him | il, lui)" userId="7826fc1b-fb9d-4766-ba69-562e161b9dbc" providerId="ADAL" clId="{EF954CB7-794B-4D5A-BBB9-9A77EB3004B3}" dt="2025-12-10T16:02:37.245" v="454" actId="1076"/>
          <ac:picMkLst>
            <pc:docMk/>
            <pc:sldMk cId="3634306679" sldId="259"/>
            <ac:picMk id="44" creationId="{7EE06018-6712-38CE-1230-542A203B68BE}"/>
          </ac:picMkLst>
        </pc:picChg>
        <pc:picChg chg="add mod">
          <ac:chgData name="Guettier, Simon (he, him | il, lui)" userId="7826fc1b-fb9d-4766-ba69-562e161b9dbc" providerId="ADAL" clId="{EF954CB7-794B-4D5A-BBB9-9A77EB3004B3}" dt="2025-12-10T16:02:34.917" v="453" actId="1076"/>
          <ac:picMkLst>
            <pc:docMk/>
            <pc:sldMk cId="3634306679" sldId="259"/>
            <ac:picMk id="46" creationId="{26592DC0-A948-A511-387F-A729AC1E5349}"/>
          </ac:picMkLst>
        </pc:picChg>
        <pc:picChg chg="mod">
          <ac:chgData name="Guettier, Simon (he, him | il, lui)" userId="7826fc1b-fb9d-4766-ba69-562e161b9dbc" providerId="ADAL" clId="{EF954CB7-794B-4D5A-BBB9-9A77EB3004B3}" dt="2025-12-10T16:04:04.427" v="470" actId="1076"/>
          <ac:picMkLst>
            <pc:docMk/>
            <pc:sldMk cId="3634306679" sldId="259"/>
            <ac:picMk id="48" creationId="{6BE9215C-55E9-E02E-5932-DBC7BC67628E}"/>
          </ac:picMkLst>
        </pc:picChg>
        <pc:picChg chg="mod">
          <ac:chgData name="Guettier, Simon (he, him | il, lui)" userId="7826fc1b-fb9d-4766-ba69-562e161b9dbc" providerId="ADAL" clId="{EF954CB7-794B-4D5A-BBB9-9A77EB3004B3}" dt="2025-12-10T16:03:23.818" v="461" actId="1076"/>
          <ac:picMkLst>
            <pc:docMk/>
            <pc:sldMk cId="3634306679" sldId="259"/>
            <ac:picMk id="50" creationId="{B369921E-83D6-ABFC-E8CD-AFCCCBC3BA48}"/>
          </ac:picMkLst>
        </pc:picChg>
        <pc:picChg chg="mod">
          <ac:chgData name="Guettier, Simon (he, him | il, lui)" userId="7826fc1b-fb9d-4766-ba69-562e161b9dbc" providerId="ADAL" clId="{EF954CB7-794B-4D5A-BBB9-9A77EB3004B3}" dt="2025-12-10T16:03:09.814" v="458" actId="1076"/>
          <ac:picMkLst>
            <pc:docMk/>
            <pc:sldMk cId="3634306679" sldId="259"/>
            <ac:picMk id="52" creationId="{43D311B4-9361-4D2F-9316-1844B3302142}"/>
          </ac:picMkLst>
        </pc:picChg>
        <pc:picChg chg="mod">
          <ac:chgData name="Guettier, Simon (he, him | il, lui)" userId="7826fc1b-fb9d-4766-ba69-562e161b9dbc" providerId="ADAL" clId="{EF954CB7-794B-4D5A-BBB9-9A77EB3004B3}" dt="2025-12-10T16:03:42.380" v="465" actId="1076"/>
          <ac:picMkLst>
            <pc:docMk/>
            <pc:sldMk cId="3634306679" sldId="259"/>
            <ac:picMk id="54" creationId="{A91280D5-641D-B3EB-C8F8-FA782D395BF8}"/>
          </ac:picMkLst>
        </pc:picChg>
        <pc:picChg chg="add mod">
          <ac:chgData name="Guettier, Simon (he, him | il, lui)" userId="7826fc1b-fb9d-4766-ba69-562e161b9dbc" providerId="ADAL" clId="{EF954CB7-794B-4D5A-BBB9-9A77EB3004B3}" dt="2025-12-10T16:02:58.930" v="456" actId="1076"/>
          <ac:picMkLst>
            <pc:docMk/>
            <pc:sldMk cId="3634306679" sldId="259"/>
            <ac:picMk id="56" creationId="{55B15DE1-B147-211F-B5A8-FA31119267A7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25.653" v="436" actId="1076"/>
          <ac:picMkLst>
            <pc:docMk/>
            <pc:sldMk cId="3634306679" sldId="259"/>
            <ac:picMk id="58" creationId="{BBCD290C-FED1-7D5E-58BB-09FD7F7D5CD6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15.429" v="434" actId="1076"/>
          <ac:picMkLst>
            <pc:docMk/>
            <pc:sldMk cId="3634306679" sldId="259"/>
            <ac:picMk id="60" creationId="{C739CD68-A291-E307-87FD-9F251C674B51}"/>
          </ac:picMkLst>
        </pc:picChg>
        <pc:picChg chg="add mod">
          <ac:chgData name="Guettier, Simon (he, him | il, lui)" userId="7826fc1b-fb9d-4766-ba69-562e161b9dbc" providerId="ADAL" clId="{EF954CB7-794B-4D5A-BBB9-9A77EB3004B3}" dt="2025-12-10T15:58:19.839" v="435" actId="1076"/>
          <ac:picMkLst>
            <pc:docMk/>
            <pc:sldMk cId="3634306679" sldId="259"/>
            <ac:picMk id="62" creationId="{A416C31C-FFFB-2803-BD02-FA928A19737E}"/>
          </ac:picMkLst>
        </pc:picChg>
        <pc:picChg chg="add mod">
          <ac:chgData name="Guettier, Simon (he, him | il, lui)" userId="7826fc1b-fb9d-4766-ba69-562e161b9dbc" providerId="ADAL" clId="{EF954CB7-794B-4D5A-BBB9-9A77EB3004B3}" dt="2025-12-10T15:57:25.971" v="424" actId="1076"/>
          <ac:picMkLst>
            <pc:docMk/>
            <pc:sldMk cId="3634306679" sldId="259"/>
            <ac:picMk id="64" creationId="{E2788EA2-8CFF-52A1-2C9D-5FC4D6E7CB42}"/>
          </ac:picMkLst>
        </pc:picChg>
        <pc:picChg chg="mod">
          <ac:chgData name="Guettier, Simon (he, him | il, lui)" userId="7826fc1b-fb9d-4766-ba69-562e161b9dbc" providerId="ADAL" clId="{EF954CB7-794B-4D5A-BBB9-9A77EB3004B3}" dt="2025-12-10T16:03:18.451" v="460" actId="1076"/>
          <ac:picMkLst>
            <pc:docMk/>
            <pc:sldMk cId="3634306679" sldId="259"/>
            <ac:picMk id="66" creationId="{0ADFDCD9-F0C8-30D2-AFE7-BC4DC2030AC3}"/>
          </ac:picMkLst>
        </pc:picChg>
        <pc:picChg chg="mod">
          <ac:chgData name="Guettier, Simon (he, him | il, lui)" userId="7826fc1b-fb9d-4766-ba69-562e161b9dbc" providerId="ADAL" clId="{EF954CB7-794B-4D5A-BBB9-9A77EB3004B3}" dt="2025-12-10T16:03:31.334" v="463" actId="1076"/>
          <ac:picMkLst>
            <pc:docMk/>
            <pc:sldMk cId="3634306679" sldId="259"/>
            <ac:picMk id="68" creationId="{574E7099-60E8-7F75-DBC6-E377DC754F2B}"/>
          </ac:picMkLst>
        </pc:picChg>
        <pc:picChg chg="mod">
          <ac:chgData name="Guettier, Simon (he, him | il, lui)" userId="7826fc1b-fb9d-4766-ba69-562e161b9dbc" providerId="ADAL" clId="{EF954CB7-794B-4D5A-BBB9-9A77EB3004B3}" dt="2025-12-10T15:58:10.467" v="433" actId="1076"/>
          <ac:picMkLst>
            <pc:docMk/>
            <pc:sldMk cId="3634306679" sldId="259"/>
            <ac:picMk id="70" creationId="{8917F412-45E0-4874-5782-1781EA7A4501}"/>
          </ac:picMkLst>
        </pc:picChg>
        <pc:picChg chg="add mod">
          <ac:chgData name="Guettier, Simon (he, him | il, lui)" userId="7826fc1b-fb9d-4766-ba69-562e161b9dbc" providerId="ADAL" clId="{EF954CB7-794B-4D5A-BBB9-9A77EB3004B3}" dt="2025-12-10T16:03:52.327" v="467" actId="1076"/>
          <ac:picMkLst>
            <pc:docMk/>
            <pc:sldMk cId="3634306679" sldId="259"/>
            <ac:picMk id="72" creationId="{2390DF34-6C63-B321-A5ED-F1C79E52676C}"/>
          </ac:picMkLst>
        </pc:picChg>
      </pc:sldChg>
      <pc:sldChg chg="addSp delSp modSp add mod">
        <pc:chgData name="Guettier, Simon (he, him | il, lui)" userId="7826fc1b-fb9d-4766-ba69-562e161b9dbc" providerId="ADAL" clId="{EF954CB7-794B-4D5A-BBB9-9A77EB3004B3}" dt="2025-12-10T18:44:25.399" v="658" actId="1076"/>
        <pc:sldMkLst>
          <pc:docMk/>
          <pc:sldMk cId="3600266187" sldId="260"/>
        </pc:sldMkLst>
        <pc:spChg chg="mod">
          <ac:chgData name="Guettier, Simon (he, him | il, lui)" userId="7826fc1b-fb9d-4766-ba69-562e161b9dbc" providerId="ADAL" clId="{EF954CB7-794B-4D5A-BBB9-9A77EB3004B3}" dt="2025-12-10T18:38:32.611" v="581" actId="1076"/>
          <ac:spMkLst>
            <pc:docMk/>
            <pc:sldMk cId="3600266187" sldId="260"/>
            <ac:spMk id="23" creationId="{5B495054-B05C-AC76-46FF-1DB6BB4EC220}"/>
          </ac:spMkLst>
        </pc:spChg>
        <pc:spChg chg="add mod ord">
          <ac:chgData name="Guettier, Simon (he, him | il, lui)" userId="7826fc1b-fb9d-4766-ba69-562e161b9dbc" providerId="ADAL" clId="{EF954CB7-794B-4D5A-BBB9-9A77EB3004B3}" dt="2025-12-10T18:39:55.889" v="598" actId="14100"/>
          <ac:spMkLst>
            <pc:docMk/>
            <pc:sldMk cId="3600266187" sldId="260"/>
            <ac:spMk id="27" creationId="{F650F943-9316-0930-FAC1-B4E53DEA9AED}"/>
          </ac:spMkLst>
        </pc:spChg>
        <pc:spChg chg="add mod">
          <ac:chgData name="Guettier, Simon (he, him | il, lui)" userId="7826fc1b-fb9d-4766-ba69-562e161b9dbc" providerId="ADAL" clId="{EF954CB7-794B-4D5A-BBB9-9A77EB3004B3}" dt="2025-12-10T18:41:28.451" v="616" actId="1076"/>
          <ac:spMkLst>
            <pc:docMk/>
            <pc:sldMk cId="3600266187" sldId="260"/>
            <ac:spMk id="29" creationId="{C46E9168-87E1-5F64-8E34-900DF46B9EFC}"/>
          </ac:spMkLst>
        </pc:spChg>
        <pc:spChg chg="add mod ord">
          <ac:chgData name="Guettier, Simon (he, him | il, lui)" userId="7826fc1b-fb9d-4766-ba69-562e161b9dbc" providerId="ADAL" clId="{EF954CB7-794B-4D5A-BBB9-9A77EB3004B3}" dt="2025-12-10T18:44:25.399" v="658" actId="1076"/>
          <ac:spMkLst>
            <pc:docMk/>
            <pc:sldMk cId="3600266187" sldId="260"/>
            <ac:spMk id="41" creationId="{6C2692CC-4B86-ACAF-D19C-5F7468804FDA}"/>
          </ac:spMkLst>
        </pc:spChg>
        <pc:picChg chg="add mod ord">
          <ac:chgData name="Guettier, Simon (he, him | il, lui)" userId="7826fc1b-fb9d-4766-ba69-562e161b9dbc" providerId="ADAL" clId="{EF954CB7-794B-4D5A-BBB9-9A77EB3004B3}" dt="2025-12-10T18:40:10.769" v="601" actId="1076"/>
          <ac:picMkLst>
            <pc:docMk/>
            <pc:sldMk cId="3600266187" sldId="260"/>
            <ac:picMk id="25" creationId="{C83E0348-9BD2-CBD9-AAFE-71A653A0A722}"/>
          </ac:picMkLst>
        </pc:picChg>
      </pc:sldChg>
      <pc:sldChg chg="addSp delSp modSp add mod">
        <pc:chgData name="Guettier, Simon (he, him | il, lui)" userId="7826fc1b-fb9d-4766-ba69-562e161b9dbc" providerId="ADAL" clId="{EF954CB7-794B-4D5A-BBB9-9A77EB3004B3}" dt="2025-12-10T16:47:23.731" v="578" actId="1076"/>
        <pc:sldMkLst>
          <pc:docMk/>
          <pc:sldMk cId="2424138196" sldId="261"/>
        </pc:sldMkLst>
        <pc:picChg chg="add mod">
          <ac:chgData name="Guettier, Simon (he, him | il, lui)" userId="7826fc1b-fb9d-4766-ba69-562e161b9dbc" providerId="ADAL" clId="{EF954CB7-794B-4D5A-BBB9-9A77EB3004B3}" dt="2025-12-10T16:47:23.731" v="578" actId="1076"/>
          <ac:picMkLst>
            <pc:docMk/>
            <pc:sldMk cId="2424138196" sldId="261"/>
            <ac:picMk id="5" creationId="{28733469-ECDA-7B22-D0B9-A6C3C99DFDED}"/>
          </ac:picMkLst>
        </pc:picChg>
        <pc:picChg chg="add mod">
          <ac:chgData name="Guettier, Simon (he, him | il, lui)" userId="7826fc1b-fb9d-4766-ba69-562e161b9dbc" providerId="ADAL" clId="{EF954CB7-794B-4D5A-BBB9-9A77EB3004B3}" dt="2025-12-10T16:47:23.731" v="578" actId="1076"/>
          <ac:picMkLst>
            <pc:docMk/>
            <pc:sldMk cId="2424138196" sldId="261"/>
            <ac:picMk id="7" creationId="{132009F9-342D-1C9D-07E8-E3FA505EE7F4}"/>
          </ac:picMkLst>
        </pc:picChg>
        <pc:picChg chg="add mod">
          <ac:chgData name="Guettier, Simon (he, him | il, lui)" userId="7826fc1b-fb9d-4766-ba69-562e161b9dbc" providerId="ADAL" clId="{EF954CB7-794B-4D5A-BBB9-9A77EB3004B3}" dt="2025-12-10T16:47:23.731" v="578" actId="1076"/>
          <ac:picMkLst>
            <pc:docMk/>
            <pc:sldMk cId="2424138196" sldId="261"/>
            <ac:picMk id="8" creationId="{0BCF6533-93FD-503F-72EB-45E291012714}"/>
          </ac:picMkLst>
        </pc:picChg>
      </pc:sldChg>
      <pc:sldChg chg="addSp delSp modSp add mod">
        <pc:chgData name="Guettier, Simon (he, him | il, lui)" userId="7826fc1b-fb9d-4766-ba69-562e161b9dbc" providerId="ADAL" clId="{EF954CB7-794B-4D5A-BBB9-9A77EB3004B3}" dt="2025-12-10T18:45:36.969" v="669" actId="1076"/>
        <pc:sldMkLst>
          <pc:docMk/>
          <pc:sldMk cId="695642350" sldId="262"/>
        </pc:sldMkLst>
        <pc:spChg chg="mod">
          <ac:chgData name="Guettier, Simon (he, him | il, lui)" userId="7826fc1b-fb9d-4766-ba69-562e161b9dbc" providerId="ADAL" clId="{EF954CB7-794B-4D5A-BBB9-9A77EB3004B3}" dt="2025-12-10T18:45:18.648" v="665" actId="1076"/>
          <ac:spMkLst>
            <pc:docMk/>
            <pc:sldMk cId="695642350" sldId="262"/>
            <ac:spMk id="4" creationId="{F9F7E362-37FF-A201-629E-D12541051135}"/>
          </ac:spMkLst>
        </pc:spChg>
        <pc:picChg chg="add mod">
          <ac:chgData name="Guettier, Simon (he, him | il, lui)" userId="7826fc1b-fb9d-4766-ba69-562e161b9dbc" providerId="ADAL" clId="{EF954CB7-794B-4D5A-BBB9-9A77EB3004B3}" dt="2025-12-10T18:45:36.969" v="669" actId="1076"/>
          <ac:picMkLst>
            <pc:docMk/>
            <pc:sldMk cId="695642350" sldId="262"/>
            <ac:picMk id="5" creationId="{2D649D42-544E-4659-1935-4F283D20E9F8}"/>
          </ac:picMkLst>
        </pc:picChg>
      </pc:sldChg>
    </pc:docChg>
  </pc:docChgLst>
  <pc:docChgLst>
    <pc:chgData name="Simon Guettier" userId="aecb12b45723362e" providerId="LiveId" clId="{93106A41-72F2-4D58-BE20-2D0BA65C9A85}"/>
    <pc:docChg chg="undo custSel addSld delSld modSld sldOrd">
      <pc:chgData name="Simon Guettier" userId="aecb12b45723362e" providerId="LiveId" clId="{93106A41-72F2-4D58-BE20-2D0BA65C9A85}" dt="2025-12-12T03:39:12.187" v="3306" actId="1076"/>
      <pc:docMkLst>
        <pc:docMk/>
      </pc:docMkLst>
      <pc:sldChg chg="modSp mod">
        <pc:chgData name="Simon Guettier" userId="aecb12b45723362e" providerId="LiveId" clId="{93106A41-72F2-4D58-BE20-2D0BA65C9A85}" dt="2025-12-11T23:23:18.097" v="1" actId="1076"/>
        <pc:sldMkLst>
          <pc:docMk/>
          <pc:sldMk cId="3363870539" sldId="257"/>
        </pc:sldMkLst>
        <pc:spChg chg="mod">
          <ac:chgData name="Simon Guettier" userId="aecb12b45723362e" providerId="LiveId" clId="{93106A41-72F2-4D58-BE20-2D0BA65C9A85}" dt="2025-12-11T23:23:12.951" v="0" actId="1076"/>
          <ac:spMkLst>
            <pc:docMk/>
            <pc:sldMk cId="3363870539" sldId="257"/>
            <ac:spMk id="8" creationId="{3D6ADDA3-2E6F-647C-98D6-7684B839D625}"/>
          </ac:spMkLst>
        </pc:spChg>
        <pc:spChg chg="mod">
          <ac:chgData name="Simon Guettier" userId="aecb12b45723362e" providerId="LiveId" clId="{93106A41-72F2-4D58-BE20-2D0BA65C9A85}" dt="2025-12-11T23:23:18.097" v="1" actId="1076"/>
          <ac:spMkLst>
            <pc:docMk/>
            <pc:sldMk cId="3363870539" sldId="257"/>
            <ac:spMk id="9" creationId="{091911BA-7DC5-A274-3BA1-47DB05D83511}"/>
          </ac:spMkLst>
        </pc:spChg>
      </pc:sldChg>
      <pc:sldChg chg="addSp modSp mod ord">
        <pc:chgData name="Simon Guettier" userId="aecb12b45723362e" providerId="LiveId" clId="{93106A41-72F2-4D58-BE20-2D0BA65C9A85}" dt="2025-12-12T03:38:07.348" v="3299" actId="6549"/>
        <pc:sldMkLst>
          <pc:docMk/>
          <pc:sldMk cId="1175273397" sldId="258"/>
        </pc:sldMkLst>
        <pc:spChg chg="mod">
          <ac:chgData name="Simon Guettier" userId="aecb12b45723362e" providerId="LiveId" clId="{93106A41-72F2-4D58-BE20-2D0BA65C9A85}" dt="2025-12-12T01:29:57.554" v="1918" actId="20577"/>
          <ac:spMkLst>
            <pc:docMk/>
            <pc:sldMk cId="1175273397" sldId="258"/>
            <ac:spMk id="2" creationId="{C7565B82-F4BD-895F-3AFD-874D9C2F238E}"/>
          </ac:spMkLst>
        </pc:spChg>
        <pc:spChg chg="add mod">
          <ac:chgData name="Simon Guettier" userId="aecb12b45723362e" providerId="LiveId" clId="{93106A41-72F2-4D58-BE20-2D0BA65C9A85}" dt="2025-12-12T03:38:07.348" v="3299" actId="6549"/>
          <ac:spMkLst>
            <pc:docMk/>
            <pc:sldMk cId="1175273397" sldId="258"/>
            <ac:spMk id="3" creationId="{3FC27E82-D196-882E-3E30-EBFE1A68E616}"/>
          </ac:spMkLst>
        </pc:spChg>
      </pc:sldChg>
      <pc:sldChg chg="addSp delSp modSp mod">
        <pc:chgData name="Simon Guettier" userId="aecb12b45723362e" providerId="LiveId" clId="{93106A41-72F2-4D58-BE20-2D0BA65C9A85}" dt="2025-12-12T02:36:07.122" v="2688" actId="1076"/>
        <pc:sldMkLst>
          <pc:docMk/>
          <pc:sldMk cId="2424138196" sldId="261"/>
        </pc:sldMkLst>
        <pc:spChg chg="add del mod">
          <ac:chgData name="Simon Guettier" userId="aecb12b45723362e" providerId="LiveId" clId="{93106A41-72F2-4D58-BE20-2D0BA65C9A85}" dt="2025-12-12T02:35:48.193" v="2687" actId="478"/>
          <ac:spMkLst>
            <pc:docMk/>
            <pc:sldMk cId="2424138196" sldId="261"/>
            <ac:spMk id="6" creationId="{7C95FB6B-B294-639A-8FCD-AC5F10C6EE9E}"/>
          </ac:spMkLst>
        </pc:spChg>
        <pc:spChg chg="add del mod">
          <ac:chgData name="Simon Guettier" userId="aecb12b45723362e" providerId="LiveId" clId="{93106A41-72F2-4D58-BE20-2D0BA65C9A85}" dt="2025-12-12T02:35:42.575" v="2685" actId="478"/>
          <ac:spMkLst>
            <pc:docMk/>
            <pc:sldMk cId="2424138196" sldId="261"/>
            <ac:spMk id="10" creationId="{D6DC59C7-4EB5-4A51-73C8-48C46D08FC00}"/>
          </ac:spMkLst>
        </pc:spChg>
        <pc:picChg chg="add del mod">
          <ac:chgData name="Simon Guettier" userId="aecb12b45723362e" providerId="LiveId" clId="{93106A41-72F2-4D58-BE20-2D0BA65C9A85}" dt="2025-12-12T02:35:44.625" v="2686" actId="478"/>
          <ac:picMkLst>
            <pc:docMk/>
            <pc:sldMk cId="2424138196" sldId="261"/>
            <ac:picMk id="4" creationId="{C068B996-6BC0-E240-B341-8518843FCA49}"/>
          </ac:picMkLst>
        </pc:picChg>
        <pc:picChg chg="mod">
          <ac:chgData name="Simon Guettier" userId="aecb12b45723362e" providerId="LiveId" clId="{93106A41-72F2-4D58-BE20-2D0BA65C9A85}" dt="2025-12-12T02:36:07.122" v="2688" actId="1076"/>
          <ac:picMkLst>
            <pc:docMk/>
            <pc:sldMk cId="2424138196" sldId="261"/>
            <ac:picMk id="8" creationId="{0BCF6533-93FD-503F-72EB-45E291012714}"/>
          </ac:picMkLst>
        </pc:picChg>
        <pc:picChg chg="add del mod">
          <ac:chgData name="Simon Guettier" userId="aecb12b45723362e" providerId="LiveId" clId="{93106A41-72F2-4D58-BE20-2D0BA65C9A85}" dt="2025-12-12T02:35:38.945" v="2684" actId="478"/>
          <ac:picMkLst>
            <pc:docMk/>
            <pc:sldMk cId="2424138196" sldId="261"/>
            <ac:picMk id="9" creationId="{BDDCEFD6-27E1-1C16-3432-227136531E8D}"/>
          </ac:picMkLst>
        </pc:picChg>
        <pc:picChg chg="add del mod">
          <ac:chgData name="Simon Guettier" userId="aecb12b45723362e" providerId="LiveId" clId="{93106A41-72F2-4D58-BE20-2D0BA65C9A85}" dt="2025-12-12T02:35:35.721" v="2683" actId="478"/>
          <ac:picMkLst>
            <pc:docMk/>
            <pc:sldMk cId="2424138196" sldId="261"/>
            <ac:picMk id="11" creationId="{DEBEC912-7C4B-FD68-C88A-2AAF9FF738DD}"/>
          </ac:picMkLst>
        </pc:picChg>
      </pc:sldChg>
      <pc:sldChg chg="addSp modSp mod">
        <pc:chgData name="Simon Guettier" userId="aecb12b45723362e" providerId="LiveId" clId="{93106A41-72F2-4D58-BE20-2D0BA65C9A85}" dt="2025-12-12T01:36:05.285" v="2083" actId="1076"/>
        <pc:sldMkLst>
          <pc:docMk/>
          <pc:sldMk cId="695642350" sldId="262"/>
        </pc:sldMkLst>
        <pc:spChg chg="add mod">
          <ac:chgData name="Simon Guettier" userId="aecb12b45723362e" providerId="LiveId" clId="{93106A41-72F2-4D58-BE20-2D0BA65C9A85}" dt="2025-12-12T01:36:05.285" v="2083" actId="1076"/>
          <ac:spMkLst>
            <pc:docMk/>
            <pc:sldMk cId="695642350" sldId="262"/>
            <ac:spMk id="3" creationId="{593D6F1C-B6F8-26D4-8BF8-74D1187D9982}"/>
          </ac:spMkLst>
        </pc:spChg>
      </pc:sldChg>
      <pc:sldChg chg="modSp add mod">
        <pc:chgData name="Simon Guettier" userId="aecb12b45723362e" providerId="LiveId" clId="{93106A41-72F2-4D58-BE20-2D0BA65C9A85}" dt="2025-12-12T02:22:39.404" v="2628" actId="20577"/>
        <pc:sldMkLst>
          <pc:docMk/>
          <pc:sldMk cId="3386871535" sldId="263"/>
        </pc:sldMkLst>
        <pc:spChg chg="mod">
          <ac:chgData name="Simon Guettier" userId="aecb12b45723362e" providerId="LiveId" clId="{93106A41-72F2-4D58-BE20-2D0BA65C9A85}" dt="2025-12-11T23:53:39.944" v="1164" actId="20577"/>
          <ac:spMkLst>
            <pc:docMk/>
            <pc:sldMk cId="3386871535" sldId="263"/>
            <ac:spMk id="2" creationId="{AB17E4BC-0C12-6650-5D1C-F24EFD2BB27B}"/>
          </ac:spMkLst>
        </pc:spChg>
        <pc:spChg chg="mod">
          <ac:chgData name="Simon Guettier" userId="aecb12b45723362e" providerId="LiveId" clId="{93106A41-72F2-4D58-BE20-2D0BA65C9A85}" dt="2025-12-12T02:22:39.404" v="2628" actId="20577"/>
          <ac:spMkLst>
            <pc:docMk/>
            <pc:sldMk cId="3386871535" sldId="263"/>
            <ac:spMk id="3" creationId="{304885E3-CE4A-054E-5D1D-31A71522DE0B}"/>
          </ac:spMkLst>
        </pc:spChg>
      </pc:sldChg>
      <pc:sldChg chg="add del">
        <pc:chgData name="Simon Guettier" userId="aecb12b45723362e" providerId="LiveId" clId="{93106A41-72F2-4D58-BE20-2D0BA65C9A85}" dt="2025-12-12T02:41:26.288" v="2689" actId="2696"/>
        <pc:sldMkLst>
          <pc:docMk/>
          <pc:sldMk cId="1089081270" sldId="264"/>
        </pc:sldMkLst>
      </pc:sldChg>
      <pc:sldChg chg="delSp modSp add mod">
        <pc:chgData name="Simon Guettier" userId="aecb12b45723362e" providerId="LiveId" clId="{93106A41-72F2-4D58-BE20-2D0BA65C9A85}" dt="2025-12-12T02:35:26.156" v="2682" actId="29295"/>
        <pc:sldMkLst>
          <pc:docMk/>
          <pc:sldMk cId="199836061" sldId="265"/>
        </pc:sldMkLst>
        <pc:spChg chg="mod">
          <ac:chgData name="Simon Guettier" userId="aecb12b45723362e" providerId="LiveId" clId="{93106A41-72F2-4D58-BE20-2D0BA65C9A85}" dt="2025-12-12T02:34:32.836" v="2674" actId="1076"/>
          <ac:spMkLst>
            <pc:docMk/>
            <pc:sldMk cId="199836061" sldId="265"/>
            <ac:spMk id="6" creationId="{6773A5ED-EF3E-E525-5B85-9EA452583B7A}"/>
          </ac:spMkLst>
        </pc:spChg>
        <pc:spChg chg="mod">
          <ac:chgData name="Simon Guettier" userId="aecb12b45723362e" providerId="LiveId" clId="{93106A41-72F2-4D58-BE20-2D0BA65C9A85}" dt="2025-12-12T02:35:09.703" v="2681" actId="1076"/>
          <ac:spMkLst>
            <pc:docMk/>
            <pc:sldMk cId="199836061" sldId="265"/>
            <ac:spMk id="10" creationId="{41DC2704-31AD-1D47-F687-4B7FBF1F3EBA}"/>
          </ac:spMkLst>
        </pc:spChg>
        <pc:picChg chg="mod">
          <ac:chgData name="Simon Guettier" userId="aecb12b45723362e" providerId="LiveId" clId="{93106A41-72F2-4D58-BE20-2D0BA65C9A85}" dt="2025-12-12T02:33:32.954" v="2661" actId="1076"/>
          <ac:picMkLst>
            <pc:docMk/>
            <pc:sldMk cId="199836061" sldId="265"/>
            <ac:picMk id="4" creationId="{C124D2CB-7FA4-3A1A-C0BC-CEAFC4DEBF93}"/>
          </ac:picMkLst>
        </pc:picChg>
        <pc:picChg chg="mod">
          <ac:chgData name="Simon Guettier" userId="aecb12b45723362e" providerId="LiveId" clId="{93106A41-72F2-4D58-BE20-2D0BA65C9A85}" dt="2025-12-12T02:35:26.156" v="2682" actId="29295"/>
          <ac:picMkLst>
            <pc:docMk/>
            <pc:sldMk cId="199836061" sldId="265"/>
            <ac:picMk id="5" creationId="{87E51D74-C068-890E-B704-44DDECAFBB1D}"/>
          </ac:picMkLst>
        </pc:picChg>
        <pc:picChg chg="del">
          <ac:chgData name="Simon Guettier" userId="aecb12b45723362e" providerId="LiveId" clId="{93106A41-72F2-4D58-BE20-2D0BA65C9A85}" dt="2025-12-12T02:32:52.948" v="2648" actId="478"/>
          <ac:picMkLst>
            <pc:docMk/>
            <pc:sldMk cId="199836061" sldId="265"/>
            <ac:picMk id="7" creationId="{4B52F068-8B05-2BF9-A628-F3E03A7BE067}"/>
          </ac:picMkLst>
        </pc:picChg>
        <pc:picChg chg="del">
          <ac:chgData name="Simon Guettier" userId="aecb12b45723362e" providerId="LiveId" clId="{93106A41-72F2-4D58-BE20-2D0BA65C9A85}" dt="2025-12-12T02:32:50.220" v="2647" actId="478"/>
          <ac:picMkLst>
            <pc:docMk/>
            <pc:sldMk cId="199836061" sldId="265"/>
            <ac:picMk id="8" creationId="{00D6855A-9110-87BA-71B0-A11E1EF232EF}"/>
          </ac:picMkLst>
        </pc:picChg>
        <pc:picChg chg="mod">
          <ac:chgData name="Simon Guettier" userId="aecb12b45723362e" providerId="LiveId" clId="{93106A41-72F2-4D58-BE20-2D0BA65C9A85}" dt="2025-12-12T02:34:44.835" v="2679" actId="1035"/>
          <ac:picMkLst>
            <pc:docMk/>
            <pc:sldMk cId="199836061" sldId="265"/>
            <ac:picMk id="9" creationId="{E07389C5-473D-D6DA-9DBD-BA22FA4C392F}"/>
          </ac:picMkLst>
        </pc:picChg>
        <pc:picChg chg="del">
          <ac:chgData name="Simon Guettier" userId="aecb12b45723362e" providerId="LiveId" clId="{93106A41-72F2-4D58-BE20-2D0BA65C9A85}" dt="2025-12-12T02:32:47.360" v="2646" actId="478"/>
          <ac:picMkLst>
            <pc:docMk/>
            <pc:sldMk cId="199836061" sldId="265"/>
            <ac:picMk id="11" creationId="{A7567E06-E00D-06C6-6979-41D93E1587BC}"/>
          </ac:picMkLst>
        </pc:picChg>
      </pc:sldChg>
      <pc:sldChg chg="addSp delSp modSp add mod">
        <pc:chgData name="Simon Guettier" userId="aecb12b45723362e" providerId="LiveId" clId="{93106A41-72F2-4D58-BE20-2D0BA65C9A85}" dt="2025-12-12T03:39:12.187" v="3306" actId="1076"/>
        <pc:sldMkLst>
          <pc:docMk/>
          <pc:sldMk cId="3788628348" sldId="266"/>
        </pc:sldMkLst>
        <pc:spChg chg="mod">
          <ac:chgData name="Simon Guettier" userId="aecb12b45723362e" providerId="LiveId" clId="{93106A41-72F2-4D58-BE20-2D0BA65C9A85}" dt="2025-12-12T02:48:42.418" v="2696" actId="20577"/>
          <ac:spMkLst>
            <pc:docMk/>
            <pc:sldMk cId="3788628348" sldId="266"/>
            <ac:spMk id="2" creationId="{E64B3BBB-9015-2CA7-8900-5D6127A84A48}"/>
          </ac:spMkLst>
        </pc:spChg>
        <pc:spChg chg="del mod">
          <ac:chgData name="Simon Guettier" userId="aecb12b45723362e" providerId="LiveId" clId="{93106A41-72F2-4D58-BE20-2D0BA65C9A85}" dt="2025-12-12T02:48:50.002" v="2698" actId="478"/>
          <ac:spMkLst>
            <pc:docMk/>
            <pc:sldMk cId="3788628348" sldId="266"/>
            <ac:spMk id="3" creationId="{5D6F99FD-D60B-FE6D-D80C-F442F6BBD5F2}"/>
          </ac:spMkLst>
        </pc:spChg>
        <pc:spChg chg="add mod">
          <ac:chgData name="Simon Guettier" userId="aecb12b45723362e" providerId="LiveId" clId="{93106A41-72F2-4D58-BE20-2D0BA65C9A85}" dt="2025-12-12T03:22:53.624" v="3085" actId="1076"/>
          <ac:spMkLst>
            <pc:docMk/>
            <pc:sldMk cId="3788628348" sldId="266"/>
            <ac:spMk id="6" creationId="{1E7E1716-B68C-AC94-A3FB-7FFB783E4C93}"/>
          </ac:spMkLst>
        </pc:spChg>
        <pc:spChg chg="del">
          <ac:chgData name="Simon Guettier" userId="aecb12b45723362e" providerId="LiveId" clId="{93106A41-72F2-4D58-BE20-2D0BA65C9A85}" dt="2025-12-12T02:48:38.769" v="2692" actId="478"/>
          <ac:spMkLst>
            <pc:docMk/>
            <pc:sldMk cId="3788628348" sldId="266"/>
            <ac:spMk id="8" creationId="{0FE7DE3B-A15F-516A-760C-36E0340C9ED9}"/>
          </ac:spMkLst>
        </pc:spChg>
        <pc:spChg chg="del">
          <ac:chgData name="Simon Guettier" userId="aecb12b45723362e" providerId="LiveId" clId="{93106A41-72F2-4D58-BE20-2D0BA65C9A85}" dt="2025-12-12T02:48:36.229" v="2691" actId="478"/>
          <ac:spMkLst>
            <pc:docMk/>
            <pc:sldMk cId="3788628348" sldId="266"/>
            <ac:spMk id="9" creationId="{B706743A-FADA-93D8-A799-654F8028550A}"/>
          </ac:spMkLst>
        </pc:spChg>
        <pc:spChg chg="add del mod">
          <ac:chgData name="Simon Guettier" userId="aecb12b45723362e" providerId="LiveId" clId="{93106A41-72F2-4D58-BE20-2D0BA65C9A85}" dt="2025-12-12T02:59:48.574" v="2755" actId="478"/>
          <ac:spMkLst>
            <pc:docMk/>
            <pc:sldMk cId="3788628348" sldId="266"/>
            <ac:spMk id="12" creationId="{AEE6831B-254F-1EDA-8426-CC9032EAD407}"/>
          </ac:spMkLst>
        </pc:spChg>
        <pc:spChg chg="add del mod">
          <ac:chgData name="Simon Guettier" userId="aecb12b45723362e" providerId="LiveId" clId="{93106A41-72F2-4D58-BE20-2D0BA65C9A85}" dt="2025-12-12T03:00:48.802" v="2765"/>
          <ac:spMkLst>
            <pc:docMk/>
            <pc:sldMk cId="3788628348" sldId="266"/>
            <ac:spMk id="13" creationId="{7A8351EF-5BD4-9515-E84D-5AB51271A228}"/>
          </ac:spMkLst>
        </pc:spChg>
        <pc:spChg chg="add del mod ord">
          <ac:chgData name="Simon Guettier" userId="aecb12b45723362e" providerId="LiveId" clId="{93106A41-72F2-4D58-BE20-2D0BA65C9A85}" dt="2025-12-12T03:00:48.802" v="2765"/>
          <ac:spMkLst>
            <pc:docMk/>
            <pc:sldMk cId="3788628348" sldId="266"/>
            <ac:spMk id="14" creationId="{4BD94BF9-882B-5A87-5F35-0058B45EE2B1}"/>
          </ac:spMkLst>
        </pc:spChg>
        <pc:spChg chg="mod">
          <ac:chgData name="Simon Guettier" userId="aecb12b45723362e" providerId="LiveId" clId="{93106A41-72F2-4D58-BE20-2D0BA65C9A85}" dt="2025-12-12T03:23:01.836" v="3086" actId="1076"/>
          <ac:spMkLst>
            <pc:docMk/>
            <pc:sldMk cId="3788628348" sldId="266"/>
            <ac:spMk id="15" creationId="{48342908-3A8F-57DF-F513-CA2D13AF109E}"/>
          </ac:spMkLst>
        </pc:spChg>
        <pc:spChg chg="add mod">
          <ac:chgData name="Simon Guettier" userId="aecb12b45723362e" providerId="LiveId" clId="{93106A41-72F2-4D58-BE20-2D0BA65C9A85}" dt="2025-12-12T03:09:04.037" v="2871" actId="1076"/>
          <ac:spMkLst>
            <pc:docMk/>
            <pc:sldMk cId="3788628348" sldId="266"/>
            <ac:spMk id="16" creationId="{A5800853-B133-E4EF-77AB-7BEEBBDFDD40}"/>
          </ac:spMkLst>
        </pc:spChg>
        <pc:spChg chg="add mod">
          <ac:chgData name="Simon Guettier" userId="aecb12b45723362e" providerId="LiveId" clId="{93106A41-72F2-4D58-BE20-2D0BA65C9A85}" dt="2025-12-12T03:09:42.516" v="2889" actId="14100"/>
          <ac:spMkLst>
            <pc:docMk/>
            <pc:sldMk cId="3788628348" sldId="266"/>
            <ac:spMk id="24" creationId="{0203524B-E1CE-B7A1-8339-EAFC25BA2036}"/>
          </ac:spMkLst>
        </pc:spChg>
        <pc:spChg chg="add mod">
          <ac:chgData name="Simon Guettier" userId="aecb12b45723362e" providerId="LiveId" clId="{93106A41-72F2-4D58-BE20-2D0BA65C9A85}" dt="2025-12-12T03:22:26.089" v="3083" actId="1076"/>
          <ac:spMkLst>
            <pc:docMk/>
            <pc:sldMk cId="3788628348" sldId="266"/>
            <ac:spMk id="25" creationId="{731246D4-99D0-27A9-A095-B32022FBC091}"/>
          </ac:spMkLst>
        </pc:spChg>
        <pc:spChg chg="add mod">
          <ac:chgData name="Simon Guettier" userId="aecb12b45723362e" providerId="LiveId" clId="{93106A41-72F2-4D58-BE20-2D0BA65C9A85}" dt="2025-12-12T03:22:38.615" v="3084" actId="1076"/>
          <ac:spMkLst>
            <pc:docMk/>
            <pc:sldMk cId="3788628348" sldId="266"/>
            <ac:spMk id="26" creationId="{08B1A850-12CC-3645-16C1-A77511FB26FA}"/>
          </ac:spMkLst>
        </pc:spChg>
        <pc:spChg chg="add mod">
          <ac:chgData name="Simon Guettier" userId="aecb12b45723362e" providerId="LiveId" clId="{93106A41-72F2-4D58-BE20-2D0BA65C9A85}" dt="2025-12-12T03:13:36.448" v="2944" actId="20577"/>
          <ac:spMkLst>
            <pc:docMk/>
            <pc:sldMk cId="3788628348" sldId="266"/>
            <ac:spMk id="28" creationId="{27EF2709-AE67-15C0-E43A-F8D5ABF816F7}"/>
          </ac:spMkLst>
        </pc:spChg>
        <pc:spChg chg="add mod">
          <ac:chgData name="Simon Guettier" userId="aecb12b45723362e" providerId="LiveId" clId="{93106A41-72F2-4D58-BE20-2D0BA65C9A85}" dt="2025-12-12T03:12:26.642" v="2927" actId="20577"/>
          <ac:spMkLst>
            <pc:docMk/>
            <pc:sldMk cId="3788628348" sldId="266"/>
            <ac:spMk id="31" creationId="{1E085001-F7BF-4984-B3CD-CA12F2A28BE0}"/>
          </ac:spMkLst>
        </pc:spChg>
        <pc:spChg chg="add mod">
          <ac:chgData name="Simon Guettier" userId="aecb12b45723362e" providerId="LiveId" clId="{93106A41-72F2-4D58-BE20-2D0BA65C9A85}" dt="2025-12-12T03:14:02.131" v="2947" actId="1076"/>
          <ac:spMkLst>
            <pc:docMk/>
            <pc:sldMk cId="3788628348" sldId="266"/>
            <ac:spMk id="32" creationId="{EA77BEE0-44FC-332D-03B1-10EE575B7C6E}"/>
          </ac:spMkLst>
        </pc:spChg>
        <pc:spChg chg="add mod">
          <ac:chgData name="Simon Guettier" userId="aecb12b45723362e" providerId="LiveId" clId="{93106A41-72F2-4D58-BE20-2D0BA65C9A85}" dt="2025-12-12T03:21:18.782" v="3077" actId="2085"/>
          <ac:spMkLst>
            <pc:docMk/>
            <pc:sldMk cId="3788628348" sldId="266"/>
            <ac:spMk id="33" creationId="{874B9434-8086-5253-62D2-3D91C697EA82}"/>
          </ac:spMkLst>
        </pc:spChg>
        <pc:spChg chg="add mod">
          <ac:chgData name="Simon Guettier" userId="aecb12b45723362e" providerId="LiveId" clId="{93106A41-72F2-4D58-BE20-2D0BA65C9A85}" dt="2025-12-12T03:37:51.204" v="3275" actId="20577"/>
          <ac:spMkLst>
            <pc:docMk/>
            <pc:sldMk cId="3788628348" sldId="266"/>
            <ac:spMk id="35" creationId="{2BABA9F3-AE4B-A1CF-DA56-4B85C0C5A0C4}"/>
          </ac:spMkLst>
        </pc:spChg>
        <pc:spChg chg="add mod">
          <ac:chgData name="Simon Guettier" userId="aecb12b45723362e" providerId="LiveId" clId="{93106A41-72F2-4D58-BE20-2D0BA65C9A85}" dt="2025-12-12T03:14:52.712" v="2979" actId="20577"/>
          <ac:spMkLst>
            <pc:docMk/>
            <pc:sldMk cId="3788628348" sldId="266"/>
            <ac:spMk id="37" creationId="{F4EE2C63-5D3E-64B6-BDE3-7143A61CF7BC}"/>
          </ac:spMkLst>
        </pc:spChg>
        <pc:spChg chg="add mod">
          <ac:chgData name="Simon Guettier" userId="aecb12b45723362e" providerId="LiveId" clId="{93106A41-72F2-4D58-BE20-2D0BA65C9A85}" dt="2025-12-12T03:29:54.873" v="3201" actId="20577"/>
          <ac:spMkLst>
            <pc:docMk/>
            <pc:sldMk cId="3788628348" sldId="266"/>
            <ac:spMk id="42" creationId="{764EE7D3-C367-123E-BCBE-61A0DB2AECAD}"/>
          </ac:spMkLst>
        </pc:spChg>
        <pc:spChg chg="add mod">
          <ac:chgData name="Simon Guettier" userId="aecb12b45723362e" providerId="LiveId" clId="{93106A41-72F2-4D58-BE20-2D0BA65C9A85}" dt="2025-12-12T03:30:45.290" v="3226" actId="20577"/>
          <ac:spMkLst>
            <pc:docMk/>
            <pc:sldMk cId="3788628348" sldId="266"/>
            <ac:spMk id="45" creationId="{D74F619E-27D4-FA4E-8DAE-84DD2AD958DA}"/>
          </ac:spMkLst>
        </pc:spChg>
        <pc:spChg chg="add mod">
          <ac:chgData name="Simon Guettier" userId="aecb12b45723362e" providerId="LiveId" clId="{93106A41-72F2-4D58-BE20-2D0BA65C9A85}" dt="2025-12-12T03:38:27.263" v="3305" actId="20577"/>
          <ac:spMkLst>
            <pc:docMk/>
            <pc:sldMk cId="3788628348" sldId="266"/>
            <ac:spMk id="46" creationId="{840C6795-AA29-7AD2-509E-6C02A39473C7}"/>
          </ac:spMkLst>
        </pc:spChg>
        <pc:picChg chg="add mod ord">
          <ac:chgData name="Simon Guettier" userId="aecb12b45723362e" providerId="LiveId" clId="{93106A41-72F2-4D58-BE20-2D0BA65C9A85}" dt="2025-12-12T03:11:39.594" v="2902" actId="14100"/>
          <ac:picMkLst>
            <pc:docMk/>
            <pc:sldMk cId="3788628348" sldId="266"/>
            <ac:picMk id="5" creationId="{C4BFA73A-1140-DDE7-1665-876F64534D29}"/>
          </ac:picMkLst>
        </pc:picChg>
        <pc:picChg chg="add mod ord">
          <ac:chgData name="Simon Guettier" userId="aecb12b45723362e" providerId="LiveId" clId="{93106A41-72F2-4D58-BE20-2D0BA65C9A85}" dt="2025-12-12T03:39:12.187" v="3306" actId="1076"/>
          <ac:picMkLst>
            <pc:docMk/>
            <pc:sldMk cId="3788628348" sldId="266"/>
            <ac:picMk id="10" creationId="{78C79119-4A58-D727-6637-AA2D20FE20C9}"/>
          </ac:picMkLst>
        </pc:picChg>
        <pc:picChg chg="add mod">
          <ac:chgData name="Simon Guettier" userId="aecb12b45723362e" providerId="LiveId" clId="{93106A41-72F2-4D58-BE20-2D0BA65C9A85}" dt="2025-12-12T03:09:53.377" v="2890" actId="1076"/>
          <ac:picMkLst>
            <pc:docMk/>
            <pc:sldMk cId="3788628348" sldId="266"/>
            <ac:picMk id="11" creationId="{A2B633BA-8C0D-261D-9DCB-F3B0458FECD8}"/>
          </ac:picMkLst>
        </pc:picChg>
        <pc:picChg chg="add del mod">
          <ac:chgData name="Simon Guettier" userId="aecb12b45723362e" providerId="LiveId" clId="{93106A41-72F2-4D58-BE20-2D0BA65C9A85}" dt="2025-12-12T03:05:31.127" v="2808" actId="478"/>
          <ac:picMkLst>
            <pc:docMk/>
            <pc:sldMk cId="3788628348" sldId="266"/>
            <ac:picMk id="17" creationId="{9B9A45AA-C741-F4AD-5E96-F244990BE2F8}"/>
          </ac:picMkLst>
        </pc:picChg>
        <pc:picChg chg="add mod ord">
          <ac:chgData name="Simon Guettier" userId="aecb12b45723362e" providerId="LiveId" clId="{93106A41-72F2-4D58-BE20-2D0BA65C9A85}" dt="2025-12-12T03:14:36.555" v="2958" actId="1076"/>
          <ac:picMkLst>
            <pc:docMk/>
            <pc:sldMk cId="3788628348" sldId="266"/>
            <ac:picMk id="21" creationId="{624F8F91-3666-89B0-5BC6-86683401413D}"/>
          </ac:picMkLst>
        </pc:picChg>
        <pc:picChg chg="add mod">
          <ac:chgData name="Simon Guettier" userId="aecb12b45723362e" providerId="LiveId" clId="{93106A41-72F2-4D58-BE20-2D0BA65C9A85}" dt="2025-12-12T03:10:58.669" v="2895" actId="1076"/>
          <ac:picMkLst>
            <pc:docMk/>
            <pc:sldMk cId="3788628348" sldId="266"/>
            <ac:picMk id="27" creationId="{ECC065A4-1AB1-70F8-EBF5-BB51368ACE65}"/>
          </ac:picMkLst>
        </pc:picChg>
        <pc:picChg chg="add del mod">
          <ac:chgData name="Simon Guettier" userId="aecb12b45723362e" providerId="LiveId" clId="{93106A41-72F2-4D58-BE20-2D0BA65C9A85}" dt="2025-12-12T03:11:43.643" v="2904" actId="478"/>
          <ac:picMkLst>
            <pc:docMk/>
            <pc:sldMk cId="3788628348" sldId="266"/>
            <ac:picMk id="30" creationId="{4B85559A-D99B-A732-34D0-EFB238B744AA}"/>
          </ac:picMkLst>
        </pc:picChg>
        <pc:picChg chg="add mod">
          <ac:chgData name="Simon Guettier" userId="aecb12b45723362e" providerId="LiveId" clId="{93106A41-72F2-4D58-BE20-2D0BA65C9A85}" dt="2025-12-12T03:14:02.131" v="2947" actId="1076"/>
          <ac:picMkLst>
            <pc:docMk/>
            <pc:sldMk cId="3788628348" sldId="266"/>
            <ac:picMk id="34" creationId="{0EE43A0F-0E76-4AFE-4555-B6EDC7D5EFC9}"/>
          </ac:picMkLst>
        </pc:picChg>
        <pc:picChg chg="add del mod">
          <ac:chgData name="Simon Guettier" userId="aecb12b45723362e" providerId="LiveId" clId="{93106A41-72F2-4D58-BE20-2D0BA65C9A85}" dt="2025-12-12T03:14:06.499" v="2948" actId="478"/>
          <ac:picMkLst>
            <pc:docMk/>
            <pc:sldMk cId="3788628348" sldId="266"/>
            <ac:picMk id="38" creationId="{12C8C75A-C89C-21F8-B756-779A0C54B545}"/>
          </ac:picMkLst>
        </pc:picChg>
        <pc:picChg chg="add del mod">
          <ac:chgData name="Simon Guettier" userId="aecb12b45723362e" providerId="LiveId" clId="{93106A41-72F2-4D58-BE20-2D0BA65C9A85}" dt="2025-12-12T03:27:33.191" v="3146" actId="478"/>
          <ac:picMkLst>
            <pc:docMk/>
            <pc:sldMk cId="3788628348" sldId="266"/>
            <ac:picMk id="44" creationId="{8E65F55E-53A5-04B2-F64B-EE331049AA51}"/>
          </ac:picMkLst>
        </pc:picChg>
        <pc:cxnChg chg="add del mod">
          <ac:chgData name="Simon Guettier" userId="aecb12b45723362e" providerId="LiveId" clId="{93106A41-72F2-4D58-BE20-2D0BA65C9A85}" dt="2025-12-12T03:10:26.737" v="2891" actId="478"/>
          <ac:cxnSpMkLst>
            <pc:docMk/>
            <pc:sldMk cId="3788628348" sldId="266"/>
            <ac:cxnSpMk id="19" creationId="{138F85BE-CC39-0889-843B-C2BC45D38410}"/>
          </ac:cxnSpMkLst>
        </pc:cxnChg>
        <pc:cxnChg chg="add mod">
          <ac:chgData name="Simon Guettier" userId="aecb12b45723362e" providerId="LiveId" clId="{93106A41-72F2-4D58-BE20-2D0BA65C9A85}" dt="2025-12-12T03:23:01.836" v="3086" actId="1076"/>
          <ac:cxnSpMkLst>
            <pc:docMk/>
            <pc:sldMk cId="3788628348" sldId="266"/>
            <ac:cxnSpMk id="22" creationId="{6FED104E-CBDF-8BF0-9DA1-90561FEF7485}"/>
          </ac:cxnSpMkLst>
        </pc:cxnChg>
        <pc:cxnChg chg="add mod">
          <ac:chgData name="Simon Guettier" userId="aecb12b45723362e" providerId="LiveId" clId="{93106A41-72F2-4D58-BE20-2D0BA65C9A85}" dt="2025-12-12T03:22:38.615" v="3084" actId="1076"/>
          <ac:cxnSpMkLst>
            <pc:docMk/>
            <pc:sldMk cId="3788628348" sldId="266"/>
            <ac:cxnSpMk id="29" creationId="{D0811A13-24AD-AD2C-14F6-CB1D5D657442}"/>
          </ac:cxnSpMkLst>
        </pc:cxnChg>
        <pc:cxnChg chg="add mod">
          <ac:chgData name="Simon Guettier" userId="aecb12b45723362e" providerId="LiveId" clId="{93106A41-72F2-4D58-BE20-2D0BA65C9A85}" dt="2025-12-12T03:14:02.131" v="2947" actId="1076"/>
          <ac:cxnSpMkLst>
            <pc:docMk/>
            <pc:sldMk cId="3788628348" sldId="266"/>
            <ac:cxnSpMk id="36" creationId="{348479E6-50B1-FAB1-2CE4-DA6B58BBC7AE}"/>
          </ac:cxnSpMkLst>
        </pc:cxnChg>
        <pc:cxnChg chg="add mod">
          <ac:chgData name="Simon Guettier" userId="aecb12b45723362e" providerId="LiveId" clId="{93106A41-72F2-4D58-BE20-2D0BA65C9A85}" dt="2025-12-12T03:16:58.957" v="3015" actId="1076"/>
          <ac:cxnSpMkLst>
            <pc:docMk/>
            <pc:sldMk cId="3788628348" sldId="266"/>
            <ac:cxnSpMk id="40" creationId="{8E024DBC-9475-8A3A-A579-D3C6BC48BF37}"/>
          </ac:cxnSpMkLst>
        </pc:cxnChg>
        <pc:cxnChg chg="add mod">
          <ac:chgData name="Simon Guettier" userId="aecb12b45723362e" providerId="LiveId" clId="{93106A41-72F2-4D58-BE20-2D0BA65C9A85}" dt="2025-12-12T03:17:35.441" v="3047" actId="1036"/>
          <ac:cxnSpMkLst>
            <pc:docMk/>
            <pc:sldMk cId="3788628348" sldId="266"/>
            <ac:cxnSpMk id="41" creationId="{45ACA359-ED85-C7B0-F0AA-F7611E8F7C9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6FC6E-B707-4490-8CD6-BC620120533F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05EF2-38FC-4EB3-B8B3-6256AAD7174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223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726E-3AFF-B6F8-91C5-0B561AEAC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3539EC-6A8D-003C-604E-B37E66AD2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1A639-AFC6-49BD-8292-A683B4DF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845F3-6FBD-C7AF-DECC-6975C469C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B9555-0DDF-E041-A971-CEC0E98A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370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1389B-3ACA-0D79-0F88-3B35180DD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31992-E445-1495-F277-193CCF5EB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13D9-5E23-4795-C756-843EBF843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23B77-E1C6-18A9-AB1D-7F17A0610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49B31-DA04-B19A-FF33-F0953EE9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668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B52A-4204-D6D3-520A-CCD4375C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847BC-CCB2-3037-725D-9FCBD2E40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5E81D-9E13-7533-6E30-BBC41192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3C9BD-07C8-1277-D680-BFC0269C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4BDBC-075A-A1C8-FFF1-585CACF4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204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BD4C-9706-D665-0BCC-B0CDF5E2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7CB75-C55A-E45F-E5F0-AD518C12B6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5B35A-6F66-0D31-B23C-A7D778390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613D0-7D57-910A-A180-058E069AD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24B3C-2718-2E6A-740B-9F7163BB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163D5-873B-46C5-E728-F8E67CF1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891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B23ED-01B4-AF68-64DF-4288F3A2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D5495-70AF-A42B-4E64-4943BB894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09B49-EEA5-4F45-7944-044EC7177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E14A8-8EDB-0785-8F6F-331D65176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33D21-DA7C-9D72-C656-C8EE8808DD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5127D6-9A61-0981-F4ED-E26E62859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69023-1C3F-9480-2EBE-C64892B28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E7B72-37E9-C7DB-4C0B-B6FDDD632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633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4C95-7CF9-CDFB-21EE-4FABC020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3A9A2-A5BE-16FE-AE23-8DA7269F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30269-C3FF-C5F2-7E3B-23BF2272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234026-A810-52D1-EB2A-3CA5BEFF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6952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1CED40-2FAB-50EB-346B-52460714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7364F-B90C-0EA7-6944-021F68AAA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D5695-5B64-2959-6B3F-87D9949C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9448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646C1-9337-BB38-0E68-806F1A7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5EE3D-9259-13BE-3BC6-A99501A5A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0BBD4-A935-6CD1-FEB2-2098758CB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0A859-CC93-D303-736C-BD90DCFB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EF52F-FFA2-53B2-7C13-A97A1319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B4C9F-8A55-D720-E4FA-A17FC59D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786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1CDFB-FAF1-10CB-C778-9190CE78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E325B-670A-2DAD-6EA5-BC2C30145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5F0043-B00F-DD83-0374-7F0D3DEA4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30B48-8761-B96E-C6E1-7582C043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0F427-5865-F456-045B-075412F78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DCC5E-E2A2-FCEE-041F-28788F30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478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59C6-36B3-5F62-E479-EDDCDB4BC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ECDA14-7F3C-A70C-BB7B-038B9F5C0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A8871-25F7-5CCE-90BC-6C7BDCB7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BDBF5-FD46-814E-F661-C5200D89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D96EF-C814-CC2A-6C61-7563B04E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275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2FADDA-7D3E-A2DD-D5DC-3F6E1648A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7B2EC-0D22-DB21-0A45-F9CE3B077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7DA89-801B-B6CB-9D5E-D987057F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88A94-FE09-E2EB-579F-6307C3DC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8F308-2B39-21DE-DB56-DF288DB5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696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ACBBC9-7DDA-6811-4125-13E217C1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DFF34-EA0B-58A5-69EB-2E57F16DB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D381-5F70-3A8A-EB01-C55E9E81E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FC1D5-8823-4690-A09A-C7DCA957B2C3}" type="datetimeFigureOut">
              <a:rPr lang="en-CA" smtClean="0"/>
              <a:t>2026-01-10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E32DC-6D61-7B77-0B23-895214978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1BBEA-8E26-7D09-6DA1-2957C38B6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A6B47-AF92-4B85-91F6-63EAA5F4D2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1216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0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F2DAA7-9A5B-1B86-85C0-E8F8747963D0}"/>
              </a:ext>
            </a:extLst>
          </p:cNvPr>
          <p:cNvSpPr/>
          <p:nvPr/>
        </p:nvSpPr>
        <p:spPr>
          <a:xfrm>
            <a:off x="1638300" y="3362325"/>
            <a:ext cx="8934450" cy="923926"/>
          </a:xfrm>
          <a:prstGeom prst="roundRect">
            <a:avLst>
              <a:gd name="adj" fmla="val 8594"/>
            </a:avLst>
          </a:prstGeom>
          <a:solidFill>
            <a:srgbClr val="0E2841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903A6F-84BB-0FC3-4F5F-184927E60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1306513"/>
          </a:xfrm>
        </p:spPr>
        <p:txBody>
          <a:bodyPr>
            <a:normAutofit/>
          </a:bodyPr>
          <a:lstStyle/>
          <a:p>
            <a:r>
              <a:rPr lang="en-US" dirty="0">
                <a:latin typeface="Quantico" panose="02000000000000000000" pitchFamily="2" charset="0"/>
                <a:ea typeface="STCaiyun" panose="020B0503020204020204" pitchFamily="2" charset="-122"/>
              </a:rPr>
              <a:t>Lego Backpack</a:t>
            </a:r>
            <a:endParaRPr lang="en-CA" dirty="0">
              <a:latin typeface="Quantico" panose="02000000000000000000" pitchFamily="2" charset="0"/>
              <a:ea typeface="STCaiyun" panose="020B0503020204020204" pitchFamily="2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24E2E-0FF7-2D31-21A1-6ECA691BC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657475"/>
          </a:xfrm>
        </p:spPr>
        <p:txBody>
          <a:bodyPr>
            <a:normAutofit/>
          </a:bodyPr>
          <a:lstStyle/>
          <a:p>
            <a:r>
              <a:rPr lang="en-US" dirty="0">
                <a:latin typeface="Quantico" panose="02000000000000000000" pitchFamily="2" charset="0"/>
              </a:rPr>
              <a:t>Information about the different Escape Backpack adventures and ideas for future Backpacks</a:t>
            </a:r>
            <a:endParaRPr lang="en-CA" dirty="0">
              <a:latin typeface="Quantic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95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6A397-FFE2-B103-4A54-85965F6B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A969A-7BD0-0FCF-B468-FA2F5124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65125"/>
            <a:ext cx="9000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Quantico" panose="02000000000000000000" pitchFamily="2" charset="0"/>
              </a:rPr>
              <a:t>Ideas</a:t>
            </a:r>
            <a:endParaRPr lang="en-CA" dirty="0">
              <a:solidFill>
                <a:schemeClr val="bg1"/>
              </a:solidFill>
              <a:latin typeface="Quantic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BD14-773F-D2E1-60F8-84FBC3E6A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What would be the adventure: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Simple backpack for kids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Re-uses other backpack clues/puzzles but in a simpler version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Story could be trying to free a Lego minifigure from a locked box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Lego minifigure could be changed to be the kid’s interest (wizard, astronaut, doctor…) and for them to keep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Font ideas: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 dirty="0" err="1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DynaPuff</a:t>
            </a:r>
            <a:r>
              <a:rPr lang="en-US" sz="12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: https://fonts.google.com/specimen/DynaPuff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Chewy: https://fonts.google.com/specimen/Chewy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Quantico" panose="02000000000000000000" pitchFamily="2" charset="0"/>
              <a:cs typeface="Dreaming Outloud Pro" panose="03050502040302030504" pitchFamily="66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Quantico" panose="02000000000000000000" pitchFamily="2" charset="0"/>
              <a:cs typeface="Dreaming Outloud Pro" panose="03050502040302030504" pitchFamily="66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Quantico" panose="02000000000000000000" pitchFamily="2" charset="0"/>
              <a:cs typeface="Dreaming Outloud Pro" panose="03050502040302030504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Quantico" panose="02000000000000000000" pitchFamily="2" charset="0"/>
              <a:cs typeface="Dreaming Outloud Pro" panose="03050502040302030504" pitchFamily="66" charset="0"/>
            </a:endParaRPr>
          </a:p>
        </p:txBody>
      </p:sp>
      <p:pic>
        <p:nvPicPr>
          <p:cNvPr id="5" name="Graphic 4" descr="Lights On with solid fill">
            <a:extLst>
              <a:ext uri="{FF2B5EF4-FFF2-40B4-BE49-F238E27FC236}">
                <a16:creationId xmlns:a16="http://schemas.microsoft.com/office/drawing/2014/main" id="{334EDBDB-7CFC-64A1-A4E6-4A7CF7069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000" y="36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19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F95C1-C980-1BFB-3864-C7B93F5A6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57FA1-A417-1D38-D112-02245EAAF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000" y="365125"/>
            <a:ext cx="90000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Quantico" panose="02000000000000000000" pitchFamily="2" charset="0"/>
              </a:rPr>
              <a:t>Physical Puzzle Ideas</a:t>
            </a:r>
            <a:endParaRPr lang="en-CA" dirty="0">
              <a:solidFill>
                <a:schemeClr val="bg1"/>
              </a:solidFill>
              <a:latin typeface="Quantic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4AAA1-C1E2-1D2B-53F3-CF6252EC7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Powders (baking soda, sugar, salt) to be mixed with vinegar. The one that reacts is the correct code.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Lego panels that when assembled correctly give you a number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Simple Einstein Riddle with 3 characters: Wizard, Astronaut, Princess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Could have different versions with different genders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Lego map with instructions to go from one place to the next. Reveals a number.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can be laminated and have a marker to help. Marker could be attached to vehicle to be more interactive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Lego contraption that has levers/wheels and will reveal the code with the correct sequence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2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Use elastic band to force position back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Lego build that contains a certain number of stud per </a:t>
            </a:r>
            <a:r>
              <a:rPr lang="en-US" sz="1600" dirty="0" err="1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colour</a:t>
            </a: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 (3 </a:t>
            </a:r>
            <a:r>
              <a:rPr lang="en-US" sz="1600" dirty="0" err="1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colours</a:t>
            </a:r>
            <a:r>
              <a:rPr lang="en-US" sz="1600" dirty="0">
                <a:solidFill>
                  <a:schemeClr val="bg1"/>
                </a:solidFill>
                <a:latin typeface="Quantico" panose="02000000000000000000" pitchFamily="2" charset="0"/>
                <a:cs typeface="Dreaming Outloud Pro" panose="03050502040302030504" pitchFamily="66" charset="0"/>
              </a:rPr>
              <a:t> of the lock)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Quantico" panose="02000000000000000000" pitchFamily="2" charset="0"/>
              <a:cs typeface="Dreaming Outloud Pro" panose="03050502040302030504" pitchFamily="66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600" dirty="0">
              <a:latin typeface="Quantico" panose="02000000000000000000" pitchFamily="2" charset="0"/>
              <a:cs typeface="Dreaming Outloud Pro" panose="03050502040302030504" pitchFamily="66" charset="0"/>
            </a:endParaRPr>
          </a:p>
        </p:txBody>
      </p:sp>
      <p:pic>
        <p:nvPicPr>
          <p:cNvPr id="5" name="Graphic 4" descr="Puzzle pieces with solid fill">
            <a:extLst>
              <a:ext uri="{FF2B5EF4-FFF2-40B4-BE49-F238E27FC236}">
                <a16:creationId xmlns:a16="http://schemas.microsoft.com/office/drawing/2014/main" id="{B74C622F-98A1-2447-9679-DB83575F3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000" y="36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8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219619fd-75dc-48cb-820d-8f683a95dd8b}" enabled="1" method="Privileged" siteId="{05c95b33-90ca-49d5-b644-288b930b912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10331</TotalTime>
  <Words>234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Quantico</vt:lpstr>
      <vt:lpstr>Office Theme</vt:lpstr>
      <vt:lpstr>Lego Backpack</vt:lpstr>
      <vt:lpstr>Ideas</vt:lpstr>
      <vt:lpstr>Physical Puzzle Ideas</vt:lpstr>
    </vt:vector>
  </TitlesOfParts>
  <Company>NRCan - RNCan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Guettier, Simon (he, him | il, lui)</dc:creator>
  <cp:lastModifiedBy>Guettier, Simon (he, him | il, lui)</cp:lastModifiedBy>
  <cp:revision>63</cp:revision>
  <dcterms:created xsi:type="dcterms:W3CDTF">2025-12-10T13:52:45Z</dcterms:created>
  <dcterms:modified xsi:type="dcterms:W3CDTF">2026-01-10T17:55:14Z</dcterms:modified>
</cp:coreProperties>
</file>