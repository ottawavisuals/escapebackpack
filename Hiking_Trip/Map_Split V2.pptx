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</p:sldIdLst>
  <p:sldSz cx="2735263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9DC459-3E80-47BE-BD7D-2E7767705F9D}" v="12" dt="2025-12-06T02:04:37.980"/>
    <p1510:client id="{23CFA99E-9C70-43FC-B85E-DE1ED5D14DAB}" v="89" dt="2025-12-06T01:51:40.4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41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29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 Guettier" userId="aecb12b45723362e" providerId="LiveId" clId="{93106A41-72F2-4D58-BE20-2D0BA65C9A85}"/>
    <pc:docChg chg="undo custSel addSld delSld modSld">
      <pc:chgData name="Simon Guettier" userId="aecb12b45723362e" providerId="LiveId" clId="{93106A41-72F2-4D58-BE20-2D0BA65C9A85}" dt="2025-12-06T02:05:00.667" v="397" actId="1076"/>
      <pc:docMkLst>
        <pc:docMk/>
      </pc:docMkLst>
      <pc:sldChg chg="addSp delSp modSp new del mod">
        <pc:chgData name="Simon Guettier" userId="aecb12b45723362e" providerId="LiveId" clId="{93106A41-72F2-4D58-BE20-2D0BA65C9A85}" dt="2025-12-06T01:02:40.655" v="159" actId="47"/>
        <pc:sldMkLst>
          <pc:docMk/>
          <pc:sldMk cId="1974274857" sldId="256"/>
        </pc:sldMkLst>
        <pc:spChg chg="del">
          <ac:chgData name="Simon Guettier" userId="aecb12b45723362e" providerId="LiveId" clId="{93106A41-72F2-4D58-BE20-2D0BA65C9A85}" dt="2025-12-06T00:43:04.503" v="1" actId="478"/>
          <ac:spMkLst>
            <pc:docMk/>
            <pc:sldMk cId="1974274857" sldId="256"/>
            <ac:spMk id="2" creationId="{9FC905B4-6A22-B615-04EF-8AA719A00FF1}"/>
          </ac:spMkLst>
        </pc:spChg>
        <pc:spChg chg="del">
          <ac:chgData name="Simon Guettier" userId="aecb12b45723362e" providerId="LiveId" clId="{93106A41-72F2-4D58-BE20-2D0BA65C9A85}" dt="2025-12-06T00:43:08.459" v="2" actId="478"/>
          <ac:spMkLst>
            <pc:docMk/>
            <pc:sldMk cId="1974274857" sldId="256"/>
            <ac:spMk id="3" creationId="{34499A2A-5D57-ACF6-394A-E0A2A628B349}"/>
          </ac:spMkLst>
        </pc:spChg>
        <pc:spChg chg="add mod">
          <ac:chgData name="Simon Guettier" userId="aecb12b45723362e" providerId="LiveId" clId="{93106A41-72F2-4D58-BE20-2D0BA65C9A85}" dt="2025-12-06T00:44:15.409" v="3"/>
          <ac:spMkLst>
            <pc:docMk/>
            <pc:sldMk cId="1974274857" sldId="256"/>
            <ac:spMk id="24" creationId="{5E9BE8D1-1D26-F384-8CB9-E5BDCC4B20A9}"/>
          </ac:spMkLst>
        </pc:spChg>
        <pc:spChg chg="add mod">
          <ac:chgData name="Simon Guettier" userId="aecb12b45723362e" providerId="LiveId" clId="{93106A41-72F2-4D58-BE20-2D0BA65C9A85}" dt="2025-12-06T00:44:15.409" v="3"/>
          <ac:spMkLst>
            <pc:docMk/>
            <pc:sldMk cId="1974274857" sldId="256"/>
            <ac:spMk id="25" creationId="{4E744CDF-8B9D-5F68-135D-AA75C8C01EFD}"/>
          </ac:spMkLst>
        </pc:spChg>
        <pc:spChg chg="add mod">
          <ac:chgData name="Simon Guettier" userId="aecb12b45723362e" providerId="LiveId" clId="{93106A41-72F2-4D58-BE20-2D0BA65C9A85}" dt="2025-12-06T00:44:15.409" v="3"/>
          <ac:spMkLst>
            <pc:docMk/>
            <pc:sldMk cId="1974274857" sldId="256"/>
            <ac:spMk id="26" creationId="{D7F818B9-27E1-949D-7FBD-B1712B50C470}"/>
          </ac:spMkLst>
        </pc:spChg>
        <pc:spChg chg="add mod">
          <ac:chgData name="Simon Guettier" userId="aecb12b45723362e" providerId="LiveId" clId="{93106A41-72F2-4D58-BE20-2D0BA65C9A85}" dt="2025-12-06T00:44:15.409" v="3"/>
          <ac:spMkLst>
            <pc:docMk/>
            <pc:sldMk cId="1974274857" sldId="256"/>
            <ac:spMk id="27" creationId="{9004663B-F6EF-EDAF-C5AA-7110009F2CD2}"/>
          </ac:spMkLst>
        </pc:spChg>
        <pc:spChg chg="add mod">
          <ac:chgData name="Simon Guettier" userId="aecb12b45723362e" providerId="LiveId" clId="{93106A41-72F2-4D58-BE20-2D0BA65C9A85}" dt="2025-12-06T00:44:15.409" v="3"/>
          <ac:spMkLst>
            <pc:docMk/>
            <pc:sldMk cId="1974274857" sldId="256"/>
            <ac:spMk id="28" creationId="{B02C646D-693E-53F4-F603-7B7DF8A773C3}"/>
          </ac:spMkLst>
        </pc:spChg>
        <pc:spChg chg="add del mod">
          <ac:chgData name="Simon Guettier" userId="aecb12b45723362e" providerId="LiveId" clId="{93106A41-72F2-4D58-BE20-2D0BA65C9A85}" dt="2025-12-06T00:53:04.962" v="79" actId="21"/>
          <ac:spMkLst>
            <pc:docMk/>
            <pc:sldMk cId="1974274857" sldId="256"/>
            <ac:spMk id="29" creationId="{FE76059E-FBF9-F0F5-A330-3DAF9A9C3852}"/>
          </ac:spMkLst>
        </pc:spChg>
        <pc:picChg chg="mod">
          <ac:chgData name="Simon Guettier" userId="aecb12b45723362e" providerId="LiveId" clId="{93106A41-72F2-4D58-BE20-2D0BA65C9A85}" dt="2025-12-06T00:51:58.761" v="49" actId="14100"/>
          <ac:picMkLst>
            <pc:docMk/>
            <pc:sldMk cId="1974274857" sldId="256"/>
            <ac:picMk id="4" creationId="{DC9A4151-6680-DB91-83E0-58096C1F6063}"/>
          </ac:picMkLst>
        </pc:picChg>
        <pc:picChg chg="mod">
          <ac:chgData name="Simon Guettier" userId="aecb12b45723362e" providerId="LiveId" clId="{93106A41-72F2-4D58-BE20-2D0BA65C9A85}" dt="2025-12-06T00:53:00.347" v="78" actId="1038"/>
          <ac:picMkLst>
            <pc:docMk/>
            <pc:sldMk cId="1974274857" sldId="256"/>
            <ac:picMk id="5" creationId="{99772679-18E7-3AD7-EBE4-31469515D377}"/>
          </ac:picMkLst>
        </pc:picChg>
        <pc:picChg chg="add mod">
          <ac:chgData name="Simon Guettier" userId="aecb12b45723362e" providerId="LiveId" clId="{93106A41-72F2-4D58-BE20-2D0BA65C9A85}" dt="2025-12-06T00:44:15.409" v="3"/>
          <ac:picMkLst>
            <pc:docMk/>
            <pc:sldMk cId="1974274857" sldId="256"/>
            <ac:picMk id="7" creationId="{58D0F15D-3448-C612-DCD7-6988D2A11337}"/>
          </ac:picMkLst>
        </pc:picChg>
        <pc:picChg chg="add mod">
          <ac:chgData name="Simon Guettier" userId="aecb12b45723362e" providerId="LiveId" clId="{93106A41-72F2-4D58-BE20-2D0BA65C9A85}" dt="2025-12-06T00:44:15.409" v="3"/>
          <ac:picMkLst>
            <pc:docMk/>
            <pc:sldMk cId="1974274857" sldId="256"/>
            <ac:picMk id="8" creationId="{DB59A1CE-72E1-7CF4-DFFA-D9A2EEC5BE18}"/>
          </ac:picMkLst>
        </pc:picChg>
        <pc:picChg chg="add mod">
          <ac:chgData name="Simon Guettier" userId="aecb12b45723362e" providerId="LiveId" clId="{93106A41-72F2-4D58-BE20-2D0BA65C9A85}" dt="2025-12-06T00:44:15.409" v="3"/>
          <ac:picMkLst>
            <pc:docMk/>
            <pc:sldMk cId="1974274857" sldId="256"/>
            <ac:picMk id="9" creationId="{3E172944-90CA-FC92-2E09-1F240A9B2A08}"/>
          </ac:picMkLst>
        </pc:picChg>
        <pc:picChg chg="add mod">
          <ac:chgData name="Simon Guettier" userId="aecb12b45723362e" providerId="LiveId" clId="{93106A41-72F2-4D58-BE20-2D0BA65C9A85}" dt="2025-12-06T00:44:15.409" v="3"/>
          <ac:picMkLst>
            <pc:docMk/>
            <pc:sldMk cId="1974274857" sldId="256"/>
            <ac:picMk id="11" creationId="{507781C2-6721-8495-5ED2-383038C373E1}"/>
          </ac:picMkLst>
        </pc:picChg>
        <pc:picChg chg="add mod">
          <ac:chgData name="Simon Guettier" userId="aecb12b45723362e" providerId="LiveId" clId="{93106A41-72F2-4D58-BE20-2D0BA65C9A85}" dt="2025-12-06T00:44:15.409" v="3"/>
          <ac:picMkLst>
            <pc:docMk/>
            <pc:sldMk cId="1974274857" sldId="256"/>
            <ac:picMk id="13" creationId="{95401300-F243-C341-8D7C-985DFD96DBE9}"/>
          </ac:picMkLst>
        </pc:picChg>
        <pc:picChg chg="add del">
          <ac:chgData name="Simon Guettier" userId="aecb12b45723362e" providerId="LiveId" clId="{93106A41-72F2-4D58-BE20-2D0BA65C9A85}" dt="2025-12-06T00:53:17.068" v="82" actId="21"/>
          <ac:picMkLst>
            <pc:docMk/>
            <pc:sldMk cId="1974274857" sldId="256"/>
            <ac:picMk id="30" creationId="{E06DB59E-0F57-A304-DDE1-4088CA2BB276}"/>
          </ac:picMkLst>
        </pc:picChg>
      </pc:sldChg>
      <pc:sldChg chg="addSp delSp modSp add del mod">
        <pc:chgData name="Simon Guettier" userId="aecb12b45723362e" providerId="LiveId" clId="{93106A41-72F2-4D58-BE20-2D0BA65C9A85}" dt="2025-12-06T00:58:44.023" v="137" actId="2696"/>
        <pc:sldMkLst>
          <pc:docMk/>
          <pc:sldMk cId="417577312" sldId="257"/>
        </pc:sldMkLst>
        <pc:spChg chg="del">
          <ac:chgData name="Simon Guettier" userId="aecb12b45723362e" providerId="LiveId" clId="{93106A41-72F2-4D58-BE20-2D0BA65C9A85}" dt="2025-12-06T00:47:29.179" v="30" actId="478"/>
          <ac:spMkLst>
            <pc:docMk/>
            <pc:sldMk cId="417577312" sldId="257"/>
            <ac:spMk id="24" creationId="{14F9E993-346F-8A66-6C30-57864FA106C4}"/>
          </ac:spMkLst>
        </pc:spChg>
        <pc:spChg chg="del">
          <ac:chgData name="Simon Guettier" userId="aecb12b45723362e" providerId="LiveId" clId="{93106A41-72F2-4D58-BE20-2D0BA65C9A85}" dt="2025-12-06T00:47:29.179" v="30" actId="478"/>
          <ac:spMkLst>
            <pc:docMk/>
            <pc:sldMk cId="417577312" sldId="257"/>
            <ac:spMk id="25" creationId="{E6C5F8A9-4ABC-F85A-E57E-09E2D4558657}"/>
          </ac:spMkLst>
        </pc:spChg>
        <pc:spChg chg="del">
          <ac:chgData name="Simon Guettier" userId="aecb12b45723362e" providerId="LiveId" clId="{93106A41-72F2-4D58-BE20-2D0BA65C9A85}" dt="2025-12-06T00:47:29.179" v="30" actId="478"/>
          <ac:spMkLst>
            <pc:docMk/>
            <pc:sldMk cId="417577312" sldId="257"/>
            <ac:spMk id="26" creationId="{150FFCB6-68E0-8B06-0053-BA9BDFF6E2B3}"/>
          </ac:spMkLst>
        </pc:spChg>
        <pc:spChg chg="del">
          <ac:chgData name="Simon Guettier" userId="aecb12b45723362e" providerId="LiveId" clId="{93106A41-72F2-4D58-BE20-2D0BA65C9A85}" dt="2025-12-06T00:47:29.179" v="30" actId="478"/>
          <ac:spMkLst>
            <pc:docMk/>
            <pc:sldMk cId="417577312" sldId="257"/>
            <ac:spMk id="27" creationId="{9134F599-93F9-B05A-AD25-1148A52BEB98}"/>
          </ac:spMkLst>
        </pc:spChg>
        <pc:spChg chg="del">
          <ac:chgData name="Simon Guettier" userId="aecb12b45723362e" providerId="LiveId" clId="{93106A41-72F2-4D58-BE20-2D0BA65C9A85}" dt="2025-12-06T00:47:29.179" v="30" actId="478"/>
          <ac:spMkLst>
            <pc:docMk/>
            <pc:sldMk cId="417577312" sldId="257"/>
            <ac:spMk id="28" creationId="{59E29E8F-6D94-AF88-59FB-0F5C721316C7}"/>
          </ac:spMkLst>
        </pc:spChg>
        <pc:spChg chg="del">
          <ac:chgData name="Simon Guettier" userId="aecb12b45723362e" providerId="LiveId" clId="{93106A41-72F2-4D58-BE20-2D0BA65C9A85}" dt="2025-12-06T00:47:09.301" v="27" actId="478"/>
          <ac:spMkLst>
            <pc:docMk/>
            <pc:sldMk cId="417577312" sldId="257"/>
            <ac:spMk id="29" creationId="{7BCCE5E9-3C3C-3B8E-2982-BD0BA60BE2F6}"/>
          </ac:spMkLst>
        </pc:spChg>
        <pc:spChg chg="add del mod ord">
          <ac:chgData name="Simon Guettier" userId="aecb12b45723362e" providerId="LiveId" clId="{93106A41-72F2-4D58-BE20-2D0BA65C9A85}" dt="2025-12-06T00:50:12.542" v="39"/>
          <ac:spMkLst>
            <pc:docMk/>
            <pc:sldMk cId="417577312" sldId="257"/>
            <ac:spMk id="30" creationId="{77357B48-A296-B0B7-8719-D3476DF7BCA4}"/>
          </ac:spMkLst>
        </pc:spChg>
        <pc:spChg chg="mod">
          <ac:chgData name="Simon Guettier" userId="aecb12b45723362e" providerId="LiveId" clId="{93106A41-72F2-4D58-BE20-2D0BA65C9A85}" dt="2025-12-06T00:48:02.486" v="36"/>
          <ac:spMkLst>
            <pc:docMk/>
            <pc:sldMk cId="417577312" sldId="257"/>
            <ac:spMk id="31" creationId="{FA908E8D-B989-4186-4C74-84DCB3917DC8}"/>
          </ac:spMkLst>
        </pc:spChg>
        <pc:spChg chg="add mod">
          <ac:chgData name="Simon Guettier" userId="aecb12b45723362e" providerId="LiveId" clId="{93106A41-72F2-4D58-BE20-2D0BA65C9A85}" dt="2025-12-06T00:50:43.705" v="41" actId="1076"/>
          <ac:spMkLst>
            <pc:docMk/>
            <pc:sldMk cId="417577312" sldId="257"/>
            <ac:spMk id="33" creationId="{B2959220-A527-1B0C-9568-0702163C0C3B}"/>
          </ac:spMkLst>
        </pc:spChg>
        <pc:spChg chg="add mod">
          <ac:chgData name="Simon Guettier" userId="aecb12b45723362e" providerId="LiveId" clId="{93106A41-72F2-4D58-BE20-2D0BA65C9A85}" dt="2025-12-06T00:50:50.475" v="43" actId="1076"/>
          <ac:spMkLst>
            <pc:docMk/>
            <pc:sldMk cId="417577312" sldId="257"/>
            <ac:spMk id="34" creationId="{3ADED255-101B-C4CE-AA6C-E82066E34233}"/>
          </ac:spMkLst>
        </pc:spChg>
        <pc:spChg chg="add mod">
          <ac:chgData name="Simon Guettier" userId="aecb12b45723362e" providerId="LiveId" clId="{93106A41-72F2-4D58-BE20-2D0BA65C9A85}" dt="2025-12-06T00:50:58.915" v="45" actId="1076"/>
          <ac:spMkLst>
            <pc:docMk/>
            <pc:sldMk cId="417577312" sldId="257"/>
            <ac:spMk id="35" creationId="{DE63088A-E24B-06ED-C120-28EE269AA3D3}"/>
          </ac:spMkLst>
        </pc:spChg>
        <pc:picChg chg="add del">
          <ac:chgData name="Simon Guettier" userId="aecb12b45723362e" providerId="LiveId" clId="{93106A41-72F2-4D58-BE20-2D0BA65C9A85}" dt="2025-12-06T00:47:27.220" v="29" actId="21"/>
          <ac:picMkLst>
            <pc:docMk/>
            <pc:sldMk cId="417577312" sldId="257"/>
            <ac:picMk id="2" creationId="{245F208F-D3D8-E8A6-A948-AA36A7CDF8F4}"/>
          </ac:picMkLst>
        </pc:picChg>
        <pc:picChg chg="add del mod">
          <ac:chgData name="Simon Guettier" userId="aecb12b45723362e" providerId="LiveId" clId="{93106A41-72F2-4D58-BE20-2D0BA65C9A85}" dt="2025-12-06T00:50:12.542" v="39"/>
          <ac:picMkLst>
            <pc:docMk/>
            <pc:sldMk cId="417577312" sldId="257"/>
            <ac:picMk id="3" creationId="{245F208F-D3D8-E8A6-A948-AA36A7CDF8F4}"/>
          </ac:picMkLst>
        </pc:picChg>
        <pc:picChg chg="del">
          <ac:chgData name="Simon Guettier" userId="aecb12b45723362e" providerId="LiveId" clId="{93106A41-72F2-4D58-BE20-2D0BA65C9A85}" dt="2025-12-06T00:47:29.179" v="30" actId="478"/>
          <ac:picMkLst>
            <pc:docMk/>
            <pc:sldMk cId="417577312" sldId="257"/>
            <ac:picMk id="4" creationId="{D3CCCE65-A2C5-AFB7-3ACA-41AD23ACBFD4}"/>
          </ac:picMkLst>
        </pc:picChg>
        <pc:picChg chg="del">
          <ac:chgData name="Simon Guettier" userId="aecb12b45723362e" providerId="LiveId" clId="{93106A41-72F2-4D58-BE20-2D0BA65C9A85}" dt="2025-12-06T00:47:29.179" v="30" actId="478"/>
          <ac:picMkLst>
            <pc:docMk/>
            <pc:sldMk cId="417577312" sldId="257"/>
            <ac:picMk id="6" creationId="{5AB54A41-4076-B4C1-606A-3952DC71013D}"/>
          </ac:picMkLst>
        </pc:picChg>
        <pc:picChg chg="del">
          <ac:chgData name="Simon Guettier" userId="aecb12b45723362e" providerId="LiveId" clId="{93106A41-72F2-4D58-BE20-2D0BA65C9A85}" dt="2025-12-06T00:47:29.179" v="30" actId="478"/>
          <ac:picMkLst>
            <pc:docMk/>
            <pc:sldMk cId="417577312" sldId="257"/>
            <ac:picMk id="13" creationId="{A34209AE-A325-E5BA-8ED6-61EDEF00B19A}"/>
          </ac:picMkLst>
        </pc:picChg>
        <pc:picChg chg="del">
          <ac:chgData name="Simon Guettier" userId="aecb12b45723362e" providerId="LiveId" clId="{93106A41-72F2-4D58-BE20-2D0BA65C9A85}" dt="2025-12-06T00:47:29.179" v="30" actId="478"/>
          <ac:picMkLst>
            <pc:docMk/>
            <pc:sldMk cId="417577312" sldId="257"/>
            <ac:picMk id="14" creationId="{83D4DFBF-3A3B-82A5-37EC-AB052B42F33E}"/>
          </ac:picMkLst>
        </pc:picChg>
        <pc:picChg chg="del">
          <ac:chgData name="Simon Guettier" userId="aecb12b45723362e" providerId="LiveId" clId="{93106A41-72F2-4D58-BE20-2D0BA65C9A85}" dt="2025-12-06T00:47:29.179" v="30" actId="478"/>
          <ac:picMkLst>
            <pc:docMk/>
            <pc:sldMk cId="417577312" sldId="257"/>
            <ac:picMk id="23" creationId="{187C6C6E-CE72-FC61-77CD-36B10961A262}"/>
          </ac:picMkLst>
        </pc:picChg>
        <pc:picChg chg="mod">
          <ac:chgData name="Simon Guettier" userId="aecb12b45723362e" providerId="LiveId" clId="{93106A41-72F2-4D58-BE20-2D0BA65C9A85}" dt="2025-12-06T00:50:12.542" v="39"/>
          <ac:picMkLst>
            <pc:docMk/>
            <pc:sldMk cId="417577312" sldId="257"/>
            <ac:picMk id="32" creationId="{179C4567-B015-0820-8735-17E9CD6E2EFA}"/>
          </ac:picMkLst>
        </pc:picChg>
      </pc:sldChg>
      <pc:sldChg chg="addSp delSp modSp add del mod">
        <pc:chgData name="Simon Guettier" userId="aecb12b45723362e" providerId="LiveId" clId="{93106A41-72F2-4D58-BE20-2D0BA65C9A85}" dt="2025-12-06T01:55:54.675" v="323" actId="2696"/>
        <pc:sldMkLst>
          <pc:docMk/>
          <pc:sldMk cId="3166193091" sldId="258"/>
        </pc:sldMkLst>
        <pc:spChg chg="del">
          <ac:chgData name="Simon Guettier" userId="aecb12b45723362e" providerId="LiveId" clId="{93106A41-72F2-4D58-BE20-2D0BA65C9A85}" dt="2025-12-06T00:52:22.155" v="54" actId="478"/>
          <ac:spMkLst>
            <pc:docMk/>
            <pc:sldMk cId="3166193091" sldId="258"/>
            <ac:spMk id="24" creationId="{E4D39125-0618-58CA-CA3F-A3820A80EDA3}"/>
          </ac:spMkLst>
        </pc:spChg>
        <pc:spChg chg="del">
          <ac:chgData name="Simon Guettier" userId="aecb12b45723362e" providerId="LiveId" clId="{93106A41-72F2-4D58-BE20-2D0BA65C9A85}" dt="2025-12-06T00:52:22.155" v="54" actId="478"/>
          <ac:spMkLst>
            <pc:docMk/>
            <pc:sldMk cId="3166193091" sldId="258"/>
            <ac:spMk id="25" creationId="{59B52537-1B82-0C0B-4BDD-6ADF588B2893}"/>
          </ac:spMkLst>
        </pc:spChg>
        <pc:spChg chg="del">
          <ac:chgData name="Simon Guettier" userId="aecb12b45723362e" providerId="LiveId" clId="{93106A41-72F2-4D58-BE20-2D0BA65C9A85}" dt="2025-12-06T00:52:22.155" v="54" actId="478"/>
          <ac:spMkLst>
            <pc:docMk/>
            <pc:sldMk cId="3166193091" sldId="258"/>
            <ac:spMk id="26" creationId="{10DEBC53-7B6B-DEBB-54D7-1C462BD14F44}"/>
          </ac:spMkLst>
        </pc:spChg>
        <pc:spChg chg="del">
          <ac:chgData name="Simon Guettier" userId="aecb12b45723362e" providerId="LiveId" clId="{93106A41-72F2-4D58-BE20-2D0BA65C9A85}" dt="2025-12-06T00:52:22.155" v="54" actId="478"/>
          <ac:spMkLst>
            <pc:docMk/>
            <pc:sldMk cId="3166193091" sldId="258"/>
            <ac:spMk id="27" creationId="{5F805C13-578A-0F8C-E4F3-9A19A7884FFF}"/>
          </ac:spMkLst>
        </pc:spChg>
        <pc:spChg chg="del">
          <ac:chgData name="Simon Guettier" userId="aecb12b45723362e" providerId="LiveId" clId="{93106A41-72F2-4D58-BE20-2D0BA65C9A85}" dt="2025-12-06T00:52:22.155" v="54" actId="478"/>
          <ac:spMkLst>
            <pc:docMk/>
            <pc:sldMk cId="3166193091" sldId="258"/>
            <ac:spMk id="28" creationId="{A5C8F5BC-62D5-AB01-4F00-0BF142748CA1}"/>
          </ac:spMkLst>
        </pc:spChg>
        <pc:spChg chg="del">
          <ac:chgData name="Simon Guettier" userId="aecb12b45723362e" providerId="LiveId" clId="{93106A41-72F2-4D58-BE20-2D0BA65C9A85}" dt="2025-12-06T00:52:10.669" v="51" actId="478"/>
          <ac:spMkLst>
            <pc:docMk/>
            <pc:sldMk cId="3166193091" sldId="258"/>
            <ac:spMk id="29" creationId="{8CF18547-626D-F3F0-0F4E-E7233C9F8CB5}"/>
          </ac:spMkLst>
        </pc:spChg>
        <pc:spChg chg="add del mod">
          <ac:chgData name="Simon Guettier" userId="aecb12b45723362e" providerId="LiveId" clId="{93106A41-72F2-4D58-BE20-2D0BA65C9A85}" dt="2025-12-06T00:52:52.598" v="61" actId="478"/>
          <ac:spMkLst>
            <pc:docMk/>
            <pc:sldMk cId="3166193091" sldId="258"/>
            <ac:spMk id="30" creationId="{99EB5FED-3FD9-FB7B-5957-0BD1D69C141E}"/>
          </ac:spMkLst>
        </pc:spChg>
        <pc:spChg chg="add del mod ord">
          <ac:chgData name="Simon Guettier" userId="aecb12b45723362e" providerId="LiveId" clId="{93106A41-72F2-4D58-BE20-2D0BA65C9A85}" dt="2025-12-06T00:57:41.939" v="127"/>
          <ac:spMkLst>
            <pc:docMk/>
            <pc:sldMk cId="3166193091" sldId="258"/>
            <ac:spMk id="31" creationId="{FE76059E-FBF9-F0F5-A330-3DAF9A9C3852}"/>
          </ac:spMkLst>
        </pc:spChg>
        <pc:spChg chg="add del mod">
          <ac:chgData name="Simon Guettier" userId="aecb12b45723362e" providerId="LiveId" clId="{93106A41-72F2-4D58-BE20-2D0BA65C9A85}" dt="2025-12-06T01:07:59.135" v="171" actId="207"/>
          <ac:spMkLst>
            <pc:docMk/>
            <pc:sldMk cId="3166193091" sldId="258"/>
            <ac:spMk id="34" creationId="{E10B0758-C0A3-669F-895F-3AED8CA10BF7}"/>
          </ac:spMkLst>
        </pc:spChg>
        <pc:spChg chg="add mod">
          <ac:chgData name="Simon Guettier" userId="aecb12b45723362e" providerId="LiveId" clId="{93106A41-72F2-4D58-BE20-2D0BA65C9A85}" dt="2025-12-06T01:07:59.135" v="171" actId="207"/>
          <ac:spMkLst>
            <pc:docMk/>
            <pc:sldMk cId="3166193091" sldId="258"/>
            <ac:spMk id="35" creationId="{8408132F-9147-3C81-5BBB-9C6E938DFD7B}"/>
          </ac:spMkLst>
        </pc:spChg>
        <pc:spChg chg="add del mod">
          <ac:chgData name="Simon Guettier" userId="aecb12b45723362e" providerId="LiveId" clId="{93106A41-72F2-4D58-BE20-2D0BA65C9A85}" dt="2025-12-06T01:07:59.135" v="171" actId="207"/>
          <ac:spMkLst>
            <pc:docMk/>
            <pc:sldMk cId="3166193091" sldId="258"/>
            <ac:spMk id="36" creationId="{F5062903-918C-464E-038C-A719AFC79208}"/>
          </ac:spMkLst>
        </pc:spChg>
        <pc:spChg chg="add del mod">
          <ac:chgData name="Simon Guettier" userId="aecb12b45723362e" providerId="LiveId" clId="{93106A41-72F2-4D58-BE20-2D0BA65C9A85}" dt="2025-12-06T01:07:59.135" v="171" actId="207"/>
          <ac:spMkLst>
            <pc:docMk/>
            <pc:sldMk cId="3166193091" sldId="258"/>
            <ac:spMk id="37" creationId="{162B577B-9D41-0104-7F2F-5159E124A1B7}"/>
          </ac:spMkLst>
        </pc:spChg>
        <pc:spChg chg="add del mod">
          <ac:chgData name="Simon Guettier" userId="aecb12b45723362e" providerId="LiveId" clId="{93106A41-72F2-4D58-BE20-2D0BA65C9A85}" dt="2025-12-06T01:07:59.135" v="171" actId="207"/>
          <ac:spMkLst>
            <pc:docMk/>
            <pc:sldMk cId="3166193091" sldId="258"/>
            <ac:spMk id="38" creationId="{1A6D54B3-AAA9-2A69-7522-C0A966E69C72}"/>
          </ac:spMkLst>
        </pc:spChg>
        <pc:spChg chg="add mod">
          <ac:chgData name="Simon Guettier" userId="aecb12b45723362e" providerId="LiveId" clId="{93106A41-72F2-4D58-BE20-2D0BA65C9A85}" dt="2025-12-06T01:07:59.135" v="171" actId="207"/>
          <ac:spMkLst>
            <pc:docMk/>
            <pc:sldMk cId="3166193091" sldId="258"/>
            <ac:spMk id="39" creationId="{AA776889-6A0B-057F-6B1F-2BB95D23DF5E}"/>
          </ac:spMkLst>
        </pc:spChg>
        <pc:spChg chg="add mod">
          <ac:chgData name="Simon Guettier" userId="aecb12b45723362e" providerId="LiveId" clId="{93106A41-72F2-4D58-BE20-2D0BA65C9A85}" dt="2025-12-06T01:07:59.135" v="171" actId="207"/>
          <ac:spMkLst>
            <pc:docMk/>
            <pc:sldMk cId="3166193091" sldId="258"/>
            <ac:spMk id="40" creationId="{B82932C1-638D-F294-F237-46D0435B7BDC}"/>
          </ac:spMkLst>
        </pc:spChg>
        <pc:spChg chg="add mod">
          <ac:chgData name="Simon Guettier" userId="aecb12b45723362e" providerId="LiveId" clId="{93106A41-72F2-4D58-BE20-2D0BA65C9A85}" dt="2025-12-06T01:07:59.135" v="171" actId="207"/>
          <ac:spMkLst>
            <pc:docMk/>
            <pc:sldMk cId="3166193091" sldId="258"/>
            <ac:spMk id="41" creationId="{4B8F2EE8-17E8-9ADB-58AA-3EE455F2ADD5}"/>
          </ac:spMkLst>
        </pc:spChg>
        <pc:spChg chg="add del mod">
          <ac:chgData name="Simon Guettier" userId="aecb12b45723362e" providerId="LiveId" clId="{93106A41-72F2-4D58-BE20-2D0BA65C9A85}" dt="2025-12-06T01:07:59.135" v="171" actId="207"/>
          <ac:spMkLst>
            <pc:docMk/>
            <pc:sldMk cId="3166193091" sldId="258"/>
            <ac:spMk id="42" creationId="{1879768E-508D-1ADA-C72E-E874D8A49603}"/>
          </ac:spMkLst>
        </pc:spChg>
        <pc:spChg chg="mod">
          <ac:chgData name="Simon Guettier" userId="aecb12b45723362e" providerId="LiveId" clId="{93106A41-72F2-4D58-BE20-2D0BA65C9A85}" dt="2025-12-06T01:07:55.107" v="169"/>
          <ac:spMkLst>
            <pc:docMk/>
            <pc:sldMk cId="3166193091" sldId="258"/>
            <ac:spMk id="43" creationId="{5CDA036C-A312-7763-2CEB-71FC182EA6F6}"/>
          </ac:spMkLst>
        </pc:spChg>
        <pc:spChg chg="mod">
          <ac:chgData name="Simon Guettier" userId="aecb12b45723362e" providerId="LiveId" clId="{93106A41-72F2-4D58-BE20-2D0BA65C9A85}" dt="2025-12-06T01:07:55.107" v="169"/>
          <ac:spMkLst>
            <pc:docMk/>
            <pc:sldMk cId="3166193091" sldId="258"/>
            <ac:spMk id="45" creationId="{641EDDE6-FF5C-24C7-D338-7C84FB22BCC4}"/>
          </ac:spMkLst>
        </pc:spChg>
        <pc:spChg chg="mod">
          <ac:chgData name="Simon Guettier" userId="aecb12b45723362e" providerId="LiveId" clId="{93106A41-72F2-4D58-BE20-2D0BA65C9A85}" dt="2025-12-06T01:07:55.107" v="169"/>
          <ac:spMkLst>
            <pc:docMk/>
            <pc:sldMk cId="3166193091" sldId="258"/>
            <ac:spMk id="46" creationId="{FB99B594-CD93-78FB-538F-7130B889173B}"/>
          </ac:spMkLst>
        </pc:spChg>
        <pc:spChg chg="mod">
          <ac:chgData name="Simon Guettier" userId="aecb12b45723362e" providerId="LiveId" clId="{93106A41-72F2-4D58-BE20-2D0BA65C9A85}" dt="2025-12-06T01:07:55.107" v="169"/>
          <ac:spMkLst>
            <pc:docMk/>
            <pc:sldMk cId="3166193091" sldId="258"/>
            <ac:spMk id="48" creationId="{8FB5B00D-5BFB-E673-3353-D6F7782E8066}"/>
          </ac:spMkLst>
        </pc:spChg>
        <pc:spChg chg="mod">
          <ac:chgData name="Simon Guettier" userId="aecb12b45723362e" providerId="LiveId" clId="{93106A41-72F2-4D58-BE20-2D0BA65C9A85}" dt="2025-12-06T01:07:55.107" v="169"/>
          <ac:spMkLst>
            <pc:docMk/>
            <pc:sldMk cId="3166193091" sldId="258"/>
            <ac:spMk id="50" creationId="{33CEE2A9-A171-5AE6-3E92-5C72822AC664}"/>
          </ac:spMkLst>
        </pc:spChg>
        <pc:picChg chg="add del">
          <ac:chgData name="Simon Guettier" userId="aecb12b45723362e" providerId="LiveId" clId="{93106A41-72F2-4D58-BE20-2D0BA65C9A85}" dt="2025-12-06T00:52:20.494" v="53" actId="21"/>
          <ac:picMkLst>
            <pc:docMk/>
            <pc:sldMk cId="3166193091" sldId="258"/>
            <ac:picMk id="2" creationId="{AB22DDF4-86A4-3ECD-DF77-98120C7FE0AA}"/>
          </ac:picMkLst>
        </pc:picChg>
        <pc:picChg chg="add del mod">
          <ac:chgData name="Simon Guettier" userId="aecb12b45723362e" providerId="LiveId" clId="{93106A41-72F2-4D58-BE20-2D0BA65C9A85}" dt="2025-12-06T00:52:55.674" v="62" actId="478"/>
          <ac:picMkLst>
            <pc:docMk/>
            <pc:sldMk cId="3166193091" sldId="258"/>
            <ac:picMk id="3" creationId="{AB22DDF4-86A4-3ECD-DF77-98120C7FE0AA}"/>
          </ac:picMkLst>
        </pc:picChg>
        <pc:picChg chg="del">
          <ac:chgData name="Simon Guettier" userId="aecb12b45723362e" providerId="LiveId" clId="{93106A41-72F2-4D58-BE20-2D0BA65C9A85}" dt="2025-12-06T00:52:22.155" v="54" actId="478"/>
          <ac:picMkLst>
            <pc:docMk/>
            <pc:sldMk cId="3166193091" sldId="258"/>
            <ac:picMk id="6" creationId="{3D8D5E85-93C3-7872-E9BA-BB3B7B7D6260}"/>
          </ac:picMkLst>
        </pc:picChg>
        <pc:picChg chg="del">
          <ac:chgData name="Simon Guettier" userId="aecb12b45723362e" providerId="LiveId" clId="{93106A41-72F2-4D58-BE20-2D0BA65C9A85}" dt="2025-12-06T00:52:22.155" v="54" actId="478"/>
          <ac:picMkLst>
            <pc:docMk/>
            <pc:sldMk cId="3166193091" sldId="258"/>
            <ac:picMk id="11" creationId="{2B1754F3-2DF8-21B1-0838-E4807289FD01}"/>
          </ac:picMkLst>
        </pc:picChg>
        <pc:picChg chg="del">
          <ac:chgData name="Simon Guettier" userId="aecb12b45723362e" providerId="LiveId" clId="{93106A41-72F2-4D58-BE20-2D0BA65C9A85}" dt="2025-12-06T00:52:22.155" v="54" actId="478"/>
          <ac:picMkLst>
            <pc:docMk/>
            <pc:sldMk cId="3166193091" sldId="258"/>
            <ac:picMk id="14" creationId="{8A0A9F09-AFEB-3955-82B5-49CDFC9D3D61}"/>
          </ac:picMkLst>
        </pc:picChg>
        <pc:picChg chg="del">
          <ac:chgData name="Simon Guettier" userId="aecb12b45723362e" providerId="LiveId" clId="{93106A41-72F2-4D58-BE20-2D0BA65C9A85}" dt="2025-12-06T00:52:22.155" v="54" actId="478"/>
          <ac:picMkLst>
            <pc:docMk/>
            <pc:sldMk cId="3166193091" sldId="258"/>
            <ac:picMk id="16" creationId="{19C4EA1C-2ECA-E004-3AFF-FA1EB023AA75}"/>
          </ac:picMkLst>
        </pc:picChg>
        <pc:picChg chg="del">
          <ac:chgData name="Simon Guettier" userId="aecb12b45723362e" providerId="LiveId" clId="{93106A41-72F2-4D58-BE20-2D0BA65C9A85}" dt="2025-12-06T00:52:22.155" v="54" actId="478"/>
          <ac:picMkLst>
            <pc:docMk/>
            <pc:sldMk cId="3166193091" sldId="258"/>
            <ac:picMk id="23" creationId="{9334CA32-4AAF-FEC6-4151-2780769BBE58}"/>
          </ac:picMkLst>
        </pc:picChg>
        <pc:picChg chg="add del mod ord modCrop">
          <ac:chgData name="Simon Guettier" userId="aecb12b45723362e" providerId="LiveId" clId="{93106A41-72F2-4D58-BE20-2D0BA65C9A85}" dt="2025-12-06T00:57:41.939" v="127"/>
          <ac:picMkLst>
            <pc:docMk/>
            <pc:sldMk cId="3166193091" sldId="258"/>
            <ac:picMk id="32" creationId="{E06DB59E-0F57-A304-DDE1-4088CA2BB276}"/>
          </ac:picMkLst>
        </pc:picChg>
        <pc:picChg chg="mod">
          <ac:chgData name="Simon Guettier" userId="aecb12b45723362e" providerId="LiveId" clId="{93106A41-72F2-4D58-BE20-2D0BA65C9A85}" dt="2025-12-06T01:07:59.135" v="171" actId="207"/>
          <ac:picMkLst>
            <pc:docMk/>
            <pc:sldMk cId="3166193091" sldId="258"/>
            <ac:picMk id="33" creationId="{82E7466F-2808-A59C-8AEB-9C8F75F45B18}"/>
          </ac:picMkLst>
        </pc:picChg>
      </pc:sldChg>
      <pc:sldChg chg="addSp delSp modSp add del mod">
        <pc:chgData name="Simon Guettier" userId="aecb12b45723362e" providerId="LiveId" clId="{93106A41-72F2-4D58-BE20-2D0BA65C9A85}" dt="2025-12-06T00:58:44.023" v="137" actId="2696"/>
        <pc:sldMkLst>
          <pc:docMk/>
          <pc:sldMk cId="1449942121" sldId="259"/>
        </pc:sldMkLst>
        <pc:spChg chg="add mod">
          <ac:chgData name="Simon Guettier" userId="aecb12b45723362e" providerId="LiveId" clId="{93106A41-72F2-4D58-BE20-2D0BA65C9A85}" dt="2025-12-06T00:54:31.555" v="90" actId="1076"/>
          <ac:spMkLst>
            <pc:docMk/>
            <pc:sldMk cId="1449942121" sldId="259"/>
            <ac:spMk id="2" creationId="{45BCB85D-EBBA-4894-9844-8A3783A97F01}"/>
          </ac:spMkLst>
        </pc:spChg>
        <pc:spChg chg="add mod">
          <ac:chgData name="Simon Guettier" userId="aecb12b45723362e" providerId="LiveId" clId="{93106A41-72F2-4D58-BE20-2D0BA65C9A85}" dt="2025-12-06T00:54:36.916" v="92" actId="1076"/>
          <ac:spMkLst>
            <pc:docMk/>
            <pc:sldMk cId="1449942121" sldId="259"/>
            <ac:spMk id="3" creationId="{3D631329-99AF-6991-DD36-12A0DA2D2650}"/>
          </ac:spMkLst>
        </pc:spChg>
        <pc:spChg chg="add del mod">
          <ac:chgData name="Simon Guettier" userId="aecb12b45723362e" providerId="LiveId" clId="{93106A41-72F2-4D58-BE20-2D0BA65C9A85}" dt="2025-12-06T00:54:52.924" v="95" actId="478"/>
          <ac:spMkLst>
            <pc:docMk/>
            <pc:sldMk cId="1449942121" sldId="259"/>
            <ac:spMk id="4" creationId="{A0E13BD8-7E30-ABEF-D123-629D792AE25C}"/>
          </ac:spMkLst>
        </pc:spChg>
      </pc:sldChg>
      <pc:sldChg chg="addSp delSp modSp add del mod">
        <pc:chgData name="Simon Guettier" userId="aecb12b45723362e" providerId="LiveId" clId="{93106A41-72F2-4D58-BE20-2D0BA65C9A85}" dt="2025-12-06T01:09:29.385" v="181" actId="2696"/>
        <pc:sldMkLst>
          <pc:docMk/>
          <pc:sldMk cId="3176558357" sldId="259"/>
        </pc:sldMkLst>
        <pc:spChg chg="add del mod">
          <ac:chgData name="Simon Guettier" userId="aecb12b45723362e" providerId="LiveId" clId="{93106A41-72F2-4D58-BE20-2D0BA65C9A85}" dt="2025-12-06T01:07:13.480" v="166"/>
          <ac:spMkLst>
            <pc:docMk/>
            <pc:sldMk cId="3176558357" sldId="259"/>
            <ac:spMk id="37" creationId="{68C3DAED-7E5E-7DA8-1AB3-41A73C42C919}"/>
          </ac:spMkLst>
        </pc:spChg>
        <pc:spChg chg="del">
          <ac:chgData name="Simon Guettier" userId="aecb12b45723362e" providerId="LiveId" clId="{93106A41-72F2-4D58-BE20-2D0BA65C9A85}" dt="2025-12-06T01:06:31.143" v="162" actId="478"/>
          <ac:spMkLst>
            <pc:docMk/>
            <pc:sldMk cId="3176558357" sldId="259"/>
            <ac:spMk id="39" creationId="{73C5F055-1940-75CF-BBF0-359F62091DB0}"/>
          </ac:spMkLst>
        </pc:spChg>
        <pc:picChg chg="mod">
          <ac:chgData name="Simon Guettier" userId="aecb12b45723362e" providerId="LiveId" clId="{93106A41-72F2-4D58-BE20-2D0BA65C9A85}" dt="2025-12-06T01:06:52.946" v="165"/>
          <ac:picMkLst>
            <pc:docMk/>
            <pc:sldMk cId="3176558357" sldId="259"/>
            <ac:picMk id="2" creationId="{B1761622-CDEA-38FC-FEDE-99DE55168F29}"/>
          </ac:picMkLst>
        </pc:picChg>
        <pc:picChg chg="mod">
          <ac:chgData name="Simon Guettier" userId="aecb12b45723362e" providerId="LiveId" clId="{93106A41-72F2-4D58-BE20-2D0BA65C9A85}" dt="2025-12-06T01:07:13.480" v="166"/>
          <ac:picMkLst>
            <pc:docMk/>
            <pc:sldMk cId="3176558357" sldId="259"/>
            <ac:picMk id="3" creationId="{C329818A-8939-AAD7-6994-B5FE442E182A}"/>
          </ac:picMkLst>
        </pc:picChg>
        <pc:picChg chg="mod">
          <ac:chgData name="Simon Guettier" userId="aecb12b45723362e" providerId="LiveId" clId="{93106A41-72F2-4D58-BE20-2D0BA65C9A85}" dt="2025-12-06T01:07:13.480" v="166"/>
          <ac:picMkLst>
            <pc:docMk/>
            <pc:sldMk cId="3176558357" sldId="259"/>
            <ac:picMk id="4" creationId="{5B9027B5-A8A1-65B2-0F9F-B0F826776B6D}"/>
          </ac:picMkLst>
        </pc:picChg>
        <pc:picChg chg="mod">
          <ac:chgData name="Simon Guettier" userId="aecb12b45723362e" providerId="LiveId" clId="{93106A41-72F2-4D58-BE20-2D0BA65C9A85}" dt="2025-12-06T01:07:21.027" v="167" actId="1076"/>
          <ac:picMkLst>
            <pc:docMk/>
            <pc:sldMk cId="3176558357" sldId="259"/>
            <ac:picMk id="5" creationId="{3D8D8899-9DCD-F61F-6C24-CFE778F6C915}"/>
          </ac:picMkLst>
        </pc:picChg>
        <pc:picChg chg="add del ord">
          <ac:chgData name="Simon Guettier" userId="aecb12b45723362e" providerId="LiveId" clId="{93106A41-72F2-4D58-BE20-2D0BA65C9A85}" dt="2025-12-06T01:07:13.480" v="166"/>
          <ac:picMkLst>
            <pc:docMk/>
            <pc:sldMk cId="3176558357" sldId="259"/>
            <ac:picMk id="33" creationId="{45BF1C4C-6EAF-B78B-4460-EA6FBBB0E76A}"/>
          </ac:picMkLst>
        </pc:picChg>
      </pc:sldChg>
      <pc:sldChg chg="addSp delSp modSp add mod">
        <pc:chgData name="Simon Guettier" userId="aecb12b45723362e" providerId="LiveId" clId="{93106A41-72F2-4D58-BE20-2D0BA65C9A85}" dt="2025-12-06T02:00:31.033" v="338" actId="1076"/>
        <pc:sldMkLst>
          <pc:docMk/>
          <pc:sldMk cId="691347869" sldId="260"/>
        </pc:sldMkLst>
        <pc:spChg chg="add mod">
          <ac:chgData name="Simon Guettier" userId="aecb12b45723362e" providerId="LiveId" clId="{93106A41-72F2-4D58-BE20-2D0BA65C9A85}" dt="2025-12-06T02:00:21.206" v="337" actId="1582"/>
          <ac:spMkLst>
            <pc:docMk/>
            <pc:sldMk cId="691347869" sldId="260"/>
            <ac:spMk id="3" creationId="{DEC45945-EBB0-BAF6-A0FC-BA898F08A857}"/>
          </ac:spMkLst>
        </pc:spChg>
        <pc:spChg chg="mod">
          <ac:chgData name="Simon Guettier" userId="aecb12b45723362e" providerId="LiveId" clId="{93106A41-72F2-4D58-BE20-2D0BA65C9A85}" dt="2025-12-06T01:34:20.158" v="203"/>
          <ac:spMkLst>
            <pc:docMk/>
            <pc:sldMk cId="691347869" sldId="260"/>
            <ac:spMk id="10" creationId="{256CD4B4-302C-7C5E-5C96-460280841DDB}"/>
          </ac:spMkLst>
        </pc:spChg>
        <pc:spChg chg="add del mod ord">
          <ac:chgData name="Simon Guettier" userId="aecb12b45723362e" providerId="LiveId" clId="{93106A41-72F2-4D58-BE20-2D0BA65C9A85}" dt="2025-12-06T01:55:57.628" v="324" actId="478"/>
          <ac:spMkLst>
            <pc:docMk/>
            <pc:sldMk cId="691347869" sldId="260"/>
            <ac:spMk id="34" creationId="{9726775E-69B0-C53B-6D39-531BF1799CA0}"/>
          </ac:spMkLst>
        </pc:spChg>
        <pc:spChg chg="add del mod ord">
          <ac:chgData name="Simon Guettier" userId="aecb12b45723362e" providerId="LiveId" clId="{93106A41-72F2-4D58-BE20-2D0BA65C9A85}" dt="2025-12-06T01:55:57.628" v="324" actId="478"/>
          <ac:spMkLst>
            <pc:docMk/>
            <pc:sldMk cId="691347869" sldId="260"/>
            <ac:spMk id="35" creationId="{FBDD3441-2331-C28D-FA38-BD9062E6A679}"/>
          </ac:spMkLst>
        </pc:spChg>
        <pc:spChg chg="add del mod ord">
          <ac:chgData name="Simon Guettier" userId="aecb12b45723362e" providerId="LiveId" clId="{93106A41-72F2-4D58-BE20-2D0BA65C9A85}" dt="2025-12-06T01:55:57.628" v="324" actId="478"/>
          <ac:spMkLst>
            <pc:docMk/>
            <pc:sldMk cId="691347869" sldId="260"/>
            <ac:spMk id="36" creationId="{2B49F2D2-2D0D-0802-AE90-BA9EBBDE31A7}"/>
          </ac:spMkLst>
        </pc:spChg>
        <pc:spChg chg="add del mod ord">
          <ac:chgData name="Simon Guettier" userId="aecb12b45723362e" providerId="LiveId" clId="{93106A41-72F2-4D58-BE20-2D0BA65C9A85}" dt="2025-12-06T01:55:57.628" v="324" actId="478"/>
          <ac:spMkLst>
            <pc:docMk/>
            <pc:sldMk cId="691347869" sldId="260"/>
            <ac:spMk id="37" creationId="{C4D2D2EE-F0F3-E983-D936-73569AA3AABA}"/>
          </ac:spMkLst>
        </pc:spChg>
        <pc:spChg chg="add del mod ord">
          <ac:chgData name="Simon Guettier" userId="aecb12b45723362e" providerId="LiveId" clId="{93106A41-72F2-4D58-BE20-2D0BA65C9A85}" dt="2025-12-06T01:55:57.628" v="324" actId="478"/>
          <ac:spMkLst>
            <pc:docMk/>
            <pc:sldMk cId="691347869" sldId="260"/>
            <ac:spMk id="38" creationId="{B16E9627-5BBD-1C75-FAD1-7809DAD3D92E}"/>
          </ac:spMkLst>
        </pc:spChg>
        <pc:spChg chg="add del mod ord">
          <ac:chgData name="Simon Guettier" userId="aecb12b45723362e" providerId="LiveId" clId="{93106A41-72F2-4D58-BE20-2D0BA65C9A85}" dt="2025-12-06T01:55:57.628" v="324" actId="478"/>
          <ac:spMkLst>
            <pc:docMk/>
            <pc:sldMk cId="691347869" sldId="260"/>
            <ac:spMk id="39" creationId="{ABB61281-28A3-EC16-0B51-1B28D1D6BDF4}"/>
          </ac:spMkLst>
        </pc:spChg>
        <pc:spChg chg="add del mod ord">
          <ac:chgData name="Simon Guettier" userId="aecb12b45723362e" providerId="LiveId" clId="{93106A41-72F2-4D58-BE20-2D0BA65C9A85}" dt="2025-12-06T01:55:57.628" v="324" actId="478"/>
          <ac:spMkLst>
            <pc:docMk/>
            <pc:sldMk cId="691347869" sldId="260"/>
            <ac:spMk id="40" creationId="{A0472B99-3F5A-03BA-C196-588F3BE9B4D4}"/>
          </ac:spMkLst>
        </pc:spChg>
        <pc:spChg chg="add del mod ord">
          <ac:chgData name="Simon Guettier" userId="aecb12b45723362e" providerId="LiveId" clId="{93106A41-72F2-4D58-BE20-2D0BA65C9A85}" dt="2025-12-06T01:55:57.628" v="324" actId="478"/>
          <ac:spMkLst>
            <pc:docMk/>
            <pc:sldMk cId="691347869" sldId="260"/>
            <ac:spMk id="41" creationId="{727BBDCA-D0DE-2DE8-9D97-E3643C317E11}"/>
          </ac:spMkLst>
        </pc:spChg>
        <pc:spChg chg="add del mod ord">
          <ac:chgData name="Simon Guettier" userId="aecb12b45723362e" providerId="LiveId" clId="{93106A41-72F2-4D58-BE20-2D0BA65C9A85}" dt="2025-12-06T01:55:57.628" v="324" actId="478"/>
          <ac:spMkLst>
            <pc:docMk/>
            <pc:sldMk cId="691347869" sldId="260"/>
            <ac:spMk id="42" creationId="{7BFA9A16-0ED8-4BBF-4DFD-5CE7C1B284DE}"/>
          </ac:spMkLst>
        </pc:spChg>
        <pc:picChg chg="add mod">
          <ac:chgData name="Simon Guettier" userId="aecb12b45723362e" providerId="LiveId" clId="{93106A41-72F2-4D58-BE20-2D0BA65C9A85}" dt="2025-12-06T02:00:31.033" v="338" actId="1076"/>
          <ac:picMkLst>
            <pc:docMk/>
            <pc:sldMk cId="691347869" sldId="260"/>
            <ac:picMk id="2" creationId="{E0BF295F-2FD7-1E05-B304-A08EEAEF31C8}"/>
          </ac:picMkLst>
        </pc:picChg>
        <pc:picChg chg="mod">
          <ac:chgData name="Simon Guettier" userId="aecb12b45723362e" providerId="LiveId" clId="{93106A41-72F2-4D58-BE20-2D0BA65C9A85}" dt="2025-12-06T01:09:20.060" v="180"/>
          <ac:picMkLst>
            <pc:docMk/>
            <pc:sldMk cId="691347869" sldId="260"/>
            <ac:picMk id="6" creationId="{EF44B578-4D08-45A9-01A9-73DAACB81B1B}"/>
          </ac:picMkLst>
        </pc:picChg>
        <pc:picChg chg="mod">
          <ac:chgData name="Simon Guettier" userId="aecb12b45723362e" providerId="LiveId" clId="{93106A41-72F2-4D58-BE20-2D0BA65C9A85}" dt="2025-12-06T01:09:18.792" v="179" actId="1076"/>
          <ac:picMkLst>
            <pc:docMk/>
            <pc:sldMk cId="691347869" sldId="260"/>
            <ac:picMk id="9" creationId="{6CE858BF-E868-7A0A-424B-29321AC07FAB}"/>
          </ac:picMkLst>
        </pc:picChg>
        <pc:picChg chg="add del mod">
          <ac:chgData name="Simon Guettier" userId="aecb12b45723362e" providerId="LiveId" clId="{93106A41-72F2-4D58-BE20-2D0BA65C9A85}" dt="2025-12-06T01:39:52.833" v="215"/>
          <ac:picMkLst>
            <pc:docMk/>
            <pc:sldMk cId="691347869" sldId="260"/>
            <ac:picMk id="11" creationId="{9A526B4A-2160-6734-0FA9-116606A7D026}"/>
          </ac:picMkLst>
        </pc:picChg>
        <pc:picChg chg="add del mod">
          <ac:chgData name="Simon Guettier" userId="aecb12b45723362e" providerId="LiveId" clId="{93106A41-72F2-4D58-BE20-2D0BA65C9A85}" dt="2025-12-06T01:42:28.188" v="251"/>
          <ac:picMkLst>
            <pc:docMk/>
            <pc:sldMk cId="691347869" sldId="260"/>
            <ac:picMk id="12" creationId="{C667FF26-3521-B4AA-10E8-F70EC574AB49}"/>
          </ac:picMkLst>
        </pc:picChg>
        <pc:picChg chg="add del">
          <ac:chgData name="Simon Guettier" userId="aecb12b45723362e" providerId="LiveId" clId="{93106A41-72F2-4D58-BE20-2D0BA65C9A85}" dt="2025-12-06T01:55:57.628" v="324" actId="478"/>
          <ac:picMkLst>
            <pc:docMk/>
            <pc:sldMk cId="691347869" sldId="260"/>
            <ac:picMk id="33" creationId="{BD974F75-28E2-4FD4-28AC-808ECE28F72D}"/>
          </ac:picMkLst>
        </pc:picChg>
      </pc:sldChg>
      <pc:sldChg chg="delSp modSp add del mod">
        <pc:chgData name="Simon Guettier" userId="aecb12b45723362e" providerId="LiveId" clId="{93106A41-72F2-4D58-BE20-2D0BA65C9A85}" dt="2025-12-06T01:33:23.694" v="191" actId="2696"/>
        <pc:sldMkLst>
          <pc:docMk/>
          <pc:sldMk cId="2398336819" sldId="261"/>
        </pc:sldMkLst>
        <pc:spChg chg="del">
          <ac:chgData name="Simon Guettier" userId="aecb12b45723362e" providerId="LiveId" clId="{93106A41-72F2-4D58-BE20-2D0BA65C9A85}" dt="2025-12-06T01:32:36.181" v="183"/>
          <ac:spMkLst>
            <pc:docMk/>
            <pc:sldMk cId="2398336819" sldId="261"/>
            <ac:spMk id="37" creationId="{702B23C4-1131-208D-62F7-279DE227CF27}"/>
          </ac:spMkLst>
        </pc:spChg>
        <pc:picChg chg="mod">
          <ac:chgData name="Simon Guettier" userId="aecb12b45723362e" providerId="LiveId" clId="{93106A41-72F2-4D58-BE20-2D0BA65C9A85}" dt="2025-12-06T01:32:41.228" v="184" actId="1076"/>
          <ac:picMkLst>
            <pc:docMk/>
            <pc:sldMk cId="2398336819" sldId="261"/>
            <ac:picMk id="2" creationId="{CD4A09A4-9CBD-1A99-87BB-247CE95FAAFC}"/>
          </ac:picMkLst>
        </pc:picChg>
        <pc:picChg chg="del">
          <ac:chgData name="Simon Guettier" userId="aecb12b45723362e" providerId="LiveId" clId="{93106A41-72F2-4D58-BE20-2D0BA65C9A85}" dt="2025-12-06T01:32:36.181" v="183"/>
          <ac:picMkLst>
            <pc:docMk/>
            <pc:sldMk cId="2398336819" sldId="261"/>
            <ac:picMk id="33" creationId="{A9876EC1-0BAC-8193-7E83-EF64BA544366}"/>
          </ac:picMkLst>
        </pc:picChg>
      </pc:sldChg>
      <pc:sldChg chg="addSp delSp modSp add mod">
        <pc:chgData name="Simon Guettier" userId="aecb12b45723362e" providerId="LiveId" clId="{93106A41-72F2-4D58-BE20-2D0BA65C9A85}" dt="2025-12-06T02:01:19.568" v="346" actId="1076"/>
        <pc:sldMkLst>
          <pc:docMk/>
          <pc:sldMk cId="3936104316" sldId="261"/>
        </pc:sldMkLst>
        <pc:picChg chg="del">
          <ac:chgData name="Simon Guettier" userId="aecb12b45723362e" providerId="LiveId" clId="{93106A41-72F2-4D58-BE20-2D0BA65C9A85}" dt="2025-12-06T02:00:43.063" v="340" actId="478"/>
          <ac:picMkLst>
            <pc:docMk/>
            <pc:sldMk cId="3936104316" sldId="261"/>
            <ac:picMk id="2" creationId="{B2C2C878-053D-1B38-668B-969675D6E9A1}"/>
          </ac:picMkLst>
        </pc:picChg>
        <pc:picChg chg="add mod">
          <ac:chgData name="Simon Guettier" userId="aecb12b45723362e" providerId="LiveId" clId="{93106A41-72F2-4D58-BE20-2D0BA65C9A85}" dt="2025-12-06T02:00:47.211" v="341"/>
          <ac:picMkLst>
            <pc:docMk/>
            <pc:sldMk cId="3936104316" sldId="261"/>
            <ac:picMk id="4" creationId="{7CB73655-CEAF-7158-DE61-9AD9BF06C57D}"/>
          </ac:picMkLst>
        </pc:picChg>
        <pc:picChg chg="add mod">
          <ac:chgData name="Simon Guettier" userId="aecb12b45723362e" providerId="LiveId" clId="{93106A41-72F2-4D58-BE20-2D0BA65C9A85}" dt="2025-12-06T02:01:19.568" v="346" actId="1076"/>
          <ac:picMkLst>
            <pc:docMk/>
            <pc:sldMk cId="3936104316" sldId="261"/>
            <ac:picMk id="5" creationId="{E6F52B64-5870-0D50-D2C0-DB01628CFE05}"/>
          </ac:picMkLst>
        </pc:picChg>
      </pc:sldChg>
      <pc:sldChg chg="addSp delSp modSp add mod">
        <pc:chgData name="Simon Guettier" userId="aecb12b45723362e" providerId="LiveId" clId="{93106A41-72F2-4D58-BE20-2D0BA65C9A85}" dt="2025-12-06T02:01:46.271" v="352" actId="1076"/>
        <pc:sldMkLst>
          <pc:docMk/>
          <pc:sldMk cId="1282978989" sldId="262"/>
        </pc:sldMkLst>
        <pc:picChg chg="add mod">
          <ac:chgData name="Simon Guettier" userId="aecb12b45723362e" providerId="LiveId" clId="{93106A41-72F2-4D58-BE20-2D0BA65C9A85}" dt="2025-12-06T02:01:46.271" v="352" actId="1076"/>
          <ac:picMkLst>
            <pc:docMk/>
            <pc:sldMk cId="1282978989" sldId="262"/>
            <ac:picMk id="2" creationId="{0AE9FEE7-9D6E-42C4-E8A1-FD5DFEC5059F}"/>
          </ac:picMkLst>
        </pc:picChg>
        <pc:picChg chg="del">
          <ac:chgData name="Simon Guettier" userId="aecb12b45723362e" providerId="LiveId" clId="{93106A41-72F2-4D58-BE20-2D0BA65C9A85}" dt="2025-12-06T02:01:26.168" v="348" actId="478"/>
          <ac:picMkLst>
            <pc:docMk/>
            <pc:sldMk cId="1282978989" sldId="262"/>
            <ac:picMk id="5" creationId="{93FF014B-BAD3-C662-9AAC-D4A7CB7E5C97}"/>
          </ac:picMkLst>
        </pc:picChg>
      </pc:sldChg>
      <pc:sldChg chg="addSp delSp modSp add del mod">
        <pc:chgData name="Simon Guettier" userId="aecb12b45723362e" providerId="LiveId" clId="{93106A41-72F2-4D58-BE20-2D0BA65C9A85}" dt="2025-12-06T01:55:54.675" v="323" actId="2696"/>
        <pc:sldMkLst>
          <pc:docMk/>
          <pc:sldMk cId="1589506695" sldId="262"/>
        </pc:sldMkLst>
        <pc:spChg chg="add mod">
          <ac:chgData name="Simon Guettier" userId="aecb12b45723362e" providerId="LiveId" clId="{93106A41-72F2-4D58-BE20-2D0BA65C9A85}" dt="2025-12-06T01:33:15.606" v="190" actId="1076"/>
          <ac:spMkLst>
            <pc:docMk/>
            <pc:sldMk cId="1589506695" sldId="262"/>
            <ac:spMk id="3" creationId="{AA687E9F-D90C-F4EA-5473-5B48116477FC}"/>
          </ac:spMkLst>
        </pc:spChg>
        <pc:spChg chg="add mod">
          <ac:chgData name="Simon Guettier" userId="aecb12b45723362e" providerId="LiveId" clId="{93106A41-72F2-4D58-BE20-2D0BA65C9A85}" dt="2025-12-06T01:33:52.413" v="198" actId="1076"/>
          <ac:spMkLst>
            <pc:docMk/>
            <pc:sldMk cId="1589506695" sldId="262"/>
            <ac:spMk id="5" creationId="{5E14E64D-BDDC-B9CB-812C-689386D62397}"/>
          </ac:spMkLst>
        </pc:spChg>
        <pc:spChg chg="add mod ord">
          <ac:chgData name="Simon Guettier" userId="aecb12b45723362e" providerId="LiveId" clId="{93106A41-72F2-4D58-BE20-2D0BA65C9A85}" dt="2025-12-06T01:40:26.122" v="223" actId="166"/>
          <ac:spMkLst>
            <pc:docMk/>
            <pc:sldMk cId="1589506695" sldId="262"/>
            <ac:spMk id="6" creationId="{9A51F51B-96DD-037D-B44D-726B113F80B2}"/>
          </ac:spMkLst>
        </pc:spChg>
        <pc:spChg chg="add mod">
          <ac:chgData name="Simon Guettier" userId="aecb12b45723362e" providerId="LiveId" clId="{93106A41-72F2-4D58-BE20-2D0BA65C9A85}" dt="2025-12-06T01:39:47.562" v="211" actId="1076"/>
          <ac:spMkLst>
            <pc:docMk/>
            <pc:sldMk cId="1589506695" sldId="262"/>
            <ac:spMk id="7" creationId="{CA1A8BC5-0916-5835-44DA-F37A746AE038}"/>
          </ac:spMkLst>
        </pc:spChg>
        <pc:spChg chg="add mod">
          <ac:chgData name="Simon Guettier" userId="aecb12b45723362e" providerId="LiveId" clId="{93106A41-72F2-4D58-BE20-2D0BA65C9A85}" dt="2025-12-06T01:40:58.823" v="231" actId="1076"/>
          <ac:spMkLst>
            <pc:docMk/>
            <pc:sldMk cId="1589506695" sldId="262"/>
            <ac:spMk id="10" creationId="{0824D4D8-DF7B-EED3-90D6-DCAB97710C8F}"/>
          </ac:spMkLst>
        </pc:spChg>
        <pc:spChg chg="add mod">
          <ac:chgData name="Simon Guettier" userId="aecb12b45723362e" providerId="LiveId" clId="{93106A41-72F2-4D58-BE20-2D0BA65C9A85}" dt="2025-12-06T01:41:43.321" v="240" actId="1076"/>
          <ac:spMkLst>
            <pc:docMk/>
            <pc:sldMk cId="1589506695" sldId="262"/>
            <ac:spMk id="13" creationId="{ABE66380-E473-5B58-30F4-514C1A6AFC13}"/>
          </ac:spMkLst>
        </pc:spChg>
        <pc:spChg chg="add mod">
          <ac:chgData name="Simon Guettier" userId="aecb12b45723362e" providerId="LiveId" clId="{93106A41-72F2-4D58-BE20-2D0BA65C9A85}" dt="2025-12-06T01:42:25.065" v="248" actId="1076"/>
          <ac:spMkLst>
            <pc:docMk/>
            <pc:sldMk cId="1589506695" sldId="262"/>
            <ac:spMk id="15" creationId="{5638877D-95E0-943C-83D1-83E555EEB343}"/>
          </ac:spMkLst>
        </pc:spChg>
        <pc:spChg chg="add mod">
          <ac:chgData name="Simon Guettier" userId="aecb12b45723362e" providerId="LiveId" clId="{93106A41-72F2-4D58-BE20-2D0BA65C9A85}" dt="2025-12-06T01:42:52.135" v="258" actId="1076"/>
          <ac:spMkLst>
            <pc:docMk/>
            <pc:sldMk cId="1589506695" sldId="262"/>
            <ac:spMk id="17" creationId="{588E09CA-0A81-447D-8892-8F90ABB05F46}"/>
          </ac:spMkLst>
        </pc:spChg>
        <pc:spChg chg="add mod">
          <ac:chgData name="Simon Guettier" userId="aecb12b45723362e" providerId="LiveId" clId="{93106A41-72F2-4D58-BE20-2D0BA65C9A85}" dt="2025-12-06T01:46:02.518" v="283" actId="1076"/>
          <ac:spMkLst>
            <pc:docMk/>
            <pc:sldMk cId="1589506695" sldId="262"/>
            <ac:spMk id="19" creationId="{6E51ECBE-502B-4E40-7680-A716803F31AE}"/>
          </ac:spMkLst>
        </pc:spChg>
        <pc:spChg chg="add mod">
          <ac:chgData name="Simon Guettier" userId="aecb12b45723362e" providerId="LiveId" clId="{93106A41-72F2-4D58-BE20-2D0BA65C9A85}" dt="2025-12-06T01:44:21.461" v="274" actId="1076"/>
          <ac:spMkLst>
            <pc:docMk/>
            <pc:sldMk cId="1589506695" sldId="262"/>
            <ac:spMk id="21" creationId="{32BF6B2F-B053-AA90-12CD-7D31767F7544}"/>
          </ac:spMkLst>
        </pc:spChg>
        <pc:spChg chg="add mod">
          <ac:chgData name="Simon Guettier" userId="aecb12b45723362e" providerId="LiveId" clId="{93106A41-72F2-4D58-BE20-2D0BA65C9A85}" dt="2025-12-06T01:45:49.545" v="282" actId="1076"/>
          <ac:spMkLst>
            <pc:docMk/>
            <pc:sldMk cId="1589506695" sldId="262"/>
            <ac:spMk id="23" creationId="{CD32BEC4-A40A-7777-2673-240834E4251E}"/>
          </ac:spMkLst>
        </pc:spChg>
        <pc:spChg chg="del">
          <ac:chgData name="Simon Guettier" userId="aecb12b45723362e" providerId="LiveId" clId="{93106A41-72F2-4D58-BE20-2D0BA65C9A85}" dt="2025-12-06T01:32:53.748" v="186" actId="478"/>
          <ac:spMkLst>
            <pc:docMk/>
            <pc:sldMk cId="1589506695" sldId="262"/>
            <ac:spMk id="34" creationId="{7CE38349-A35A-F250-78C2-8A302BABBB95}"/>
          </ac:spMkLst>
        </pc:spChg>
        <pc:spChg chg="del">
          <ac:chgData name="Simon Guettier" userId="aecb12b45723362e" providerId="LiveId" clId="{93106A41-72F2-4D58-BE20-2D0BA65C9A85}" dt="2025-12-06T01:32:53.748" v="186" actId="478"/>
          <ac:spMkLst>
            <pc:docMk/>
            <pc:sldMk cId="1589506695" sldId="262"/>
            <ac:spMk id="35" creationId="{7EE9166F-A9F6-142F-4829-90EF399492D6}"/>
          </ac:spMkLst>
        </pc:spChg>
        <pc:spChg chg="del">
          <ac:chgData name="Simon Guettier" userId="aecb12b45723362e" providerId="LiveId" clId="{93106A41-72F2-4D58-BE20-2D0BA65C9A85}" dt="2025-12-06T01:32:53.748" v="186" actId="478"/>
          <ac:spMkLst>
            <pc:docMk/>
            <pc:sldMk cId="1589506695" sldId="262"/>
            <ac:spMk id="36" creationId="{229606AF-E1E7-FD14-EA53-33806D077F16}"/>
          </ac:spMkLst>
        </pc:spChg>
        <pc:spChg chg="del">
          <ac:chgData name="Simon Guettier" userId="aecb12b45723362e" providerId="LiveId" clId="{93106A41-72F2-4D58-BE20-2D0BA65C9A85}" dt="2025-12-06T01:32:53.748" v="186" actId="478"/>
          <ac:spMkLst>
            <pc:docMk/>
            <pc:sldMk cId="1589506695" sldId="262"/>
            <ac:spMk id="37" creationId="{5FC8E0DB-E4EC-2B16-86E9-A1C783D0F741}"/>
          </ac:spMkLst>
        </pc:spChg>
        <pc:spChg chg="del">
          <ac:chgData name="Simon Guettier" userId="aecb12b45723362e" providerId="LiveId" clId="{93106A41-72F2-4D58-BE20-2D0BA65C9A85}" dt="2025-12-06T01:32:53.748" v="186" actId="478"/>
          <ac:spMkLst>
            <pc:docMk/>
            <pc:sldMk cId="1589506695" sldId="262"/>
            <ac:spMk id="38" creationId="{4ADD77F5-C3BD-8B94-8B9D-0B4D32BE85FA}"/>
          </ac:spMkLst>
        </pc:spChg>
        <pc:spChg chg="del">
          <ac:chgData name="Simon Guettier" userId="aecb12b45723362e" providerId="LiveId" clId="{93106A41-72F2-4D58-BE20-2D0BA65C9A85}" dt="2025-12-06T01:32:53.748" v="186" actId="478"/>
          <ac:spMkLst>
            <pc:docMk/>
            <pc:sldMk cId="1589506695" sldId="262"/>
            <ac:spMk id="39" creationId="{BC1DC0CF-C6A3-3FF7-B387-C81FEC45EA25}"/>
          </ac:spMkLst>
        </pc:spChg>
        <pc:spChg chg="del">
          <ac:chgData name="Simon Guettier" userId="aecb12b45723362e" providerId="LiveId" clId="{93106A41-72F2-4D58-BE20-2D0BA65C9A85}" dt="2025-12-06T01:32:53.748" v="186" actId="478"/>
          <ac:spMkLst>
            <pc:docMk/>
            <pc:sldMk cId="1589506695" sldId="262"/>
            <ac:spMk id="40" creationId="{4CA48DE8-AE4C-B743-1A93-44F8E000E75B}"/>
          </ac:spMkLst>
        </pc:spChg>
        <pc:spChg chg="del">
          <ac:chgData name="Simon Guettier" userId="aecb12b45723362e" providerId="LiveId" clId="{93106A41-72F2-4D58-BE20-2D0BA65C9A85}" dt="2025-12-06T01:32:53.748" v="186" actId="478"/>
          <ac:spMkLst>
            <pc:docMk/>
            <pc:sldMk cId="1589506695" sldId="262"/>
            <ac:spMk id="41" creationId="{A5C4566C-F687-274D-FAA7-508D2E3E1A4D}"/>
          </ac:spMkLst>
        </pc:spChg>
        <pc:spChg chg="del">
          <ac:chgData name="Simon Guettier" userId="aecb12b45723362e" providerId="LiveId" clId="{93106A41-72F2-4D58-BE20-2D0BA65C9A85}" dt="2025-12-06T01:32:53.748" v="186" actId="478"/>
          <ac:spMkLst>
            <pc:docMk/>
            <pc:sldMk cId="1589506695" sldId="262"/>
            <ac:spMk id="42" creationId="{4A7D5EFD-7906-F932-990E-95AF4B1D0334}"/>
          </ac:spMkLst>
        </pc:spChg>
        <pc:picChg chg="add mod">
          <ac:chgData name="Simon Guettier" userId="aecb12b45723362e" providerId="LiveId" clId="{93106A41-72F2-4D58-BE20-2D0BA65C9A85}" dt="2025-12-06T01:33:15.606" v="190" actId="1076"/>
          <ac:picMkLst>
            <pc:docMk/>
            <pc:sldMk cId="1589506695" sldId="262"/>
            <ac:picMk id="2" creationId="{B7D94458-C718-8364-03C7-2ECCDA5BD3E4}"/>
          </ac:picMkLst>
        </pc:picChg>
        <pc:picChg chg="add mod">
          <ac:chgData name="Simon Guettier" userId="aecb12b45723362e" providerId="LiveId" clId="{93106A41-72F2-4D58-BE20-2D0BA65C9A85}" dt="2025-12-06T01:33:44.126" v="196" actId="1076"/>
          <ac:picMkLst>
            <pc:docMk/>
            <pc:sldMk cId="1589506695" sldId="262"/>
            <ac:picMk id="4" creationId="{25E4F82C-C9B8-402A-57B9-AD60CAA77FCB}"/>
          </ac:picMkLst>
        </pc:picChg>
        <pc:picChg chg="add mod">
          <ac:chgData name="Simon Guettier" userId="aecb12b45723362e" providerId="LiveId" clId="{93106A41-72F2-4D58-BE20-2D0BA65C9A85}" dt="2025-12-06T01:40:19.476" v="222" actId="1076"/>
          <ac:picMkLst>
            <pc:docMk/>
            <pc:sldMk cId="1589506695" sldId="262"/>
            <ac:picMk id="8" creationId="{7533CF6A-E7A4-6435-0D24-B1F2F8C3D89F}"/>
          </ac:picMkLst>
        </pc:picChg>
        <pc:picChg chg="add mod">
          <ac:chgData name="Simon Guettier" userId="aecb12b45723362e" providerId="LiveId" clId="{93106A41-72F2-4D58-BE20-2D0BA65C9A85}" dt="2025-12-06T01:41:02.498" v="232" actId="1076"/>
          <ac:picMkLst>
            <pc:docMk/>
            <pc:sldMk cId="1589506695" sldId="262"/>
            <ac:picMk id="9" creationId="{60414546-2932-9F3A-9AA0-C4CD5F0AF56F}"/>
          </ac:picMkLst>
        </pc:picChg>
        <pc:picChg chg="add mod">
          <ac:chgData name="Simon Guettier" userId="aecb12b45723362e" providerId="LiveId" clId="{93106A41-72F2-4D58-BE20-2D0BA65C9A85}" dt="2025-12-06T01:39:50.444" v="213" actId="1076"/>
          <ac:picMkLst>
            <pc:docMk/>
            <pc:sldMk cId="1589506695" sldId="262"/>
            <ac:picMk id="11" creationId="{9A526B4A-2160-6734-0FA9-116606A7D026}"/>
          </ac:picMkLst>
        </pc:picChg>
        <pc:picChg chg="add mod">
          <ac:chgData name="Simon Guettier" userId="aecb12b45723362e" providerId="LiveId" clId="{93106A41-72F2-4D58-BE20-2D0BA65C9A85}" dt="2025-12-06T01:41:36.167" v="238" actId="1076"/>
          <ac:picMkLst>
            <pc:docMk/>
            <pc:sldMk cId="1589506695" sldId="262"/>
            <ac:picMk id="12" creationId="{BAEC98BE-5F4A-4427-72C5-D45E37941F36}"/>
          </ac:picMkLst>
        </pc:picChg>
        <pc:picChg chg="add mod">
          <ac:chgData name="Simon Guettier" userId="aecb12b45723362e" providerId="LiveId" clId="{93106A41-72F2-4D58-BE20-2D0BA65C9A85}" dt="2025-12-06T01:42:25.846" v="249" actId="1076"/>
          <ac:picMkLst>
            <pc:docMk/>
            <pc:sldMk cId="1589506695" sldId="262"/>
            <ac:picMk id="14" creationId="{C667FF26-3521-B4AA-10E8-F70EC574AB49}"/>
          </ac:picMkLst>
        </pc:picChg>
        <pc:picChg chg="add mod">
          <ac:chgData name="Simon Guettier" userId="aecb12b45723362e" providerId="LiveId" clId="{93106A41-72F2-4D58-BE20-2D0BA65C9A85}" dt="2025-12-06T01:42:45.197" v="256" actId="1076"/>
          <ac:picMkLst>
            <pc:docMk/>
            <pc:sldMk cId="1589506695" sldId="262"/>
            <ac:picMk id="16" creationId="{3F7955EC-1771-38B1-1CB5-C489067D3D08}"/>
          </ac:picMkLst>
        </pc:picChg>
        <pc:picChg chg="add mod">
          <ac:chgData name="Simon Guettier" userId="aecb12b45723362e" providerId="LiveId" clId="{93106A41-72F2-4D58-BE20-2D0BA65C9A85}" dt="2025-12-06T01:43:37.646" v="264" actId="1076"/>
          <ac:picMkLst>
            <pc:docMk/>
            <pc:sldMk cId="1589506695" sldId="262"/>
            <ac:picMk id="18" creationId="{CE189F46-5FD8-941E-7B64-2EF809FB8FF3}"/>
          </ac:picMkLst>
        </pc:picChg>
        <pc:picChg chg="add mod">
          <ac:chgData name="Simon Guettier" userId="aecb12b45723362e" providerId="LiveId" clId="{93106A41-72F2-4D58-BE20-2D0BA65C9A85}" dt="2025-12-06T01:44:13.161" v="272" actId="1076"/>
          <ac:picMkLst>
            <pc:docMk/>
            <pc:sldMk cId="1589506695" sldId="262"/>
            <ac:picMk id="20" creationId="{A4A7B2FD-813E-7C46-AE43-FBF9B8CC6C17}"/>
          </ac:picMkLst>
        </pc:picChg>
        <pc:picChg chg="add mod">
          <ac:chgData name="Simon Guettier" userId="aecb12b45723362e" providerId="LiveId" clId="{93106A41-72F2-4D58-BE20-2D0BA65C9A85}" dt="2025-12-06T01:45:40.611" v="280"/>
          <ac:picMkLst>
            <pc:docMk/>
            <pc:sldMk cId="1589506695" sldId="262"/>
            <ac:picMk id="22" creationId="{0282F759-031C-DED0-908B-10A56C3BC733}"/>
          </ac:picMkLst>
        </pc:picChg>
        <pc:picChg chg="del">
          <ac:chgData name="Simon Guettier" userId="aecb12b45723362e" providerId="LiveId" clId="{93106A41-72F2-4D58-BE20-2D0BA65C9A85}" dt="2025-12-06T01:32:53.748" v="186" actId="478"/>
          <ac:picMkLst>
            <pc:docMk/>
            <pc:sldMk cId="1589506695" sldId="262"/>
            <ac:picMk id="33" creationId="{B1E13C9A-6F61-6203-FD32-A95C02B10C9F}"/>
          </ac:picMkLst>
        </pc:picChg>
      </pc:sldChg>
      <pc:sldChg chg="addSp delSp modSp add del mod">
        <pc:chgData name="Simon Guettier" userId="aecb12b45723362e" providerId="LiveId" clId="{93106A41-72F2-4D58-BE20-2D0BA65C9A85}" dt="2025-12-06T01:40:30.448" v="224" actId="2696"/>
        <pc:sldMkLst>
          <pc:docMk/>
          <pc:sldMk cId="663703764" sldId="263"/>
        </pc:sldMkLst>
        <pc:spChg chg="mod">
          <ac:chgData name="Simon Guettier" userId="aecb12b45723362e" providerId="LiveId" clId="{93106A41-72F2-4D58-BE20-2D0BA65C9A85}" dt="2025-12-06T01:40:05.276" v="218"/>
          <ac:spMkLst>
            <pc:docMk/>
            <pc:sldMk cId="663703764" sldId="263"/>
            <ac:spMk id="2" creationId="{BDB69E9C-D7E5-BCF9-FEFE-A36F67D5807E}"/>
          </ac:spMkLst>
        </pc:spChg>
        <pc:spChg chg="add del">
          <ac:chgData name="Simon Guettier" userId="aecb12b45723362e" providerId="LiveId" clId="{93106A41-72F2-4D58-BE20-2D0BA65C9A85}" dt="2025-12-06T01:40:13.805" v="219"/>
          <ac:spMkLst>
            <pc:docMk/>
            <pc:sldMk cId="663703764" sldId="263"/>
            <ac:spMk id="38" creationId="{468F8F24-B551-6DE0-BBBC-ACB3EC5F80D3}"/>
          </ac:spMkLst>
        </pc:spChg>
        <pc:picChg chg="del mod">
          <ac:chgData name="Simon Guettier" userId="aecb12b45723362e" providerId="LiveId" clId="{93106A41-72F2-4D58-BE20-2D0BA65C9A85}" dt="2025-12-06T01:40:15.703" v="220" actId="21"/>
          <ac:picMkLst>
            <pc:docMk/>
            <pc:sldMk cId="663703764" sldId="263"/>
            <ac:picMk id="3" creationId="{7533CF6A-E7A4-6435-0D24-B1F2F8C3D89F}"/>
          </ac:picMkLst>
        </pc:picChg>
        <pc:picChg chg="add del">
          <ac:chgData name="Simon Guettier" userId="aecb12b45723362e" providerId="LiveId" clId="{93106A41-72F2-4D58-BE20-2D0BA65C9A85}" dt="2025-12-06T01:40:13.805" v="219"/>
          <ac:picMkLst>
            <pc:docMk/>
            <pc:sldMk cId="663703764" sldId="263"/>
            <ac:picMk id="33" creationId="{3DF067BF-EAB9-F8F5-9DF8-835FAB055165}"/>
          </ac:picMkLst>
        </pc:picChg>
      </pc:sldChg>
      <pc:sldChg chg="delSp modSp add del mod">
        <pc:chgData name="Simon Guettier" userId="aecb12b45723362e" providerId="LiveId" clId="{93106A41-72F2-4D58-BE20-2D0BA65C9A85}" dt="2025-12-06T01:44:33.396" v="275" actId="2696"/>
        <pc:sldMkLst>
          <pc:docMk/>
          <pc:sldMk cId="908507127" sldId="263"/>
        </pc:sldMkLst>
        <pc:spChg chg="del">
          <ac:chgData name="Simon Guettier" userId="aecb12b45723362e" providerId="LiveId" clId="{93106A41-72F2-4D58-BE20-2D0BA65C9A85}" dt="2025-12-06T01:44:00.467" v="269"/>
          <ac:spMkLst>
            <pc:docMk/>
            <pc:sldMk cId="908507127" sldId="263"/>
            <ac:spMk id="42" creationId="{B0836D33-EB8E-2618-2D0F-6006BA9EEAC9}"/>
          </ac:spMkLst>
        </pc:spChg>
        <pc:picChg chg="del mod">
          <ac:chgData name="Simon Guettier" userId="aecb12b45723362e" providerId="LiveId" clId="{93106A41-72F2-4D58-BE20-2D0BA65C9A85}" dt="2025-12-06T01:44:01.288" v="270" actId="21"/>
          <ac:picMkLst>
            <pc:docMk/>
            <pc:sldMk cId="908507127" sldId="263"/>
            <ac:picMk id="2" creationId="{A4A7B2FD-813E-7C46-AE43-FBF9B8CC6C17}"/>
          </ac:picMkLst>
        </pc:picChg>
        <pc:picChg chg="del">
          <ac:chgData name="Simon Guettier" userId="aecb12b45723362e" providerId="LiveId" clId="{93106A41-72F2-4D58-BE20-2D0BA65C9A85}" dt="2025-12-06T01:44:00.467" v="269"/>
          <ac:picMkLst>
            <pc:docMk/>
            <pc:sldMk cId="908507127" sldId="263"/>
            <ac:picMk id="33" creationId="{12C577B0-CEA9-B991-BCFB-8CD98476C46F}"/>
          </ac:picMkLst>
        </pc:picChg>
      </pc:sldChg>
      <pc:sldChg chg="delSp modSp add del mod">
        <pc:chgData name="Simon Guettier" userId="aecb12b45723362e" providerId="LiveId" clId="{93106A41-72F2-4D58-BE20-2D0BA65C9A85}" dt="2025-12-06T01:46:47.067" v="284" actId="2696"/>
        <pc:sldMkLst>
          <pc:docMk/>
          <pc:sldMk cId="1190442321" sldId="263"/>
        </pc:sldMkLst>
        <pc:spChg chg="del">
          <ac:chgData name="Simon Guettier" userId="aecb12b45723362e" providerId="LiveId" clId="{93106A41-72F2-4D58-BE20-2D0BA65C9A85}" dt="2025-12-06T01:44:51.377" v="277" actId="478"/>
          <ac:spMkLst>
            <pc:docMk/>
            <pc:sldMk cId="1190442321" sldId="263"/>
            <ac:spMk id="34" creationId="{2BF42FFA-A266-7162-1B99-F6161C4CCBE4}"/>
          </ac:spMkLst>
        </pc:spChg>
        <pc:spChg chg="del">
          <ac:chgData name="Simon Guettier" userId="aecb12b45723362e" providerId="LiveId" clId="{93106A41-72F2-4D58-BE20-2D0BA65C9A85}" dt="2025-12-06T01:45:37.127" v="278"/>
          <ac:spMkLst>
            <pc:docMk/>
            <pc:sldMk cId="1190442321" sldId="263"/>
            <ac:spMk id="35" creationId="{DB2A2E26-F837-BAF1-EA94-12570DD9994E}"/>
          </ac:spMkLst>
        </pc:spChg>
        <pc:spChg chg="del">
          <ac:chgData name="Simon Guettier" userId="aecb12b45723362e" providerId="LiveId" clId="{93106A41-72F2-4D58-BE20-2D0BA65C9A85}" dt="2025-12-06T01:44:51.377" v="277" actId="478"/>
          <ac:spMkLst>
            <pc:docMk/>
            <pc:sldMk cId="1190442321" sldId="263"/>
            <ac:spMk id="36" creationId="{3B13FEE8-57E9-EFAC-B039-26183C2C62FF}"/>
          </ac:spMkLst>
        </pc:spChg>
        <pc:spChg chg="del">
          <ac:chgData name="Simon Guettier" userId="aecb12b45723362e" providerId="LiveId" clId="{93106A41-72F2-4D58-BE20-2D0BA65C9A85}" dt="2025-12-06T01:44:51.377" v="277" actId="478"/>
          <ac:spMkLst>
            <pc:docMk/>
            <pc:sldMk cId="1190442321" sldId="263"/>
            <ac:spMk id="37" creationId="{40386FD2-9E3B-134D-4B51-4AD75C930B7F}"/>
          </ac:spMkLst>
        </pc:spChg>
        <pc:spChg chg="del">
          <ac:chgData name="Simon Guettier" userId="aecb12b45723362e" providerId="LiveId" clId="{93106A41-72F2-4D58-BE20-2D0BA65C9A85}" dt="2025-12-06T01:44:51.377" v="277" actId="478"/>
          <ac:spMkLst>
            <pc:docMk/>
            <pc:sldMk cId="1190442321" sldId="263"/>
            <ac:spMk id="38" creationId="{EF840C74-7CBC-1AF3-4EA4-77454CD5AF76}"/>
          </ac:spMkLst>
        </pc:spChg>
        <pc:spChg chg="del">
          <ac:chgData name="Simon Guettier" userId="aecb12b45723362e" providerId="LiveId" clId="{93106A41-72F2-4D58-BE20-2D0BA65C9A85}" dt="2025-12-06T01:44:51.377" v="277" actId="478"/>
          <ac:spMkLst>
            <pc:docMk/>
            <pc:sldMk cId="1190442321" sldId="263"/>
            <ac:spMk id="39" creationId="{F980B130-F154-69EC-89D3-AB3B81B5F87C}"/>
          </ac:spMkLst>
        </pc:spChg>
        <pc:spChg chg="del">
          <ac:chgData name="Simon Guettier" userId="aecb12b45723362e" providerId="LiveId" clId="{93106A41-72F2-4D58-BE20-2D0BA65C9A85}" dt="2025-12-06T01:44:51.377" v="277" actId="478"/>
          <ac:spMkLst>
            <pc:docMk/>
            <pc:sldMk cId="1190442321" sldId="263"/>
            <ac:spMk id="40" creationId="{5A69DCB1-B8E7-B065-F8C2-171CCB6A970B}"/>
          </ac:spMkLst>
        </pc:spChg>
        <pc:spChg chg="del">
          <ac:chgData name="Simon Guettier" userId="aecb12b45723362e" providerId="LiveId" clId="{93106A41-72F2-4D58-BE20-2D0BA65C9A85}" dt="2025-12-06T01:44:51.377" v="277" actId="478"/>
          <ac:spMkLst>
            <pc:docMk/>
            <pc:sldMk cId="1190442321" sldId="263"/>
            <ac:spMk id="41" creationId="{6025511F-D1A3-3C0B-9D2C-6A4641A40702}"/>
          </ac:spMkLst>
        </pc:spChg>
        <pc:spChg chg="del">
          <ac:chgData name="Simon Guettier" userId="aecb12b45723362e" providerId="LiveId" clId="{93106A41-72F2-4D58-BE20-2D0BA65C9A85}" dt="2025-12-06T01:44:51.377" v="277" actId="478"/>
          <ac:spMkLst>
            <pc:docMk/>
            <pc:sldMk cId="1190442321" sldId="263"/>
            <ac:spMk id="42" creationId="{9ED7789B-6320-0257-73C7-2C52120550C8}"/>
          </ac:spMkLst>
        </pc:spChg>
        <pc:picChg chg="del mod">
          <ac:chgData name="Simon Guettier" userId="aecb12b45723362e" providerId="LiveId" clId="{93106A41-72F2-4D58-BE20-2D0BA65C9A85}" dt="2025-12-06T01:45:38.553" v="279" actId="21"/>
          <ac:picMkLst>
            <pc:docMk/>
            <pc:sldMk cId="1190442321" sldId="263"/>
            <ac:picMk id="2" creationId="{0282F759-031C-DED0-908B-10A56C3BC733}"/>
          </ac:picMkLst>
        </pc:picChg>
        <pc:picChg chg="del">
          <ac:chgData name="Simon Guettier" userId="aecb12b45723362e" providerId="LiveId" clId="{93106A41-72F2-4D58-BE20-2D0BA65C9A85}" dt="2025-12-06T01:45:37.127" v="278"/>
          <ac:picMkLst>
            <pc:docMk/>
            <pc:sldMk cId="1190442321" sldId="263"/>
            <ac:picMk id="33" creationId="{850D0BF3-E45B-B7FC-2EA6-35A8EFDFB006}"/>
          </ac:picMkLst>
        </pc:picChg>
      </pc:sldChg>
      <pc:sldChg chg="addSp delSp modSp add del mod">
        <pc:chgData name="Simon Guettier" userId="aecb12b45723362e" providerId="LiveId" clId="{93106A41-72F2-4D58-BE20-2D0BA65C9A85}" dt="2025-12-06T01:55:54.675" v="323" actId="2696"/>
        <pc:sldMkLst>
          <pc:docMk/>
          <pc:sldMk cId="1676504364" sldId="263"/>
        </pc:sldMkLst>
        <pc:spChg chg="del">
          <ac:chgData name="Simon Guettier" userId="aecb12b45723362e" providerId="LiveId" clId="{93106A41-72F2-4D58-BE20-2D0BA65C9A85}" dt="2025-12-06T01:49:47.919" v="286" actId="21"/>
          <ac:spMkLst>
            <pc:docMk/>
            <pc:sldMk cId="1676504364" sldId="263"/>
            <ac:spMk id="3" creationId="{58228B63-1B3E-8275-1820-F754219F708D}"/>
          </ac:spMkLst>
        </pc:spChg>
        <pc:spChg chg="del">
          <ac:chgData name="Simon Guettier" userId="aecb12b45723362e" providerId="LiveId" clId="{93106A41-72F2-4D58-BE20-2D0BA65C9A85}" dt="2025-12-06T01:50:03.815" v="290" actId="21"/>
          <ac:spMkLst>
            <pc:docMk/>
            <pc:sldMk cId="1676504364" sldId="263"/>
            <ac:spMk id="5" creationId="{782C9CB1-0357-1EB4-1436-73E92560CD8F}"/>
          </ac:spMkLst>
        </pc:spChg>
        <pc:spChg chg="del">
          <ac:chgData name="Simon Guettier" userId="aecb12b45723362e" providerId="LiveId" clId="{93106A41-72F2-4D58-BE20-2D0BA65C9A85}" dt="2025-12-06T01:50:16.378" v="294" actId="21"/>
          <ac:spMkLst>
            <pc:docMk/>
            <pc:sldMk cId="1676504364" sldId="263"/>
            <ac:spMk id="6" creationId="{3BE8F5B2-AC29-5861-E0D5-073E2063DFCE}"/>
          </ac:spMkLst>
        </pc:spChg>
        <pc:spChg chg="del">
          <ac:chgData name="Simon Guettier" userId="aecb12b45723362e" providerId="LiveId" clId="{93106A41-72F2-4D58-BE20-2D0BA65C9A85}" dt="2025-12-06T01:50:44.354" v="303" actId="21"/>
          <ac:spMkLst>
            <pc:docMk/>
            <pc:sldMk cId="1676504364" sldId="263"/>
            <ac:spMk id="10" creationId="{FC9EDA2E-2A89-78A5-DC5B-E8F4A903111B}"/>
          </ac:spMkLst>
        </pc:spChg>
        <pc:spChg chg="del">
          <ac:chgData name="Simon Guettier" userId="aecb12b45723362e" providerId="LiveId" clId="{93106A41-72F2-4D58-BE20-2D0BA65C9A85}" dt="2025-12-06T01:50:31.838" v="299" actId="21"/>
          <ac:spMkLst>
            <pc:docMk/>
            <pc:sldMk cId="1676504364" sldId="263"/>
            <ac:spMk id="13" creationId="{C69E63C2-FAC6-AAC8-1629-2747517E894E}"/>
          </ac:spMkLst>
        </pc:spChg>
        <pc:spChg chg="del">
          <ac:chgData name="Simon Guettier" userId="aecb12b45723362e" providerId="LiveId" clId="{93106A41-72F2-4D58-BE20-2D0BA65C9A85}" dt="2025-12-06T01:51:16.486" v="311" actId="21"/>
          <ac:spMkLst>
            <pc:docMk/>
            <pc:sldMk cId="1676504364" sldId="263"/>
            <ac:spMk id="17" creationId="{A930C459-6E2F-01AA-74F0-89DD324B1EE7}"/>
          </ac:spMkLst>
        </pc:spChg>
        <pc:spChg chg="del">
          <ac:chgData name="Simon Guettier" userId="aecb12b45723362e" providerId="LiveId" clId="{93106A41-72F2-4D58-BE20-2D0BA65C9A85}" dt="2025-12-06T01:51:26.446" v="315" actId="21"/>
          <ac:spMkLst>
            <pc:docMk/>
            <pc:sldMk cId="1676504364" sldId="263"/>
            <ac:spMk id="19" creationId="{93325B4C-A88C-EF01-A966-D161B70CF7F8}"/>
          </ac:spMkLst>
        </pc:spChg>
        <pc:spChg chg="del">
          <ac:chgData name="Simon Guettier" userId="aecb12b45723362e" providerId="LiveId" clId="{93106A41-72F2-4D58-BE20-2D0BA65C9A85}" dt="2025-12-06T01:51:37.711" v="319" actId="21"/>
          <ac:spMkLst>
            <pc:docMk/>
            <pc:sldMk cId="1676504364" sldId="263"/>
            <ac:spMk id="21" creationId="{55738B23-32BD-26F0-E97E-8E193807D224}"/>
          </ac:spMkLst>
        </pc:spChg>
        <pc:spChg chg="del">
          <ac:chgData name="Simon Guettier" userId="aecb12b45723362e" providerId="LiveId" clId="{93106A41-72F2-4D58-BE20-2D0BA65C9A85}" dt="2025-12-06T01:51:01.088" v="307" actId="21"/>
          <ac:spMkLst>
            <pc:docMk/>
            <pc:sldMk cId="1676504364" sldId="263"/>
            <ac:spMk id="23" creationId="{5FF6AC95-25BD-C280-BDA5-2D85A2C38923}"/>
          </ac:spMkLst>
        </pc:spChg>
        <pc:picChg chg="del">
          <ac:chgData name="Simon Guettier" userId="aecb12b45723362e" providerId="LiveId" clId="{93106A41-72F2-4D58-BE20-2D0BA65C9A85}" dt="2025-12-06T01:49:47.919" v="286" actId="21"/>
          <ac:picMkLst>
            <pc:docMk/>
            <pc:sldMk cId="1676504364" sldId="263"/>
            <ac:picMk id="2" creationId="{0435F8FE-C240-EE38-D4AE-B11CC873355C}"/>
          </ac:picMkLst>
        </pc:picChg>
        <pc:picChg chg="del">
          <ac:chgData name="Simon Guettier" userId="aecb12b45723362e" providerId="LiveId" clId="{93106A41-72F2-4D58-BE20-2D0BA65C9A85}" dt="2025-12-06T01:50:03.815" v="290" actId="21"/>
          <ac:picMkLst>
            <pc:docMk/>
            <pc:sldMk cId="1676504364" sldId="263"/>
            <ac:picMk id="4" creationId="{B7986B79-3C6E-3B0D-57AA-F75D13778543}"/>
          </ac:picMkLst>
        </pc:picChg>
        <pc:picChg chg="add mod">
          <ac:chgData name="Simon Guettier" userId="aecb12b45723362e" providerId="LiveId" clId="{93106A41-72F2-4D58-BE20-2D0BA65C9A85}" dt="2025-12-06T01:49:59.435" v="289" actId="1076"/>
          <ac:picMkLst>
            <pc:docMk/>
            <pc:sldMk cId="1676504364" sldId="263"/>
            <ac:picMk id="7" creationId="{087DEDCD-8480-C955-2A72-34AAACE681EA}"/>
          </ac:picMkLst>
        </pc:picChg>
        <pc:picChg chg="del">
          <ac:chgData name="Simon Guettier" userId="aecb12b45723362e" providerId="LiveId" clId="{93106A41-72F2-4D58-BE20-2D0BA65C9A85}" dt="2025-12-06T01:50:16.378" v="294" actId="21"/>
          <ac:picMkLst>
            <pc:docMk/>
            <pc:sldMk cId="1676504364" sldId="263"/>
            <ac:picMk id="8" creationId="{8428266E-C0FE-B931-2112-5913D0DD59D5}"/>
          </ac:picMkLst>
        </pc:picChg>
        <pc:picChg chg="del">
          <ac:chgData name="Simon Guettier" userId="aecb12b45723362e" providerId="LiveId" clId="{93106A41-72F2-4D58-BE20-2D0BA65C9A85}" dt="2025-12-06T01:50:44.354" v="303" actId="21"/>
          <ac:picMkLst>
            <pc:docMk/>
            <pc:sldMk cId="1676504364" sldId="263"/>
            <ac:picMk id="9" creationId="{64209ABD-DAE4-A45A-4102-1E6206C17BC3}"/>
          </ac:picMkLst>
        </pc:picChg>
        <pc:picChg chg="add mod">
          <ac:chgData name="Simon Guettier" userId="aecb12b45723362e" providerId="LiveId" clId="{93106A41-72F2-4D58-BE20-2D0BA65C9A85}" dt="2025-12-06T01:50:12.911" v="293" actId="1076"/>
          <ac:picMkLst>
            <pc:docMk/>
            <pc:sldMk cId="1676504364" sldId="263"/>
            <ac:picMk id="11" creationId="{B88E69F6-86E7-C5D4-3A7E-24BEC46A4B6F}"/>
          </ac:picMkLst>
        </pc:picChg>
        <pc:picChg chg="del">
          <ac:chgData name="Simon Guettier" userId="aecb12b45723362e" providerId="LiveId" clId="{93106A41-72F2-4D58-BE20-2D0BA65C9A85}" dt="2025-12-06T01:50:31.838" v="299" actId="21"/>
          <ac:picMkLst>
            <pc:docMk/>
            <pc:sldMk cId="1676504364" sldId="263"/>
            <ac:picMk id="12" creationId="{4FBD90C5-6218-CCEF-E743-B0012B88B558}"/>
          </ac:picMkLst>
        </pc:picChg>
        <pc:picChg chg="add mod">
          <ac:chgData name="Simon Guettier" userId="aecb12b45723362e" providerId="LiveId" clId="{93106A41-72F2-4D58-BE20-2D0BA65C9A85}" dt="2025-12-06T01:50:28.654" v="298" actId="1076"/>
          <ac:picMkLst>
            <pc:docMk/>
            <pc:sldMk cId="1676504364" sldId="263"/>
            <ac:picMk id="14" creationId="{A7D11F38-5402-80BF-5A30-288A44DC0E42}"/>
          </ac:picMkLst>
        </pc:picChg>
        <pc:picChg chg="add mod">
          <ac:chgData name="Simon Guettier" userId="aecb12b45723362e" providerId="LiveId" clId="{93106A41-72F2-4D58-BE20-2D0BA65C9A85}" dt="2025-12-06T01:50:40.325" v="302" actId="1076"/>
          <ac:picMkLst>
            <pc:docMk/>
            <pc:sldMk cId="1676504364" sldId="263"/>
            <ac:picMk id="15" creationId="{45F65105-0A33-0723-8B7A-8E16A91783B7}"/>
          </ac:picMkLst>
        </pc:picChg>
        <pc:picChg chg="del">
          <ac:chgData name="Simon Guettier" userId="aecb12b45723362e" providerId="LiveId" clId="{93106A41-72F2-4D58-BE20-2D0BA65C9A85}" dt="2025-12-06T01:51:16.486" v="311" actId="21"/>
          <ac:picMkLst>
            <pc:docMk/>
            <pc:sldMk cId="1676504364" sldId="263"/>
            <ac:picMk id="16" creationId="{E5FE8036-46D0-312C-7370-6A3CB110C048}"/>
          </ac:picMkLst>
        </pc:picChg>
        <pc:picChg chg="del">
          <ac:chgData name="Simon Guettier" userId="aecb12b45723362e" providerId="LiveId" clId="{93106A41-72F2-4D58-BE20-2D0BA65C9A85}" dt="2025-12-06T01:51:26.446" v="315" actId="21"/>
          <ac:picMkLst>
            <pc:docMk/>
            <pc:sldMk cId="1676504364" sldId="263"/>
            <ac:picMk id="18" creationId="{585C2728-C7B6-DCEC-E3AB-16534001BDAD}"/>
          </ac:picMkLst>
        </pc:picChg>
        <pc:picChg chg="del">
          <ac:chgData name="Simon Guettier" userId="aecb12b45723362e" providerId="LiveId" clId="{93106A41-72F2-4D58-BE20-2D0BA65C9A85}" dt="2025-12-06T01:51:37.711" v="319" actId="21"/>
          <ac:picMkLst>
            <pc:docMk/>
            <pc:sldMk cId="1676504364" sldId="263"/>
            <ac:picMk id="20" creationId="{3FCD5787-8BE2-DDB8-D0E0-40B431EA417D}"/>
          </ac:picMkLst>
        </pc:picChg>
        <pc:picChg chg="del">
          <ac:chgData name="Simon Guettier" userId="aecb12b45723362e" providerId="LiveId" clId="{93106A41-72F2-4D58-BE20-2D0BA65C9A85}" dt="2025-12-06T01:51:01.088" v="307" actId="21"/>
          <ac:picMkLst>
            <pc:docMk/>
            <pc:sldMk cId="1676504364" sldId="263"/>
            <ac:picMk id="22" creationId="{6F4B402F-427E-AFE1-45BF-DBC23E173230}"/>
          </ac:picMkLst>
        </pc:picChg>
        <pc:picChg chg="add mod">
          <ac:chgData name="Simon Guettier" userId="aecb12b45723362e" providerId="LiveId" clId="{93106A41-72F2-4D58-BE20-2D0BA65C9A85}" dt="2025-12-06T01:50:51.945" v="306" actId="1076"/>
          <ac:picMkLst>
            <pc:docMk/>
            <pc:sldMk cId="1676504364" sldId="263"/>
            <ac:picMk id="24" creationId="{D36BFFAC-593C-AF70-13D8-C44DDB2D6470}"/>
          </ac:picMkLst>
        </pc:picChg>
        <pc:picChg chg="add mod">
          <ac:chgData name="Simon Guettier" userId="aecb12b45723362e" providerId="LiveId" clId="{93106A41-72F2-4D58-BE20-2D0BA65C9A85}" dt="2025-12-06T01:51:13.436" v="310" actId="1076"/>
          <ac:picMkLst>
            <pc:docMk/>
            <pc:sldMk cId="1676504364" sldId="263"/>
            <ac:picMk id="25" creationId="{54465F14-F40B-656A-DA8A-A6FA019686AD}"/>
          </ac:picMkLst>
        </pc:picChg>
        <pc:picChg chg="add mod">
          <ac:chgData name="Simon Guettier" userId="aecb12b45723362e" providerId="LiveId" clId="{93106A41-72F2-4D58-BE20-2D0BA65C9A85}" dt="2025-12-06T01:51:23.616" v="314" actId="1076"/>
          <ac:picMkLst>
            <pc:docMk/>
            <pc:sldMk cId="1676504364" sldId="263"/>
            <ac:picMk id="26" creationId="{774B58A3-0A83-6618-B216-4288294087B0}"/>
          </ac:picMkLst>
        </pc:picChg>
        <pc:picChg chg="add mod">
          <ac:chgData name="Simon Guettier" userId="aecb12b45723362e" providerId="LiveId" clId="{93106A41-72F2-4D58-BE20-2D0BA65C9A85}" dt="2025-12-06T01:51:34.840" v="318" actId="1076"/>
          <ac:picMkLst>
            <pc:docMk/>
            <pc:sldMk cId="1676504364" sldId="263"/>
            <ac:picMk id="27" creationId="{70C604B0-4D06-A237-D0B4-9FDDFCB86B18}"/>
          </ac:picMkLst>
        </pc:picChg>
        <pc:picChg chg="add mod">
          <ac:chgData name="Simon Guettier" userId="aecb12b45723362e" providerId="LiveId" clId="{93106A41-72F2-4D58-BE20-2D0BA65C9A85}" dt="2025-12-06T01:51:46.277" v="322" actId="1076"/>
          <ac:picMkLst>
            <pc:docMk/>
            <pc:sldMk cId="1676504364" sldId="263"/>
            <ac:picMk id="28" creationId="{84E79799-AF07-3E11-F564-433BB4938B8E}"/>
          </ac:picMkLst>
        </pc:picChg>
      </pc:sldChg>
      <pc:sldChg chg="delSp modSp add del mod">
        <pc:chgData name="Simon Guettier" userId="aecb12b45723362e" providerId="LiveId" clId="{93106A41-72F2-4D58-BE20-2D0BA65C9A85}" dt="2025-12-06T01:34:07.600" v="201" actId="2696"/>
        <pc:sldMkLst>
          <pc:docMk/>
          <pc:sldMk cId="2235679416" sldId="263"/>
        </pc:sldMkLst>
        <pc:spChg chg="del">
          <ac:chgData name="Simon Guettier" userId="aecb12b45723362e" providerId="LiveId" clId="{93106A41-72F2-4D58-BE20-2D0BA65C9A85}" dt="2025-12-06T01:33:36.602" v="193"/>
          <ac:spMkLst>
            <pc:docMk/>
            <pc:sldMk cId="2235679416" sldId="263"/>
            <ac:spMk id="34" creationId="{88521C67-0CF1-ADF6-98E7-9D35E4D95AFC}"/>
          </ac:spMkLst>
        </pc:spChg>
        <pc:picChg chg="del mod">
          <ac:chgData name="Simon Guettier" userId="aecb12b45723362e" providerId="LiveId" clId="{93106A41-72F2-4D58-BE20-2D0BA65C9A85}" dt="2025-12-06T01:33:38.913" v="194" actId="21"/>
          <ac:picMkLst>
            <pc:docMk/>
            <pc:sldMk cId="2235679416" sldId="263"/>
            <ac:picMk id="2" creationId="{25E4F82C-C9B8-402A-57B9-AD60CAA77FCB}"/>
          </ac:picMkLst>
        </pc:picChg>
        <pc:picChg chg="del">
          <ac:chgData name="Simon Guettier" userId="aecb12b45723362e" providerId="LiveId" clId="{93106A41-72F2-4D58-BE20-2D0BA65C9A85}" dt="2025-12-06T01:33:36.602" v="193"/>
          <ac:picMkLst>
            <pc:docMk/>
            <pc:sldMk cId="2235679416" sldId="263"/>
            <ac:picMk id="33" creationId="{59A1B4B5-31F2-B2D9-6AC0-17ABB37EE24C}"/>
          </ac:picMkLst>
        </pc:picChg>
      </pc:sldChg>
      <pc:sldChg chg="addSp delSp modSp add mod">
        <pc:chgData name="Simon Guettier" userId="aecb12b45723362e" providerId="LiveId" clId="{93106A41-72F2-4D58-BE20-2D0BA65C9A85}" dt="2025-12-06T02:02:26.892" v="359" actId="1076"/>
        <pc:sldMkLst>
          <pc:docMk/>
          <pc:sldMk cId="2271594410" sldId="263"/>
        </pc:sldMkLst>
        <pc:picChg chg="del">
          <ac:chgData name="Simon Guettier" userId="aecb12b45723362e" providerId="LiveId" clId="{93106A41-72F2-4D58-BE20-2D0BA65C9A85}" dt="2025-12-06T02:01:57.227" v="354" actId="478"/>
          <ac:picMkLst>
            <pc:docMk/>
            <pc:sldMk cId="2271594410" sldId="263"/>
            <ac:picMk id="2" creationId="{91E22349-1765-4B48-CEB4-73E161B19077}"/>
          </ac:picMkLst>
        </pc:picChg>
        <pc:picChg chg="add mod">
          <ac:chgData name="Simon Guettier" userId="aecb12b45723362e" providerId="LiveId" clId="{93106A41-72F2-4D58-BE20-2D0BA65C9A85}" dt="2025-12-06T02:02:26.892" v="359" actId="1076"/>
          <ac:picMkLst>
            <pc:docMk/>
            <pc:sldMk cId="2271594410" sldId="263"/>
            <ac:picMk id="4" creationId="{3D0A16AC-5BEF-92BA-B18C-3D5B1DD7B86F}"/>
          </ac:picMkLst>
        </pc:picChg>
      </pc:sldChg>
      <pc:sldChg chg="delSp modSp add del mod">
        <pc:chgData name="Simon Guettier" userId="aecb12b45723362e" providerId="LiveId" clId="{93106A41-72F2-4D58-BE20-2D0BA65C9A85}" dt="2025-12-06T01:43:51.025" v="267" actId="2696"/>
        <pc:sldMkLst>
          <pc:docMk/>
          <pc:sldMk cId="2868747027" sldId="263"/>
        </pc:sldMkLst>
        <pc:spChg chg="del">
          <ac:chgData name="Simon Guettier" userId="aecb12b45723362e" providerId="LiveId" clId="{93106A41-72F2-4D58-BE20-2D0BA65C9A85}" dt="2025-12-06T01:43:32.627" v="261"/>
          <ac:spMkLst>
            <pc:docMk/>
            <pc:sldMk cId="2868747027" sldId="263"/>
            <ac:spMk id="36" creationId="{717B5133-C59B-1A07-610C-F5EF3E323EF9}"/>
          </ac:spMkLst>
        </pc:spChg>
        <pc:picChg chg="del mod">
          <ac:chgData name="Simon Guettier" userId="aecb12b45723362e" providerId="LiveId" clId="{93106A41-72F2-4D58-BE20-2D0BA65C9A85}" dt="2025-12-06T01:43:33.724" v="262" actId="21"/>
          <ac:picMkLst>
            <pc:docMk/>
            <pc:sldMk cId="2868747027" sldId="263"/>
            <ac:picMk id="2" creationId="{CE189F46-5FD8-941E-7B64-2EF809FB8FF3}"/>
          </ac:picMkLst>
        </pc:picChg>
        <pc:picChg chg="del">
          <ac:chgData name="Simon Guettier" userId="aecb12b45723362e" providerId="LiveId" clId="{93106A41-72F2-4D58-BE20-2D0BA65C9A85}" dt="2025-12-06T01:43:32.627" v="261"/>
          <ac:picMkLst>
            <pc:docMk/>
            <pc:sldMk cId="2868747027" sldId="263"/>
            <ac:picMk id="33" creationId="{2452F7B1-435F-E55B-318B-8F3688C5468C}"/>
          </ac:picMkLst>
        </pc:picChg>
      </pc:sldChg>
      <pc:sldChg chg="delSp modSp add del mod">
        <pc:chgData name="Simon Guettier" userId="aecb12b45723362e" providerId="LiveId" clId="{93106A41-72F2-4D58-BE20-2D0BA65C9A85}" dt="2025-12-06T01:41:14.722" v="233" actId="2696"/>
        <pc:sldMkLst>
          <pc:docMk/>
          <pc:sldMk cId="3134927100" sldId="263"/>
        </pc:sldMkLst>
        <pc:spChg chg="del">
          <ac:chgData name="Simon Guettier" userId="aecb12b45723362e" providerId="LiveId" clId="{93106A41-72F2-4D58-BE20-2D0BA65C9A85}" dt="2025-12-06T01:40:40.743" v="226"/>
          <ac:spMkLst>
            <pc:docMk/>
            <pc:sldMk cId="3134927100" sldId="263"/>
            <ac:spMk id="39" creationId="{0ECC4AD8-D303-5D18-2930-DC0FEA6B000F}"/>
          </ac:spMkLst>
        </pc:spChg>
        <pc:picChg chg="del mod">
          <ac:chgData name="Simon Guettier" userId="aecb12b45723362e" providerId="LiveId" clId="{93106A41-72F2-4D58-BE20-2D0BA65C9A85}" dt="2025-12-06T01:40:42.189" v="227" actId="21"/>
          <ac:picMkLst>
            <pc:docMk/>
            <pc:sldMk cId="3134927100" sldId="263"/>
            <ac:picMk id="2" creationId="{60414546-2932-9F3A-9AA0-C4CD5F0AF56F}"/>
          </ac:picMkLst>
        </pc:picChg>
        <pc:picChg chg="del">
          <ac:chgData name="Simon Guettier" userId="aecb12b45723362e" providerId="LiveId" clId="{93106A41-72F2-4D58-BE20-2D0BA65C9A85}" dt="2025-12-06T01:40:40.743" v="226"/>
          <ac:picMkLst>
            <pc:docMk/>
            <pc:sldMk cId="3134927100" sldId="263"/>
            <ac:picMk id="33" creationId="{1D51378A-F7B8-F2C4-24FB-C7D7715137F9}"/>
          </ac:picMkLst>
        </pc:picChg>
      </pc:sldChg>
      <pc:sldChg chg="delSp modSp add del mod">
        <pc:chgData name="Simon Guettier" userId="aecb12b45723362e" providerId="LiveId" clId="{93106A41-72F2-4D58-BE20-2D0BA65C9A85}" dt="2025-12-06T01:43:03.487" v="259" actId="2696"/>
        <pc:sldMkLst>
          <pc:docMk/>
          <pc:sldMk cId="3157721854" sldId="263"/>
        </pc:sldMkLst>
        <pc:spChg chg="del">
          <ac:chgData name="Simon Guettier" userId="aecb12b45723362e" providerId="LiveId" clId="{93106A41-72F2-4D58-BE20-2D0BA65C9A85}" dt="2025-12-06T01:42:38.731" v="253"/>
          <ac:spMkLst>
            <pc:docMk/>
            <pc:sldMk cId="3157721854" sldId="263"/>
            <ac:spMk id="40" creationId="{C4F8D5A7-94C2-C4B9-8F24-950F034F9A28}"/>
          </ac:spMkLst>
        </pc:spChg>
        <pc:picChg chg="del mod">
          <ac:chgData name="Simon Guettier" userId="aecb12b45723362e" providerId="LiveId" clId="{93106A41-72F2-4D58-BE20-2D0BA65C9A85}" dt="2025-12-06T01:42:39.785" v="254" actId="21"/>
          <ac:picMkLst>
            <pc:docMk/>
            <pc:sldMk cId="3157721854" sldId="263"/>
            <ac:picMk id="2" creationId="{3F7955EC-1771-38B1-1CB5-C489067D3D08}"/>
          </ac:picMkLst>
        </pc:picChg>
        <pc:picChg chg="del">
          <ac:chgData name="Simon Guettier" userId="aecb12b45723362e" providerId="LiveId" clId="{93106A41-72F2-4D58-BE20-2D0BA65C9A85}" dt="2025-12-06T01:42:38.731" v="253"/>
          <ac:picMkLst>
            <pc:docMk/>
            <pc:sldMk cId="3157721854" sldId="263"/>
            <ac:picMk id="33" creationId="{67E9867D-713E-7F4C-DD94-9F22E56D9138}"/>
          </ac:picMkLst>
        </pc:picChg>
      </pc:sldChg>
      <pc:sldChg chg="delSp modSp add del mod">
        <pc:chgData name="Simon Guettier" userId="aecb12b45723362e" providerId="LiveId" clId="{93106A41-72F2-4D58-BE20-2D0BA65C9A85}" dt="2025-12-06T01:41:46.652" v="241" actId="2696"/>
        <pc:sldMkLst>
          <pc:docMk/>
          <pc:sldMk cId="3271736756" sldId="263"/>
        </pc:sldMkLst>
        <pc:spChg chg="del">
          <ac:chgData name="Simon Guettier" userId="aecb12b45723362e" providerId="LiveId" clId="{93106A41-72F2-4D58-BE20-2D0BA65C9A85}" dt="2025-12-06T01:41:27.508" v="235"/>
          <ac:spMkLst>
            <pc:docMk/>
            <pc:sldMk cId="3271736756" sldId="263"/>
            <ac:spMk id="41" creationId="{233B66F4-4CD4-D724-092E-5437D8436CA6}"/>
          </ac:spMkLst>
        </pc:spChg>
        <pc:picChg chg="del mod">
          <ac:chgData name="Simon Guettier" userId="aecb12b45723362e" providerId="LiveId" clId="{93106A41-72F2-4D58-BE20-2D0BA65C9A85}" dt="2025-12-06T01:41:30.620" v="236" actId="21"/>
          <ac:picMkLst>
            <pc:docMk/>
            <pc:sldMk cId="3271736756" sldId="263"/>
            <ac:picMk id="2" creationId="{BAEC98BE-5F4A-4427-72C5-D45E37941F36}"/>
          </ac:picMkLst>
        </pc:picChg>
        <pc:picChg chg="del">
          <ac:chgData name="Simon Guettier" userId="aecb12b45723362e" providerId="LiveId" clId="{93106A41-72F2-4D58-BE20-2D0BA65C9A85}" dt="2025-12-06T01:41:27.508" v="235"/>
          <ac:picMkLst>
            <pc:docMk/>
            <pc:sldMk cId="3271736756" sldId="263"/>
            <ac:picMk id="33" creationId="{660B2DDF-1440-F031-6B64-D6DBBD046DAE}"/>
          </ac:picMkLst>
        </pc:picChg>
      </pc:sldChg>
      <pc:sldChg chg="addSp delSp modSp add mod">
        <pc:chgData name="Simon Guettier" userId="aecb12b45723362e" providerId="LiveId" clId="{93106A41-72F2-4D58-BE20-2D0BA65C9A85}" dt="2025-12-06T02:02:54.967" v="366" actId="1076"/>
        <pc:sldMkLst>
          <pc:docMk/>
          <pc:sldMk cId="3429858635" sldId="264"/>
        </pc:sldMkLst>
        <pc:picChg chg="add mod">
          <ac:chgData name="Simon Guettier" userId="aecb12b45723362e" providerId="LiveId" clId="{93106A41-72F2-4D58-BE20-2D0BA65C9A85}" dt="2025-12-06T02:02:54.967" v="366" actId="1076"/>
          <ac:picMkLst>
            <pc:docMk/>
            <pc:sldMk cId="3429858635" sldId="264"/>
            <ac:picMk id="2" creationId="{416E77D1-F5A8-3443-E46F-E2EB75C77A2F}"/>
          </ac:picMkLst>
        </pc:picChg>
        <pc:picChg chg="del">
          <ac:chgData name="Simon Guettier" userId="aecb12b45723362e" providerId="LiveId" clId="{93106A41-72F2-4D58-BE20-2D0BA65C9A85}" dt="2025-12-06T02:02:35.866" v="361" actId="478"/>
          <ac:picMkLst>
            <pc:docMk/>
            <pc:sldMk cId="3429858635" sldId="264"/>
            <ac:picMk id="4" creationId="{6632912F-B03F-70E3-31EC-B237EF9FDF0D}"/>
          </ac:picMkLst>
        </pc:picChg>
      </pc:sldChg>
      <pc:sldChg chg="addSp delSp modSp add mod">
        <pc:chgData name="Simon Guettier" userId="aecb12b45723362e" providerId="LiveId" clId="{93106A41-72F2-4D58-BE20-2D0BA65C9A85}" dt="2025-12-06T02:03:25.773" v="372" actId="1076"/>
        <pc:sldMkLst>
          <pc:docMk/>
          <pc:sldMk cId="1680713577" sldId="265"/>
        </pc:sldMkLst>
        <pc:picChg chg="del">
          <ac:chgData name="Simon Guettier" userId="aecb12b45723362e" providerId="LiveId" clId="{93106A41-72F2-4D58-BE20-2D0BA65C9A85}" dt="2025-12-06T02:03:05.780" v="368" actId="478"/>
          <ac:picMkLst>
            <pc:docMk/>
            <pc:sldMk cId="1680713577" sldId="265"/>
            <ac:picMk id="2" creationId="{D6BB1756-9395-FAAD-CF43-3575A74ADAED}"/>
          </ac:picMkLst>
        </pc:picChg>
        <pc:picChg chg="add mod">
          <ac:chgData name="Simon Guettier" userId="aecb12b45723362e" providerId="LiveId" clId="{93106A41-72F2-4D58-BE20-2D0BA65C9A85}" dt="2025-12-06T02:03:25.773" v="372" actId="1076"/>
          <ac:picMkLst>
            <pc:docMk/>
            <pc:sldMk cId="1680713577" sldId="265"/>
            <ac:picMk id="4" creationId="{BD2C0EC8-91B4-F5D6-CCD4-A77688AA08C9}"/>
          </ac:picMkLst>
        </pc:picChg>
      </pc:sldChg>
      <pc:sldChg chg="addSp delSp modSp add mod">
        <pc:chgData name="Simon Guettier" userId="aecb12b45723362e" providerId="LiveId" clId="{93106A41-72F2-4D58-BE20-2D0BA65C9A85}" dt="2025-12-06T02:03:58.993" v="380" actId="1076"/>
        <pc:sldMkLst>
          <pc:docMk/>
          <pc:sldMk cId="1413681064" sldId="266"/>
        </pc:sldMkLst>
        <pc:picChg chg="add mod">
          <ac:chgData name="Simon Guettier" userId="aecb12b45723362e" providerId="LiveId" clId="{93106A41-72F2-4D58-BE20-2D0BA65C9A85}" dt="2025-12-06T02:03:58.993" v="380" actId="1076"/>
          <ac:picMkLst>
            <pc:docMk/>
            <pc:sldMk cId="1413681064" sldId="266"/>
            <ac:picMk id="2" creationId="{D1C72238-0C38-05FB-E644-C0D2FE4A929E}"/>
          </ac:picMkLst>
        </pc:picChg>
        <pc:picChg chg="del">
          <ac:chgData name="Simon Guettier" userId="aecb12b45723362e" providerId="LiveId" clId="{93106A41-72F2-4D58-BE20-2D0BA65C9A85}" dt="2025-12-06T02:03:31.184" v="374" actId="478"/>
          <ac:picMkLst>
            <pc:docMk/>
            <pc:sldMk cId="1413681064" sldId="266"/>
            <ac:picMk id="4" creationId="{F52C8006-9412-A8CC-666B-F784CB709866}"/>
          </ac:picMkLst>
        </pc:picChg>
      </pc:sldChg>
      <pc:sldChg chg="addSp delSp modSp add mod">
        <pc:chgData name="Simon Guettier" userId="aecb12b45723362e" providerId="LiveId" clId="{93106A41-72F2-4D58-BE20-2D0BA65C9A85}" dt="2025-12-06T02:04:27.341" v="388" actId="1076"/>
        <pc:sldMkLst>
          <pc:docMk/>
          <pc:sldMk cId="3250061024" sldId="267"/>
        </pc:sldMkLst>
        <pc:picChg chg="del">
          <ac:chgData name="Simon Guettier" userId="aecb12b45723362e" providerId="LiveId" clId="{93106A41-72F2-4D58-BE20-2D0BA65C9A85}" dt="2025-12-06T02:04:03.790" v="382" actId="478"/>
          <ac:picMkLst>
            <pc:docMk/>
            <pc:sldMk cId="3250061024" sldId="267"/>
            <ac:picMk id="2" creationId="{B700E457-39BC-B7EE-F9E6-FE24D8761645}"/>
          </ac:picMkLst>
        </pc:picChg>
        <pc:picChg chg="add mod">
          <ac:chgData name="Simon Guettier" userId="aecb12b45723362e" providerId="LiveId" clId="{93106A41-72F2-4D58-BE20-2D0BA65C9A85}" dt="2025-12-06T02:04:27.341" v="388" actId="1076"/>
          <ac:picMkLst>
            <pc:docMk/>
            <pc:sldMk cId="3250061024" sldId="267"/>
            <ac:picMk id="4" creationId="{9FC87A19-50D0-BB63-244C-FD899FEAA8ED}"/>
          </ac:picMkLst>
        </pc:picChg>
      </pc:sldChg>
      <pc:sldChg chg="addSp delSp modSp add mod">
        <pc:chgData name="Simon Guettier" userId="aecb12b45723362e" providerId="LiveId" clId="{93106A41-72F2-4D58-BE20-2D0BA65C9A85}" dt="2025-12-06T02:05:00.667" v="397" actId="1076"/>
        <pc:sldMkLst>
          <pc:docMk/>
          <pc:sldMk cId="3276965446" sldId="268"/>
        </pc:sldMkLst>
        <pc:picChg chg="add mod">
          <ac:chgData name="Simon Guettier" userId="aecb12b45723362e" providerId="LiveId" clId="{93106A41-72F2-4D58-BE20-2D0BA65C9A85}" dt="2025-12-06T02:05:00.667" v="397" actId="1076"/>
          <ac:picMkLst>
            <pc:docMk/>
            <pc:sldMk cId="3276965446" sldId="268"/>
            <ac:picMk id="2" creationId="{4320A8F3-B6CA-8AB6-9879-C7A36AF0B52E}"/>
          </ac:picMkLst>
        </pc:picChg>
        <pc:picChg chg="del">
          <ac:chgData name="Simon Guettier" userId="aecb12b45723362e" providerId="LiveId" clId="{93106A41-72F2-4D58-BE20-2D0BA65C9A85}" dt="2025-12-06T02:04:32.201" v="390" actId="478"/>
          <ac:picMkLst>
            <pc:docMk/>
            <pc:sldMk cId="3276965446" sldId="268"/>
            <ac:picMk id="4" creationId="{0BDBDAAD-3C97-C854-C53E-7EB58EABB2C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145" y="748242"/>
            <a:ext cx="2324974" cy="1591733"/>
          </a:xfrm>
        </p:spPr>
        <p:txBody>
          <a:bodyPr anchor="b"/>
          <a:lstStyle>
            <a:lvl1pPr algn="ctr">
              <a:defRPr sz="17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1908" y="2401359"/>
            <a:ext cx="2051447" cy="1103841"/>
          </a:xfrm>
        </p:spPr>
        <p:txBody>
          <a:bodyPr/>
          <a:lstStyle>
            <a:lvl1pPr marL="0" indent="0" algn="ctr">
              <a:buNone/>
              <a:defRPr sz="718"/>
            </a:lvl1pPr>
            <a:lvl2pPr marL="136749" indent="0" algn="ctr">
              <a:buNone/>
              <a:defRPr sz="598"/>
            </a:lvl2pPr>
            <a:lvl3pPr marL="273497" indent="0" algn="ctr">
              <a:buNone/>
              <a:defRPr sz="538"/>
            </a:lvl3pPr>
            <a:lvl4pPr marL="410246" indent="0" algn="ctr">
              <a:buNone/>
              <a:defRPr sz="479"/>
            </a:lvl4pPr>
            <a:lvl5pPr marL="546994" indent="0" algn="ctr">
              <a:buNone/>
              <a:defRPr sz="479"/>
            </a:lvl5pPr>
            <a:lvl6pPr marL="683743" indent="0" algn="ctr">
              <a:buNone/>
              <a:defRPr sz="479"/>
            </a:lvl6pPr>
            <a:lvl7pPr marL="820491" indent="0" algn="ctr">
              <a:buNone/>
              <a:defRPr sz="479"/>
            </a:lvl7pPr>
            <a:lvl8pPr marL="957240" indent="0" algn="ctr">
              <a:buNone/>
              <a:defRPr sz="479"/>
            </a:lvl8pPr>
            <a:lvl9pPr marL="1093988" indent="0" algn="ctr">
              <a:buNone/>
              <a:defRPr sz="47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60CDD-CDB6-45BD-8E80-00CBAE2FD6F3}" type="datetimeFigureOut">
              <a:rPr lang="en-CA" smtClean="0"/>
              <a:t>2025-12-05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66F9-8A88-4532-85A5-ACBA517BCCA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54592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60CDD-CDB6-45BD-8E80-00CBAE2FD6F3}" type="datetimeFigureOut">
              <a:rPr lang="en-CA" smtClean="0"/>
              <a:t>2025-12-05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66F9-8A88-4532-85A5-ACBA517BCCA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77483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625" y="1139826"/>
            <a:ext cx="2359164" cy="1901825"/>
          </a:xfrm>
        </p:spPr>
        <p:txBody>
          <a:bodyPr anchor="b"/>
          <a:lstStyle>
            <a:lvl1pPr>
              <a:defRPr sz="17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6625" y="3059643"/>
            <a:ext cx="2359164" cy="1000125"/>
          </a:xfrm>
        </p:spPr>
        <p:txBody>
          <a:bodyPr/>
          <a:lstStyle>
            <a:lvl1pPr marL="0" indent="0">
              <a:buNone/>
              <a:defRPr sz="718">
                <a:solidFill>
                  <a:schemeClr val="tx1">
                    <a:tint val="82000"/>
                  </a:schemeClr>
                </a:solidFill>
              </a:defRPr>
            </a:lvl1pPr>
            <a:lvl2pPr marL="136749" indent="0">
              <a:buNone/>
              <a:defRPr sz="598">
                <a:solidFill>
                  <a:schemeClr val="tx1">
                    <a:tint val="82000"/>
                  </a:schemeClr>
                </a:solidFill>
              </a:defRPr>
            </a:lvl2pPr>
            <a:lvl3pPr marL="273497" indent="0">
              <a:buNone/>
              <a:defRPr sz="538">
                <a:solidFill>
                  <a:schemeClr val="tx1">
                    <a:tint val="82000"/>
                  </a:schemeClr>
                </a:solidFill>
              </a:defRPr>
            </a:lvl3pPr>
            <a:lvl4pPr marL="410246" indent="0">
              <a:buNone/>
              <a:defRPr sz="479">
                <a:solidFill>
                  <a:schemeClr val="tx1">
                    <a:tint val="82000"/>
                  </a:schemeClr>
                </a:solidFill>
              </a:defRPr>
            </a:lvl4pPr>
            <a:lvl5pPr marL="546994" indent="0">
              <a:buNone/>
              <a:defRPr sz="479">
                <a:solidFill>
                  <a:schemeClr val="tx1">
                    <a:tint val="82000"/>
                  </a:schemeClr>
                </a:solidFill>
              </a:defRPr>
            </a:lvl5pPr>
            <a:lvl6pPr marL="683743" indent="0">
              <a:buNone/>
              <a:defRPr sz="479">
                <a:solidFill>
                  <a:schemeClr val="tx1">
                    <a:tint val="82000"/>
                  </a:schemeClr>
                </a:solidFill>
              </a:defRPr>
            </a:lvl6pPr>
            <a:lvl7pPr marL="820491" indent="0">
              <a:buNone/>
              <a:defRPr sz="479">
                <a:solidFill>
                  <a:schemeClr val="tx1">
                    <a:tint val="82000"/>
                  </a:schemeClr>
                </a:solidFill>
              </a:defRPr>
            </a:lvl7pPr>
            <a:lvl8pPr marL="957240" indent="0">
              <a:buNone/>
              <a:defRPr sz="479">
                <a:solidFill>
                  <a:schemeClr val="tx1">
                    <a:tint val="82000"/>
                  </a:schemeClr>
                </a:solidFill>
              </a:defRPr>
            </a:lvl8pPr>
            <a:lvl9pPr marL="1093988" indent="0">
              <a:buNone/>
              <a:defRPr sz="47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60CDD-CDB6-45BD-8E80-00CBAE2FD6F3}" type="datetimeFigureOut">
              <a:rPr lang="en-CA" smtClean="0"/>
              <a:t>2025-12-05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66F9-8A88-4532-85A5-ACBA517BCCA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78073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8049" y="1217083"/>
            <a:ext cx="1162487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4727" y="1217083"/>
            <a:ext cx="1162487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60CDD-CDB6-45BD-8E80-00CBAE2FD6F3}" type="datetimeFigureOut">
              <a:rPr lang="en-CA" smtClean="0"/>
              <a:t>2025-12-05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66F9-8A88-4532-85A5-ACBA517BCCA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00055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406" y="243418"/>
            <a:ext cx="2359164" cy="8837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406" y="1120775"/>
            <a:ext cx="1157144" cy="549275"/>
          </a:xfrm>
        </p:spPr>
        <p:txBody>
          <a:bodyPr anchor="b"/>
          <a:lstStyle>
            <a:lvl1pPr marL="0" indent="0">
              <a:buNone/>
              <a:defRPr sz="718" b="1"/>
            </a:lvl1pPr>
            <a:lvl2pPr marL="136749" indent="0">
              <a:buNone/>
              <a:defRPr sz="598" b="1"/>
            </a:lvl2pPr>
            <a:lvl3pPr marL="273497" indent="0">
              <a:buNone/>
              <a:defRPr sz="538" b="1"/>
            </a:lvl3pPr>
            <a:lvl4pPr marL="410246" indent="0">
              <a:buNone/>
              <a:defRPr sz="479" b="1"/>
            </a:lvl4pPr>
            <a:lvl5pPr marL="546994" indent="0">
              <a:buNone/>
              <a:defRPr sz="479" b="1"/>
            </a:lvl5pPr>
            <a:lvl6pPr marL="683743" indent="0">
              <a:buNone/>
              <a:defRPr sz="479" b="1"/>
            </a:lvl6pPr>
            <a:lvl7pPr marL="820491" indent="0">
              <a:buNone/>
              <a:defRPr sz="479" b="1"/>
            </a:lvl7pPr>
            <a:lvl8pPr marL="957240" indent="0">
              <a:buNone/>
              <a:defRPr sz="479" b="1"/>
            </a:lvl8pPr>
            <a:lvl9pPr marL="1093988" indent="0">
              <a:buNone/>
              <a:defRPr sz="47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8406" y="1670050"/>
            <a:ext cx="1157144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84727" y="1120775"/>
            <a:ext cx="1162843" cy="549275"/>
          </a:xfrm>
        </p:spPr>
        <p:txBody>
          <a:bodyPr anchor="b"/>
          <a:lstStyle>
            <a:lvl1pPr marL="0" indent="0">
              <a:buNone/>
              <a:defRPr sz="718" b="1"/>
            </a:lvl1pPr>
            <a:lvl2pPr marL="136749" indent="0">
              <a:buNone/>
              <a:defRPr sz="598" b="1"/>
            </a:lvl2pPr>
            <a:lvl3pPr marL="273497" indent="0">
              <a:buNone/>
              <a:defRPr sz="538" b="1"/>
            </a:lvl3pPr>
            <a:lvl4pPr marL="410246" indent="0">
              <a:buNone/>
              <a:defRPr sz="479" b="1"/>
            </a:lvl4pPr>
            <a:lvl5pPr marL="546994" indent="0">
              <a:buNone/>
              <a:defRPr sz="479" b="1"/>
            </a:lvl5pPr>
            <a:lvl6pPr marL="683743" indent="0">
              <a:buNone/>
              <a:defRPr sz="479" b="1"/>
            </a:lvl6pPr>
            <a:lvl7pPr marL="820491" indent="0">
              <a:buNone/>
              <a:defRPr sz="479" b="1"/>
            </a:lvl7pPr>
            <a:lvl8pPr marL="957240" indent="0">
              <a:buNone/>
              <a:defRPr sz="479" b="1"/>
            </a:lvl8pPr>
            <a:lvl9pPr marL="1093988" indent="0">
              <a:buNone/>
              <a:defRPr sz="47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84727" y="1670050"/>
            <a:ext cx="1162843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60CDD-CDB6-45BD-8E80-00CBAE2FD6F3}" type="datetimeFigureOut">
              <a:rPr lang="en-CA" smtClean="0"/>
              <a:t>2025-12-05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66F9-8A88-4532-85A5-ACBA517BCCA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19134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60CDD-CDB6-45BD-8E80-00CBAE2FD6F3}" type="datetimeFigureOut">
              <a:rPr lang="en-CA" smtClean="0"/>
              <a:t>2025-12-05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66F9-8A88-4532-85A5-ACBA517BCCA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35294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60CDD-CDB6-45BD-8E80-00CBAE2FD6F3}" type="datetimeFigureOut">
              <a:rPr lang="en-CA" smtClean="0"/>
              <a:t>2025-12-05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66F9-8A88-4532-85A5-ACBA517BCCA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24117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405" y="304800"/>
            <a:ext cx="882194" cy="1066800"/>
          </a:xfrm>
        </p:spPr>
        <p:txBody>
          <a:bodyPr anchor="b"/>
          <a:lstStyle>
            <a:lvl1pPr>
              <a:defRPr sz="95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2843" y="658285"/>
            <a:ext cx="1384727" cy="3249083"/>
          </a:xfrm>
        </p:spPr>
        <p:txBody>
          <a:bodyPr/>
          <a:lstStyle>
            <a:lvl1pPr>
              <a:defRPr sz="957"/>
            </a:lvl1pPr>
            <a:lvl2pPr>
              <a:defRPr sz="837"/>
            </a:lvl2pPr>
            <a:lvl3pPr>
              <a:defRPr sz="718"/>
            </a:lvl3pPr>
            <a:lvl4pPr>
              <a:defRPr sz="598"/>
            </a:lvl4pPr>
            <a:lvl5pPr>
              <a:defRPr sz="598"/>
            </a:lvl5pPr>
            <a:lvl6pPr>
              <a:defRPr sz="598"/>
            </a:lvl6pPr>
            <a:lvl7pPr>
              <a:defRPr sz="598"/>
            </a:lvl7pPr>
            <a:lvl8pPr>
              <a:defRPr sz="598"/>
            </a:lvl8pPr>
            <a:lvl9pPr>
              <a:defRPr sz="5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405" y="1371600"/>
            <a:ext cx="882194" cy="2541059"/>
          </a:xfrm>
        </p:spPr>
        <p:txBody>
          <a:bodyPr/>
          <a:lstStyle>
            <a:lvl1pPr marL="0" indent="0">
              <a:buNone/>
              <a:defRPr sz="479"/>
            </a:lvl1pPr>
            <a:lvl2pPr marL="136749" indent="0">
              <a:buNone/>
              <a:defRPr sz="419"/>
            </a:lvl2pPr>
            <a:lvl3pPr marL="273497" indent="0">
              <a:buNone/>
              <a:defRPr sz="359"/>
            </a:lvl3pPr>
            <a:lvl4pPr marL="410246" indent="0">
              <a:buNone/>
              <a:defRPr sz="299"/>
            </a:lvl4pPr>
            <a:lvl5pPr marL="546994" indent="0">
              <a:buNone/>
              <a:defRPr sz="299"/>
            </a:lvl5pPr>
            <a:lvl6pPr marL="683743" indent="0">
              <a:buNone/>
              <a:defRPr sz="299"/>
            </a:lvl6pPr>
            <a:lvl7pPr marL="820491" indent="0">
              <a:buNone/>
              <a:defRPr sz="299"/>
            </a:lvl7pPr>
            <a:lvl8pPr marL="957240" indent="0">
              <a:buNone/>
              <a:defRPr sz="299"/>
            </a:lvl8pPr>
            <a:lvl9pPr marL="1093988" indent="0">
              <a:buNone/>
              <a:defRPr sz="2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60CDD-CDB6-45BD-8E80-00CBAE2FD6F3}" type="datetimeFigureOut">
              <a:rPr lang="en-CA" smtClean="0"/>
              <a:t>2025-12-05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66F9-8A88-4532-85A5-ACBA517BCCA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6728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405" y="304800"/>
            <a:ext cx="882194" cy="1066800"/>
          </a:xfrm>
        </p:spPr>
        <p:txBody>
          <a:bodyPr anchor="b"/>
          <a:lstStyle>
            <a:lvl1pPr>
              <a:defRPr sz="95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2843" y="658285"/>
            <a:ext cx="1384727" cy="3249083"/>
          </a:xfrm>
        </p:spPr>
        <p:txBody>
          <a:bodyPr anchor="t"/>
          <a:lstStyle>
            <a:lvl1pPr marL="0" indent="0">
              <a:buNone/>
              <a:defRPr sz="957"/>
            </a:lvl1pPr>
            <a:lvl2pPr marL="136749" indent="0">
              <a:buNone/>
              <a:defRPr sz="837"/>
            </a:lvl2pPr>
            <a:lvl3pPr marL="273497" indent="0">
              <a:buNone/>
              <a:defRPr sz="718"/>
            </a:lvl3pPr>
            <a:lvl4pPr marL="410246" indent="0">
              <a:buNone/>
              <a:defRPr sz="598"/>
            </a:lvl4pPr>
            <a:lvl5pPr marL="546994" indent="0">
              <a:buNone/>
              <a:defRPr sz="598"/>
            </a:lvl5pPr>
            <a:lvl6pPr marL="683743" indent="0">
              <a:buNone/>
              <a:defRPr sz="598"/>
            </a:lvl6pPr>
            <a:lvl7pPr marL="820491" indent="0">
              <a:buNone/>
              <a:defRPr sz="598"/>
            </a:lvl7pPr>
            <a:lvl8pPr marL="957240" indent="0">
              <a:buNone/>
              <a:defRPr sz="598"/>
            </a:lvl8pPr>
            <a:lvl9pPr marL="1093988" indent="0">
              <a:buNone/>
              <a:defRPr sz="59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405" y="1371600"/>
            <a:ext cx="882194" cy="2541059"/>
          </a:xfrm>
        </p:spPr>
        <p:txBody>
          <a:bodyPr/>
          <a:lstStyle>
            <a:lvl1pPr marL="0" indent="0">
              <a:buNone/>
              <a:defRPr sz="479"/>
            </a:lvl1pPr>
            <a:lvl2pPr marL="136749" indent="0">
              <a:buNone/>
              <a:defRPr sz="419"/>
            </a:lvl2pPr>
            <a:lvl3pPr marL="273497" indent="0">
              <a:buNone/>
              <a:defRPr sz="359"/>
            </a:lvl3pPr>
            <a:lvl4pPr marL="410246" indent="0">
              <a:buNone/>
              <a:defRPr sz="299"/>
            </a:lvl4pPr>
            <a:lvl5pPr marL="546994" indent="0">
              <a:buNone/>
              <a:defRPr sz="299"/>
            </a:lvl5pPr>
            <a:lvl6pPr marL="683743" indent="0">
              <a:buNone/>
              <a:defRPr sz="299"/>
            </a:lvl6pPr>
            <a:lvl7pPr marL="820491" indent="0">
              <a:buNone/>
              <a:defRPr sz="299"/>
            </a:lvl7pPr>
            <a:lvl8pPr marL="957240" indent="0">
              <a:buNone/>
              <a:defRPr sz="299"/>
            </a:lvl8pPr>
            <a:lvl9pPr marL="1093988" indent="0">
              <a:buNone/>
              <a:defRPr sz="2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60CDD-CDB6-45BD-8E80-00CBAE2FD6F3}" type="datetimeFigureOut">
              <a:rPr lang="en-CA" smtClean="0"/>
              <a:t>2025-12-05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66F9-8A88-4532-85A5-ACBA517BCCA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64128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60CDD-CDB6-45BD-8E80-00CBAE2FD6F3}" type="datetimeFigureOut">
              <a:rPr lang="en-CA" smtClean="0"/>
              <a:t>2025-12-05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66F9-8A88-4532-85A5-ACBA517BCCA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67167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57423" y="243417"/>
            <a:ext cx="589791" cy="38745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8050" y="243417"/>
            <a:ext cx="1735182" cy="38745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60CDD-CDB6-45BD-8E80-00CBAE2FD6F3}" type="datetimeFigureOut">
              <a:rPr lang="en-CA" smtClean="0"/>
              <a:t>2025-12-05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66F9-8A88-4532-85A5-ACBA517BCCA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79718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8050" y="243418"/>
            <a:ext cx="2359164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050" y="1217083"/>
            <a:ext cx="2359164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049" y="4237568"/>
            <a:ext cx="615434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5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B60CDD-CDB6-45BD-8E80-00CBAE2FD6F3}" type="datetimeFigureOut">
              <a:rPr lang="en-CA" smtClean="0"/>
              <a:t>2025-12-05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06056" y="4237568"/>
            <a:ext cx="923151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5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31780" y="4237568"/>
            <a:ext cx="615434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5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3666F9-8A88-4532-85A5-ACBA517BCCA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6103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73497" rtl="0" eaLnBrk="1" latinLnBrk="0" hangingPunct="1">
        <a:lnSpc>
          <a:spcPct val="90000"/>
        </a:lnSpc>
        <a:spcBef>
          <a:spcPct val="0"/>
        </a:spcBef>
        <a:buNone/>
        <a:defRPr sz="13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374" indent="-68374" algn="l" defTabSz="273497" rtl="0" eaLnBrk="1" latinLnBrk="0" hangingPunct="1">
        <a:lnSpc>
          <a:spcPct val="90000"/>
        </a:lnSpc>
        <a:spcBef>
          <a:spcPts val="299"/>
        </a:spcBef>
        <a:buFont typeface="Arial" panose="020B0604020202020204" pitchFamily="34" charset="0"/>
        <a:buChar char="•"/>
        <a:defRPr sz="837" kern="1200">
          <a:solidFill>
            <a:schemeClr val="tx1"/>
          </a:solidFill>
          <a:latin typeface="+mn-lt"/>
          <a:ea typeface="+mn-ea"/>
          <a:cs typeface="+mn-cs"/>
        </a:defRPr>
      </a:lvl1pPr>
      <a:lvl2pPr marL="205123" indent="-68374" algn="l" defTabSz="273497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718" kern="1200">
          <a:solidFill>
            <a:schemeClr val="tx1"/>
          </a:solidFill>
          <a:latin typeface="+mn-lt"/>
          <a:ea typeface="+mn-ea"/>
          <a:cs typeface="+mn-cs"/>
        </a:defRPr>
      </a:lvl2pPr>
      <a:lvl3pPr marL="341871" indent="-68374" algn="l" defTabSz="273497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98" kern="1200">
          <a:solidFill>
            <a:schemeClr val="tx1"/>
          </a:solidFill>
          <a:latin typeface="+mn-lt"/>
          <a:ea typeface="+mn-ea"/>
          <a:cs typeface="+mn-cs"/>
        </a:defRPr>
      </a:lvl3pPr>
      <a:lvl4pPr marL="478620" indent="-68374" algn="l" defTabSz="273497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38" kern="1200">
          <a:solidFill>
            <a:schemeClr val="tx1"/>
          </a:solidFill>
          <a:latin typeface="+mn-lt"/>
          <a:ea typeface="+mn-ea"/>
          <a:cs typeface="+mn-cs"/>
        </a:defRPr>
      </a:lvl4pPr>
      <a:lvl5pPr marL="615368" indent="-68374" algn="l" defTabSz="273497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38" kern="1200">
          <a:solidFill>
            <a:schemeClr val="tx1"/>
          </a:solidFill>
          <a:latin typeface="+mn-lt"/>
          <a:ea typeface="+mn-ea"/>
          <a:cs typeface="+mn-cs"/>
        </a:defRPr>
      </a:lvl5pPr>
      <a:lvl6pPr marL="752117" indent="-68374" algn="l" defTabSz="273497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38" kern="1200">
          <a:solidFill>
            <a:schemeClr val="tx1"/>
          </a:solidFill>
          <a:latin typeface="+mn-lt"/>
          <a:ea typeface="+mn-ea"/>
          <a:cs typeface="+mn-cs"/>
        </a:defRPr>
      </a:lvl6pPr>
      <a:lvl7pPr marL="888865" indent="-68374" algn="l" defTabSz="273497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38" kern="1200">
          <a:solidFill>
            <a:schemeClr val="tx1"/>
          </a:solidFill>
          <a:latin typeface="+mn-lt"/>
          <a:ea typeface="+mn-ea"/>
          <a:cs typeface="+mn-cs"/>
        </a:defRPr>
      </a:lvl7pPr>
      <a:lvl8pPr marL="1025614" indent="-68374" algn="l" defTabSz="273497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38" kern="1200">
          <a:solidFill>
            <a:schemeClr val="tx1"/>
          </a:solidFill>
          <a:latin typeface="+mn-lt"/>
          <a:ea typeface="+mn-ea"/>
          <a:cs typeface="+mn-cs"/>
        </a:defRPr>
      </a:lvl8pPr>
      <a:lvl9pPr marL="1162362" indent="-68374" algn="l" defTabSz="273497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3497" rtl="0" eaLnBrk="1" latinLnBrk="0" hangingPunct="1">
        <a:defRPr sz="538" kern="1200">
          <a:solidFill>
            <a:schemeClr val="tx1"/>
          </a:solidFill>
          <a:latin typeface="+mn-lt"/>
          <a:ea typeface="+mn-ea"/>
          <a:cs typeface="+mn-cs"/>
        </a:defRPr>
      </a:lvl1pPr>
      <a:lvl2pPr marL="136749" algn="l" defTabSz="273497" rtl="0" eaLnBrk="1" latinLnBrk="0" hangingPunct="1">
        <a:defRPr sz="538" kern="1200">
          <a:solidFill>
            <a:schemeClr val="tx1"/>
          </a:solidFill>
          <a:latin typeface="+mn-lt"/>
          <a:ea typeface="+mn-ea"/>
          <a:cs typeface="+mn-cs"/>
        </a:defRPr>
      </a:lvl2pPr>
      <a:lvl3pPr marL="273497" algn="l" defTabSz="273497" rtl="0" eaLnBrk="1" latinLnBrk="0" hangingPunct="1">
        <a:defRPr sz="538" kern="1200">
          <a:solidFill>
            <a:schemeClr val="tx1"/>
          </a:solidFill>
          <a:latin typeface="+mn-lt"/>
          <a:ea typeface="+mn-ea"/>
          <a:cs typeface="+mn-cs"/>
        </a:defRPr>
      </a:lvl3pPr>
      <a:lvl4pPr marL="410246" algn="l" defTabSz="273497" rtl="0" eaLnBrk="1" latinLnBrk="0" hangingPunct="1">
        <a:defRPr sz="538" kern="1200">
          <a:solidFill>
            <a:schemeClr val="tx1"/>
          </a:solidFill>
          <a:latin typeface="+mn-lt"/>
          <a:ea typeface="+mn-ea"/>
          <a:cs typeface="+mn-cs"/>
        </a:defRPr>
      </a:lvl4pPr>
      <a:lvl5pPr marL="546994" algn="l" defTabSz="273497" rtl="0" eaLnBrk="1" latinLnBrk="0" hangingPunct="1">
        <a:defRPr sz="538" kern="1200">
          <a:solidFill>
            <a:schemeClr val="tx1"/>
          </a:solidFill>
          <a:latin typeface="+mn-lt"/>
          <a:ea typeface="+mn-ea"/>
          <a:cs typeface="+mn-cs"/>
        </a:defRPr>
      </a:lvl5pPr>
      <a:lvl6pPr marL="683743" algn="l" defTabSz="273497" rtl="0" eaLnBrk="1" latinLnBrk="0" hangingPunct="1">
        <a:defRPr sz="538" kern="1200">
          <a:solidFill>
            <a:schemeClr val="tx1"/>
          </a:solidFill>
          <a:latin typeface="+mn-lt"/>
          <a:ea typeface="+mn-ea"/>
          <a:cs typeface="+mn-cs"/>
        </a:defRPr>
      </a:lvl6pPr>
      <a:lvl7pPr marL="820491" algn="l" defTabSz="273497" rtl="0" eaLnBrk="1" latinLnBrk="0" hangingPunct="1">
        <a:defRPr sz="538" kern="1200">
          <a:solidFill>
            <a:schemeClr val="tx1"/>
          </a:solidFill>
          <a:latin typeface="+mn-lt"/>
          <a:ea typeface="+mn-ea"/>
          <a:cs typeface="+mn-cs"/>
        </a:defRPr>
      </a:lvl7pPr>
      <a:lvl8pPr marL="957240" algn="l" defTabSz="273497" rtl="0" eaLnBrk="1" latinLnBrk="0" hangingPunct="1">
        <a:defRPr sz="538" kern="1200">
          <a:solidFill>
            <a:schemeClr val="tx1"/>
          </a:solidFill>
          <a:latin typeface="+mn-lt"/>
          <a:ea typeface="+mn-ea"/>
          <a:cs typeface="+mn-cs"/>
        </a:defRPr>
      </a:lvl8pPr>
      <a:lvl9pPr marL="1093988" algn="l" defTabSz="273497" rtl="0" eaLnBrk="1" latinLnBrk="0" hangingPunct="1">
        <a:defRPr sz="5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8DA6D-4D1F-E351-5C70-60DA5AA07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0BF295F-2FD7-1E05-B304-A08EEAEF3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555556" y="785219"/>
            <a:ext cx="3845638" cy="24912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EC45945-EBB0-BAF6-A0FC-BA898F08A857}"/>
              </a:ext>
            </a:extLst>
          </p:cNvPr>
          <p:cNvSpPr/>
          <p:nvPr/>
        </p:nvSpPr>
        <p:spPr>
          <a:xfrm>
            <a:off x="121663" y="0"/>
            <a:ext cx="2613600" cy="108000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1347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4FEAB-2645-62BF-813F-F7546E7B5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BB9C418-E5B9-E30E-6ABD-BE3DDE44A9A4}"/>
              </a:ext>
            </a:extLst>
          </p:cNvPr>
          <p:cNvSpPr/>
          <p:nvPr/>
        </p:nvSpPr>
        <p:spPr>
          <a:xfrm>
            <a:off x="121663" y="0"/>
            <a:ext cx="2613600" cy="108000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F52B64-5870-0D50-D2C0-DB01628CF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554819" y="785219"/>
            <a:ext cx="3845638" cy="24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104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DEE3A-C015-BFAC-9DAF-AFCB27052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996DEC3-58B0-4710-7064-BADA544D3CE5}"/>
              </a:ext>
            </a:extLst>
          </p:cNvPr>
          <p:cNvSpPr/>
          <p:nvPr/>
        </p:nvSpPr>
        <p:spPr>
          <a:xfrm>
            <a:off x="121663" y="0"/>
            <a:ext cx="2613600" cy="108000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AE9FEE7-9D6E-42C4-E8A1-FD5DFEC50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558580" y="788242"/>
            <a:ext cx="3851685" cy="24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978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BFAC2-B5AC-7B91-5D2C-40A809E3A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B590BDB-A26C-7D32-2DED-94539042ACA6}"/>
              </a:ext>
            </a:extLst>
          </p:cNvPr>
          <p:cNvSpPr/>
          <p:nvPr/>
        </p:nvSpPr>
        <p:spPr>
          <a:xfrm>
            <a:off x="121663" y="0"/>
            <a:ext cx="2613600" cy="108000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0A16AC-5BEF-92BA-B18C-3D5B1DD7B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562529" y="792929"/>
            <a:ext cx="3861058" cy="24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594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97700-0979-93D2-960C-1E21AA211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57D2367-B6BA-DD01-D72D-36495F0C73F7}"/>
              </a:ext>
            </a:extLst>
          </p:cNvPr>
          <p:cNvSpPr/>
          <p:nvPr/>
        </p:nvSpPr>
        <p:spPr>
          <a:xfrm>
            <a:off x="121663" y="0"/>
            <a:ext cx="2613600" cy="108000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6E77D1-F5A8-3443-E46F-E2EB75C77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560235" y="789898"/>
            <a:ext cx="3854996" cy="24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858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067CF-D327-2A9B-C744-AFB2EB623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186D3EE-2DEF-1297-0F83-4BDA188F2F09}"/>
              </a:ext>
            </a:extLst>
          </p:cNvPr>
          <p:cNvSpPr/>
          <p:nvPr/>
        </p:nvSpPr>
        <p:spPr>
          <a:xfrm>
            <a:off x="121663" y="0"/>
            <a:ext cx="2613600" cy="108000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2C0EC8-91B4-F5D6-CCD4-A77688AA0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555556" y="785219"/>
            <a:ext cx="3845638" cy="24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713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83FEC-FCED-519D-1AC0-4013F87B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1114A8D-1486-FB3E-81B8-68CFDC19B6AA}"/>
              </a:ext>
            </a:extLst>
          </p:cNvPr>
          <p:cNvSpPr/>
          <p:nvPr/>
        </p:nvSpPr>
        <p:spPr>
          <a:xfrm>
            <a:off x="121663" y="0"/>
            <a:ext cx="2613600" cy="108000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1C72238-0C38-05FB-E644-C0D2FE4A9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554819" y="785219"/>
            <a:ext cx="3845638" cy="24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681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3FB6E-21C1-234A-E830-AAB851CB1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A8F77F2-241E-4F7D-385B-4AF97226A51B}"/>
              </a:ext>
            </a:extLst>
          </p:cNvPr>
          <p:cNvSpPr/>
          <p:nvPr/>
        </p:nvSpPr>
        <p:spPr>
          <a:xfrm>
            <a:off x="121663" y="0"/>
            <a:ext cx="2613600" cy="108000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C87A19-50D0-BB63-244C-FD899FEAA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555556" y="785219"/>
            <a:ext cx="3845638" cy="24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061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E0A61-A11C-5D9B-C02E-4954C0088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46661AF-1E72-7B2D-D58A-3E65315F0956}"/>
              </a:ext>
            </a:extLst>
          </p:cNvPr>
          <p:cNvSpPr/>
          <p:nvPr/>
        </p:nvSpPr>
        <p:spPr>
          <a:xfrm>
            <a:off x="121663" y="0"/>
            <a:ext cx="2613600" cy="108000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320A8F3-B6CA-8AB6-9879-C7A36AF0B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566913" y="797312"/>
            <a:ext cx="3869825" cy="24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965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</TotalTime>
  <Words>0</Words>
  <Application>Microsoft Office PowerPoint</Application>
  <PresentationFormat>Custom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Guettier</dc:creator>
  <cp:lastModifiedBy>Simon Guettier</cp:lastModifiedBy>
  <cp:revision>1</cp:revision>
  <dcterms:created xsi:type="dcterms:W3CDTF">2025-12-06T00:42:55Z</dcterms:created>
  <dcterms:modified xsi:type="dcterms:W3CDTF">2025-12-06T02:05:05Z</dcterms:modified>
</cp:coreProperties>
</file>