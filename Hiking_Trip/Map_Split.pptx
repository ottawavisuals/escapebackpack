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4" r:id="rId3"/>
    <p:sldId id="262" r:id="rId4"/>
    <p:sldId id="263" r:id="rId5"/>
    <p:sldId id="260" r:id="rId6"/>
    <p:sldId id="265" r:id="rId7"/>
  </p:sldIdLst>
  <p:sldSz cx="12599988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FA99E-9C70-43FC-B85E-DE1ED5D14DAB}" v="93" dt="2025-12-06T16:39:49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6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Guettier" userId="aecb12b45723362e" providerId="LiveId" clId="{93106A41-72F2-4D58-BE20-2D0BA65C9A85}"/>
    <pc:docChg chg="undo custSel addSld delSld modSld">
      <pc:chgData name="Simon Guettier" userId="aecb12b45723362e" providerId="LiveId" clId="{93106A41-72F2-4D58-BE20-2D0BA65C9A85}" dt="2025-12-06T19:07:39.067" v="363" actId="1076"/>
      <pc:docMkLst>
        <pc:docMk/>
      </pc:docMkLst>
      <pc:sldChg chg="addSp delSp modSp new del mod">
        <pc:chgData name="Simon Guettier" userId="aecb12b45723362e" providerId="LiveId" clId="{93106A41-72F2-4D58-BE20-2D0BA65C9A85}" dt="2025-12-06T01:02:40.655" v="159" actId="47"/>
        <pc:sldMkLst>
          <pc:docMk/>
          <pc:sldMk cId="1974274857" sldId="256"/>
        </pc:sldMkLst>
        <pc:spChg chg="del">
          <ac:chgData name="Simon Guettier" userId="aecb12b45723362e" providerId="LiveId" clId="{93106A41-72F2-4D58-BE20-2D0BA65C9A85}" dt="2025-12-06T00:43:04.503" v="1" actId="478"/>
          <ac:spMkLst>
            <pc:docMk/>
            <pc:sldMk cId="1974274857" sldId="256"/>
            <ac:spMk id="2" creationId="{9FC905B4-6A22-B615-04EF-8AA719A00FF1}"/>
          </ac:spMkLst>
        </pc:spChg>
        <pc:spChg chg="del">
          <ac:chgData name="Simon Guettier" userId="aecb12b45723362e" providerId="LiveId" clId="{93106A41-72F2-4D58-BE20-2D0BA65C9A85}" dt="2025-12-06T00:43:08.459" v="2" actId="478"/>
          <ac:spMkLst>
            <pc:docMk/>
            <pc:sldMk cId="1974274857" sldId="256"/>
            <ac:spMk id="3" creationId="{34499A2A-5D57-ACF6-394A-E0A2A628B349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4" creationId="{5E9BE8D1-1D26-F384-8CB9-E5BDCC4B20A9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5" creationId="{4E744CDF-8B9D-5F68-135D-AA75C8C01EFD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6" creationId="{D7F818B9-27E1-949D-7FBD-B1712B50C470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7" creationId="{9004663B-F6EF-EDAF-C5AA-7110009F2CD2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8" creationId="{B02C646D-693E-53F4-F603-7B7DF8A773C3}"/>
          </ac:spMkLst>
        </pc:spChg>
        <pc:spChg chg="add del mod">
          <ac:chgData name="Simon Guettier" userId="aecb12b45723362e" providerId="LiveId" clId="{93106A41-72F2-4D58-BE20-2D0BA65C9A85}" dt="2025-12-06T00:53:04.962" v="79" actId="21"/>
          <ac:spMkLst>
            <pc:docMk/>
            <pc:sldMk cId="1974274857" sldId="256"/>
            <ac:spMk id="29" creationId="{FE76059E-FBF9-F0F5-A330-3DAF9A9C3852}"/>
          </ac:spMkLst>
        </pc:spChg>
        <pc:picChg chg="mod">
          <ac:chgData name="Simon Guettier" userId="aecb12b45723362e" providerId="LiveId" clId="{93106A41-72F2-4D58-BE20-2D0BA65C9A85}" dt="2025-12-06T00:51:58.761" v="49" actId="14100"/>
          <ac:picMkLst>
            <pc:docMk/>
            <pc:sldMk cId="1974274857" sldId="256"/>
            <ac:picMk id="4" creationId="{DC9A4151-6680-DB91-83E0-58096C1F6063}"/>
          </ac:picMkLst>
        </pc:picChg>
        <pc:picChg chg="mod">
          <ac:chgData name="Simon Guettier" userId="aecb12b45723362e" providerId="LiveId" clId="{93106A41-72F2-4D58-BE20-2D0BA65C9A85}" dt="2025-12-06T00:53:00.347" v="78" actId="1038"/>
          <ac:picMkLst>
            <pc:docMk/>
            <pc:sldMk cId="1974274857" sldId="256"/>
            <ac:picMk id="5" creationId="{99772679-18E7-3AD7-EBE4-31469515D377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7" creationId="{58D0F15D-3448-C612-DCD7-6988D2A11337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8" creationId="{DB59A1CE-72E1-7CF4-DFFA-D9A2EEC5BE18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9" creationId="{3E172944-90CA-FC92-2E09-1F240A9B2A08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11" creationId="{507781C2-6721-8495-5ED2-383038C373E1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13" creationId="{95401300-F243-C341-8D7C-985DFD96DBE9}"/>
          </ac:picMkLst>
        </pc:picChg>
        <pc:picChg chg="add del">
          <ac:chgData name="Simon Guettier" userId="aecb12b45723362e" providerId="LiveId" clId="{93106A41-72F2-4D58-BE20-2D0BA65C9A85}" dt="2025-12-06T00:53:17.068" v="82" actId="21"/>
          <ac:picMkLst>
            <pc:docMk/>
            <pc:sldMk cId="1974274857" sldId="256"/>
            <ac:picMk id="30" creationId="{E06DB59E-0F57-A304-DDE1-4088CA2BB276}"/>
          </ac:picMkLst>
        </pc:picChg>
      </pc:sldChg>
      <pc:sldChg chg="addSp delSp modSp add del mod">
        <pc:chgData name="Simon Guettier" userId="aecb12b45723362e" providerId="LiveId" clId="{93106A41-72F2-4D58-BE20-2D0BA65C9A85}" dt="2025-12-06T00:58:44.023" v="137" actId="2696"/>
        <pc:sldMkLst>
          <pc:docMk/>
          <pc:sldMk cId="417577312" sldId="257"/>
        </pc:sldMkLst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4" creationId="{14F9E993-346F-8A66-6C30-57864FA106C4}"/>
          </ac:spMkLst>
        </pc:spChg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5" creationId="{E6C5F8A9-4ABC-F85A-E57E-09E2D4558657}"/>
          </ac:spMkLst>
        </pc:spChg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6" creationId="{150FFCB6-68E0-8B06-0053-BA9BDFF6E2B3}"/>
          </ac:spMkLst>
        </pc:spChg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7" creationId="{9134F599-93F9-B05A-AD25-1148A52BEB98}"/>
          </ac:spMkLst>
        </pc:spChg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8" creationId="{59E29E8F-6D94-AF88-59FB-0F5C721316C7}"/>
          </ac:spMkLst>
        </pc:spChg>
        <pc:spChg chg="del">
          <ac:chgData name="Simon Guettier" userId="aecb12b45723362e" providerId="LiveId" clId="{93106A41-72F2-4D58-BE20-2D0BA65C9A85}" dt="2025-12-06T00:47:09.301" v="27" actId="478"/>
          <ac:spMkLst>
            <pc:docMk/>
            <pc:sldMk cId="417577312" sldId="257"/>
            <ac:spMk id="29" creationId="{7BCCE5E9-3C3C-3B8E-2982-BD0BA60BE2F6}"/>
          </ac:spMkLst>
        </pc:spChg>
        <pc:spChg chg="add del mod ord">
          <ac:chgData name="Simon Guettier" userId="aecb12b45723362e" providerId="LiveId" clId="{93106A41-72F2-4D58-BE20-2D0BA65C9A85}" dt="2025-12-06T00:50:12.542" v="39"/>
          <ac:spMkLst>
            <pc:docMk/>
            <pc:sldMk cId="417577312" sldId="257"/>
            <ac:spMk id="30" creationId="{77357B48-A296-B0B7-8719-D3476DF7BCA4}"/>
          </ac:spMkLst>
        </pc:spChg>
        <pc:spChg chg="mod">
          <ac:chgData name="Simon Guettier" userId="aecb12b45723362e" providerId="LiveId" clId="{93106A41-72F2-4D58-BE20-2D0BA65C9A85}" dt="2025-12-06T00:48:02.486" v="36"/>
          <ac:spMkLst>
            <pc:docMk/>
            <pc:sldMk cId="417577312" sldId="257"/>
            <ac:spMk id="31" creationId="{FA908E8D-B989-4186-4C74-84DCB3917DC8}"/>
          </ac:spMkLst>
        </pc:spChg>
        <pc:spChg chg="add mod">
          <ac:chgData name="Simon Guettier" userId="aecb12b45723362e" providerId="LiveId" clId="{93106A41-72F2-4D58-BE20-2D0BA65C9A85}" dt="2025-12-06T00:50:43.705" v="41" actId="1076"/>
          <ac:spMkLst>
            <pc:docMk/>
            <pc:sldMk cId="417577312" sldId="257"/>
            <ac:spMk id="33" creationId="{B2959220-A527-1B0C-9568-0702163C0C3B}"/>
          </ac:spMkLst>
        </pc:spChg>
        <pc:spChg chg="add mod">
          <ac:chgData name="Simon Guettier" userId="aecb12b45723362e" providerId="LiveId" clId="{93106A41-72F2-4D58-BE20-2D0BA65C9A85}" dt="2025-12-06T00:50:50.475" v="43" actId="1076"/>
          <ac:spMkLst>
            <pc:docMk/>
            <pc:sldMk cId="417577312" sldId="257"/>
            <ac:spMk id="34" creationId="{3ADED255-101B-C4CE-AA6C-E82066E34233}"/>
          </ac:spMkLst>
        </pc:spChg>
        <pc:spChg chg="add mod">
          <ac:chgData name="Simon Guettier" userId="aecb12b45723362e" providerId="LiveId" clId="{93106A41-72F2-4D58-BE20-2D0BA65C9A85}" dt="2025-12-06T00:50:58.915" v="45" actId="1076"/>
          <ac:spMkLst>
            <pc:docMk/>
            <pc:sldMk cId="417577312" sldId="257"/>
            <ac:spMk id="35" creationId="{DE63088A-E24B-06ED-C120-28EE269AA3D3}"/>
          </ac:spMkLst>
        </pc:spChg>
        <pc:picChg chg="add del">
          <ac:chgData name="Simon Guettier" userId="aecb12b45723362e" providerId="LiveId" clId="{93106A41-72F2-4D58-BE20-2D0BA65C9A85}" dt="2025-12-06T00:47:27.220" v="29" actId="21"/>
          <ac:picMkLst>
            <pc:docMk/>
            <pc:sldMk cId="417577312" sldId="257"/>
            <ac:picMk id="2" creationId="{245F208F-D3D8-E8A6-A948-AA36A7CDF8F4}"/>
          </ac:picMkLst>
        </pc:picChg>
        <pc:picChg chg="add del mod">
          <ac:chgData name="Simon Guettier" userId="aecb12b45723362e" providerId="LiveId" clId="{93106A41-72F2-4D58-BE20-2D0BA65C9A85}" dt="2025-12-06T00:50:12.542" v="39"/>
          <ac:picMkLst>
            <pc:docMk/>
            <pc:sldMk cId="417577312" sldId="257"/>
            <ac:picMk id="3" creationId="{245F208F-D3D8-E8A6-A948-AA36A7CDF8F4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4" creationId="{D3CCCE65-A2C5-AFB7-3ACA-41AD23ACBFD4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6" creationId="{5AB54A41-4076-B4C1-606A-3952DC71013D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13" creationId="{A34209AE-A325-E5BA-8ED6-61EDEF00B19A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14" creationId="{83D4DFBF-3A3B-82A5-37EC-AB052B42F33E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23" creationId="{187C6C6E-CE72-FC61-77CD-36B10961A262}"/>
          </ac:picMkLst>
        </pc:picChg>
        <pc:picChg chg="mod">
          <ac:chgData name="Simon Guettier" userId="aecb12b45723362e" providerId="LiveId" clId="{93106A41-72F2-4D58-BE20-2D0BA65C9A85}" dt="2025-12-06T00:50:12.542" v="39"/>
          <ac:picMkLst>
            <pc:docMk/>
            <pc:sldMk cId="417577312" sldId="257"/>
            <ac:picMk id="32" creationId="{179C4567-B015-0820-8735-17E9CD6E2EFA}"/>
          </ac:picMkLst>
        </pc:picChg>
      </pc:sldChg>
      <pc:sldChg chg="addSp delSp modSp add mod">
        <pc:chgData name="Simon Guettier" userId="aecb12b45723362e" providerId="LiveId" clId="{93106A41-72F2-4D58-BE20-2D0BA65C9A85}" dt="2025-12-06T01:07:59.135" v="171" actId="207"/>
        <pc:sldMkLst>
          <pc:docMk/>
          <pc:sldMk cId="3166193091" sldId="258"/>
        </pc:sldMkLst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4" creationId="{E4D39125-0618-58CA-CA3F-A3820A80EDA3}"/>
          </ac:spMkLst>
        </pc:spChg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5" creationId="{59B52537-1B82-0C0B-4BDD-6ADF588B2893}"/>
          </ac:spMkLst>
        </pc:spChg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6" creationId="{10DEBC53-7B6B-DEBB-54D7-1C462BD14F44}"/>
          </ac:spMkLst>
        </pc:spChg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7" creationId="{5F805C13-578A-0F8C-E4F3-9A19A7884FFF}"/>
          </ac:spMkLst>
        </pc:spChg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8" creationId="{A5C8F5BC-62D5-AB01-4F00-0BF142748CA1}"/>
          </ac:spMkLst>
        </pc:spChg>
        <pc:spChg chg="del">
          <ac:chgData name="Simon Guettier" userId="aecb12b45723362e" providerId="LiveId" clId="{93106A41-72F2-4D58-BE20-2D0BA65C9A85}" dt="2025-12-06T00:52:10.669" v="51" actId="478"/>
          <ac:spMkLst>
            <pc:docMk/>
            <pc:sldMk cId="3166193091" sldId="258"/>
            <ac:spMk id="29" creationId="{8CF18547-626D-F3F0-0F4E-E7233C9F8CB5}"/>
          </ac:spMkLst>
        </pc:spChg>
        <pc:spChg chg="add del mod">
          <ac:chgData name="Simon Guettier" userId="aecb12b45723362e" providerId="LiveId" clId="{93106A41-72F2-4D58-BE20-2D0BA65C9A85}" dt="2025-12-06T00:52:52.598" v="61" actId="478"/>
          <ac:spMkLst>
            <pc:docMk/>
            <pc:sldMk cId="3166193091" sldId="258"/>
            <ac:spMk id="30" creationId="{99EB5FED-3FD9-FB7B-5957-0BD1D69C141E}"/>
          </ac:spMkLst>
        </pc:spChg>
        <pc:spChg chg="add del mod ord">
          <ac:chgData name="Simon Guettier" userId="aecb12b45723362e" providerId="LiveId" clId="{93106A41-72F2-4D58-BE20-2D0BA65C9A85}" dt="2025-12-06T00:57:41.939" v="127"/>
          <ac:spMkLst>
            <pc:docMk/>
            <pc:sldMk cId="3166193091" sldId="258"/>
            <ac:spMk id="31" creationId="{FE76059E-FBF9-F0F5-A330-3DAF9A9C3852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4" creationId="{E10B0758-C0A3-669F-895F-3AED8CA10BF7}"/>
          </ac:spMkLst>
        </pc:spChg>
        <pc:spChg chg="add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5" creationId="{8408132F-9147-3C81-5BBB-9C6E938DFD7B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6" creationId="{F5062903-918C-464E-038C-A719AFC79208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7" creationId="{162B577B-9D41-0104-7F2F-5159E124A1B7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8" creationId="{1A6D54B3-AAA9-2A69-7522-C0A966E69C72}"/>
          </ac:spMkLst>
        </pc:spChg>
        <pc:spChg chg="add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9" creationId="{AA776889-6A0B-057F-6B1F-2BB95D23DF5E}"/>
          </ac:spMkLst>
        </pc:spChg>
        <pc:spChg chg="add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40" creationId="{B82932C1-638D-F294-F237-46D0435B7BDC}"/>
          </ac:spMkLst>
        </pc:spChg>
        <pc:spChg chg="add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41" creationId="{4B8F2EE8-17E8-9ADB-58AA-3EE455F2ADD5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42" creationId="{1879768E-508D-1ADA-C72E-E874D8A49603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43" creationId="{5CDA036C-A312-7763-2CEB-71FC182EA6F6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45" creationId="{641EDDE6-FF5C-24C7-D338-7C84FB22BCC4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46" creationId="{FB99B594-CD93-78FB-538F-7130B889173B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48" creationId="{8FB5B00D-5BFB-E673-3353-D6F7782E8066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50" creationId="{33CEE2A9-A171-5AE6-3E92-5C72822AC664}"/>
          </ac:spMkLst>
        </pc:spChg>
        <pc:picChg chg="add del">
          <ac:chgData name="Simon Guettier" userId="aecb12b45723362e" providerId="LiveId" clId="{93106A41-72F2-4D58-BE20-2D0BA65C9A85}" dt="2025-12-06T00:52:20.494" v="53" actId="21"/>
          <ac:picMkLst>
            <pc:docMk/>
            <pc:sldMk cId="3166193091" sldId="258"/>
            <ac:picMk id="2" creationId="{AB22DDF4-86A4-3ECD-DF77-98120C7FE0AA}"/>
          </ac:picMkLst>
        </pc:picChg>
        <pc:picChg chg="add del mod">
          <ac:chgData name="Simon Guettier" userId="aecb12b45723362e" providerId="LiveId" clId="{93106A41-72F2-4D58-BE20-2D0BA65C9A85}" dt="2025-12-06T00:52:55.674" v="62" actId="478"/>
          <ac:picMkLst>
            <pc:docMk/>
            <pc:sldMk cId="3166193091" sldId="258"/>
            <ac:picMk id="3" creationId="{AB22DDF4-86A4-3ECD-DF77-98120C7FE0AA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6" creationId="{3D8D5E85-93C3-7872-E9BA-BB3B7B7D6260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11" creationId="{2B1754F3-2DF8-21B1-0838-E4807289FD01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14" creationId="{8A0A9F09-AFEB-3955-82B5-49CDFC9D3D61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16" creationId="{19C4EA1C-2ECA-E004-3AFF-FA1EB023AA75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23" creationId="{9334CA32-4AAF-FEC6-4151-2780769BBE58}"/>
          </ac:picMkLst>
        </pc:picChg>
        <pc:picChg chg="add del mod ord modCrop">
          <ac:chgData name="Simon Guettier" userId="aecb12b45723362e" providerId="LiveId" clId="{93106A41-72F2-4D58-BE20-2D0BA65C9A85}" dt="2025-12-06T00:57:41.939" v="127"/>
          <ac:picMkLst>
            <pc:docMk/>
            <pc:sldMk cId="3166193091" sldId="258"/>
            <ac:picMk id="32" creationId="{E06DB59E-0F57-A304-DDE1-4088CA2BB276}"/>
          </ac:picMkLst>
        </pc:picChg>
        <pc:picChg chg="mod">
          <ac:chgData name="Simon Guettier" userId="aecb12b45723362e" providerId="LiveId" clId="{93106A41-72F2-4D58-BE20-2D0BA65C9A85}" dt="2025-12-06T01:07:59.135" v="171" actId="207"/>
          <ac:picMkLst>
            <pc:docMk/>
            <pc:sldMk cId="3166193091" sldId="258"/>
            <ac:picMk id="33" creationId="{82E7466F-2808-A59C-8AEB-9C8F75F45B18}"/>
          </ac:picMkLst>
        </pc:picChg>
      </pc:sldChg>
      <pc:sldChg chg="addSp delSp modSp add del mod">
        <pc:chgData name="Simon Guettier" userId="aecb12b45723362e" providerId="LiveId" clId="{93106A41-72F2-4D58-BE20-2D0BA65C9A85}" dt="2025-12-06T00:58:44.023" v="137" actId="2696"/>
        <pc:sldMkLst>
          <pc:docMk/>
          <pc:sldMk cId="1449942121" sldId="259"/>
        </pc:sldMkLst>
        <pc:spChg chg="add mod">
          <ac:chgData name="Simon Guettier" userId="aecb12b45723362e" providerId="LiveId" clId="{93106A41-72F2-4D58-BE20-2D0BA65C9A85}" dt="2025-12-06T00:54:31.555" v="90" actId="1076"/>
          <ac:spMkLst>
            <pc:docMk/>
            <pc:sldMk cId="1449942121" sldId="259"/>
            <ac:spMk id="2" creationId="{45BCB85D-EBBA-4894-9844-8A3783A97F01}"/>
          </ac:spMkLst>
        </pc:spChg>
        <pc:spChg chg="add mod">
          <ac:chgData name="Simon Guettier" userId="aecb12b45723362e" providerId="LiveId" clId="{93106A41-72F2-4D58-BE20-2D0BA65C9A85}" dt="2025-12-06T00:54:36.916" v="92" actId="1076"/>
          <ac:spMkLst>
            <pc:docMk/>
            <pc:sldMk cId="1449942121" sldId="259"/>
            <ac:spMk id="3" creationId="{3D631329-99AF-6991-DD36-12A0DA2D2650}"/>
          </ac:spMkLst>
        </pc:spChg>
        <pc:spChg chg="add del mod">
          <ac:chgData name="Simon Guettier" userId="aecb12b45723362e" providerId="LiveId" clId="{93106A41-72F2-4D58-BE20-2D0BA65C9A85}" dt="2025-12-06T00:54:52.924" v="95" actId="478"/>
          <ac:spMkLst>
            <pc:docMk/>
            <pc:sldMk cId="1449942121" sldId="259"/>
            <ac:spMk id="4" creationId="{A0E13BD8-7E30-ABEF-D123-629D792AE25C}"/>
          </ac:spMkLst>
        </pc:spChg>
      </pc:sldChg>
      <pc:sldChg chg="addSp delSp modSp add del mod">
        <pc:chgData name="Simon Guettier" userId="aecb12b45723362e" providerId="LiveId" clId="{93106A41-72F2-4D58-BE20-2D0BA65C9A85}" dt="2025-12-06T01:09:29.385" v="181" actId="2696"/>
        <pc:sldMkLst>
          <pc:docMk/>
          <pc:sldMk cId="3176558357" sldId="259"/>
        </pc:sldMkLst>
        <pc:spChg chg="add del mod">
          <ac:chgData name="Simon Guettier" userId="aecb12b45723362e" providerId="LiveId" clId="{93106A41-72F2-4D58-BE20-2D0BA65C9A85}" dt="2025-12-06T01:07:13.480" v="166"/>
          <ac:spMkLst>
            <pc:docMk/>
            <pc:sldMk cId="3176558357" sldId="259"/>
            <ac:spMk id="37" creationId="{68C3DAED-7E5E-7DA8-1AB3-41A73C42C919}"/>
          </ac:spMkLst>
        </pc:spChg>
        <pc:spChg chg="del">
          <ac:chgData name="Simon Guettier" userId="aecb12b45723362e" providerId="LiveId" clId="{93106A41-72F2-4D58-BE20-2D0BA65C9A85}" dt="2025-12-06T01:06:31.143" v="162" actId="478"/>
          <ac:spMkLst>
            <pc:docMk/>
            <pc:sldMk cId="3176558357" sldId="259"/>
            <ac:spMk id="39" creationId="{73C5F055-1940-75CF-BBF0-359F62091DB0}"/>
          </ac:spMkLst>
        </pc:spChg>
        <pc:picChg chg="mod">
          <ac:chgData name="Simon Guettier" userId="aecb12b45723362e" providerId="LiveId" clId="{93106A41-72F2-4D58-BE20-2D0BA65C9A85}" dt="2025-12-06T01:06:52.946" v="165"/>
          <ac:picMkLst>
            <pc:docMk/>
            <pc:sldMk cId="3176558357" sldId="259"/>
            <ac:picMk id="2" creationId="{B1761622-CDEA-38FC-FEDE-99DE55168F29}"/>
          </ac:picMkLst>
        </pc:picChg>
        <pc:picChg chg="mod">
          <ac:chgData name="Simon Guettier" userId="aecb12b45723362e" providerId="LiveId" clId="{93106A41-72F2-4D58-BE20-2D0BA65C9A85}" dt="2025-12-06T01:07:13.480" v="166"/>
          <ac:picMkLst>
            <pc:docMk/>
            <pc:sldMk cId="3176558357" sldId="259"/>
            <ac:picMk id="3" creationId="{C329818A-8939-AAD7-6994-B5FE442E182A}"/>
          </ac:picMkLst>
        </pc:picChg>
        <pc:picChg chg="mod">
          <ac:chgData name="Simon Guettier" userId="aecb12b45723362e" providerId="LiveId" clId="{93106A41-72F2-4D58-BE20-2D0BA65C9A85}" dt="2025-12-06T01:07:13.480" v="166"/>
          <ac:picMkLst>
            <pc:docMk/>
            <pc:sldMk cId="3176558357" sldId="259"/>
            <ac:picMk id="4" creationId="{5B9027B5-A8A1-65B2-0F9F-B0F826776B6D}"/>
          </ac:picMkLst>
        </pc:picChg>
        <pc:picChg chg="mod">
          <ac:chgData name="Simon Guettier" userId="aecb12b45723362e" providerId="LiveId" clId="{93106A41-72F2-4D58-BE20-2D0BA65C9A85}" dt="2025-12-06T01:07:21.027" v="167" actId="1076"/>
          <ac:picMkLst>
            <pc:docMk/>
            <pc:sldMk cId="3176558357" sldId="259"/>
            <ac:picMk id="5" creationId="{3D8D8899-9DCD-F61F-6C24-CFE778F6C915}"/>
          </ac:picMkLst>
        </pc:picChg>
        <pc:picChg chg="add del ord">
          <ac:chgData name="Simon Guettier" userId="aecb12b45723362e" providerId="LiveId" clId="{93106A41-72F2-4D58-BE20-2D0BA65C9A85}" dt="2025-12-06T01:07:13.480" v="166"/>
          <ac:picMkLst>
            <pc:docMk/>
            <pc:sldMk cId="3176558357" sldId="259"/>
            <ac:picMk id="33" creationId="{45BF1C4C-6EAF-B78B-4460-EA6FBBB0E76A}"/>
          </ac:picMkLst>
        </pc:picChg>
      </pc:sldChg>
      <pc:sldChg chg="addSp delSp modSp add mod">
        <pc:chgData name="Simon Guettier" userId="aecb12b45723362e" providerId="LiveId" clId="{93106A41-72F2-4D58-BE20-2D0BA65C9A85}" dt="2025-12-06T01:42:28.188" v="251"/>
        <pc:sldMkLst>
          <pc:docMk/>
          <pc:sldMk cId="691347869" sldId="260"/>
        </pc:sldMkLst>
        <pc:spChg chg="mod">
          <ac:chgData name="Simon Guettier" userId="aecb12b45723362e" providerId="LiveId" clId="{93106A41-72F2-4D58-BE20-2D0BA65C9A85}" dt="2025-12-06T01:34:20.158" v="203"/>
          <ac:spMkLst>
            <pc:docMk/>
            <pc:sldMk cId="691347869" sldId="260"/>
            <ac:spMk id="10" creationId="{256CD4B4-302C-7C5E-5C96-460280841DDB}"/>
          </ac:spMkLst>
        </pc:spChg>
        <pc:spChg chg="add del mod ord">
          <ac:chgData name="Simon Guettier" userId="aecb12b45723362e" providerId="LiveId" clId="{93106A41-72F2-4D58-BE20-2D0BA65C9A85}" dt="2025-12-06T01:09:20.060" v="180"/>
          <ac:spMkLst>
            <pc:docMk/>
            <pc:sldMk cId="691347869" sldId="260"/>
            <ac:spMk id="34" creationId="{9726775E-69B0-C53B-6D39-531BF1799CA0}"/>
          </ac:spMkLst>
        </pc:spChg>
        <pc:spChg chg="add del mod ord">
          <ac:chgData name="Simon Guettier" userId="aecb12b45723362e" providerId="LiveId" clId="{93106A41-72F2-4D58-BE20-2D0BA65C9A85}" dt="2025-12-06T01:09:20.060" v="180"/>
          <ac:spMkLst>
            <pc:docMk/>
            <pc:sldMk cId="691347869" sldId="260"/>
            <ac:spMk id="35" creationId="{FBDD3441-2331-C28D-FA38-BD9062E6A679}"/>
          </ac:spMkLst>
        </pc:spChg>
        <pc:spChg chg="add del mod ord">
          <ac:chgData name="Simon Guettier" userId="aecb12b45723362e" providerId="LiveId" clId="{93106A41-72F2-4D58-BE20-2D0BA65C9A85}" dt="2025-12-06T01:09:20.060" v="180"/>
          <ac:spMkLst>
            <pc:docMk/>
            <pc:sldMk cId="691347869" sldId="260"/>
            <ac:spMk id="36" creationId="{2B49F2D2-2D0D-0802-AE90-BA9EBBDE31A7}"/>
          </ac:spMkLst>
        </pc:spChg>
        <pc:spChg chg="add del mod ord">
          <ac:chgData name="Simon Guettier" userId="aecb12b45723362e" providerId="LiveId" clId="{93106A41-72F2-4D58-BE20-2D0BA65C9A85}" dt="2025-12-06T01:09:20.060" v="180"/>
          <ac:spMkLst>
            <pc:docMk/>
            <pc:sldMk cId="691347869" sldId="260"/>
            <ac:spMk id="37" creationId="{C4D2D2EE-F0F3-E983-D936-73569AA3AABA}"/>
          </ac:spMkLst>
        </pc:spChg>
        <pc:spChg chg="add del mod ord">
          <ac:chgData name="Simon Guettier" userId="aecb12b45723362e" providerId="LiveId" clId="{93106A41-72F2-4D58-BE20-2D0BA65C9A85}" dt="2025-12-06T01:39:52.833" v="215"/>
          <ac:spMkLst>
            <pc:docMk/>
            <pc:sldMk cId="691347869" sldId="260"/>
            <ac:spMk id="38" creationId="{B16E9627-5BBD-1C75-FAD1-7809DAD3D92E}"/>
          </ac:spMkLst>
        </pc:spChg>
        <pc:spChg chg="add del mod ord">
          <ac:chgData name="Simon Guettier" userId="aecb12b45723362e" providerId="LiveId" clId="{93106A41-72F2-4D58-BE20-2D0BA65C9A85}" dt="2025-12-06T01:09:20.060" v="180"/>
          <ac:spMkLst>
            <pc:docMk/>
            <pc:sldMk cId="691347869" sldId="260"/>
            <ac:spMk id="39" creationId="{ABB61281-28A3-EC16-0B51-1B28D1D6BDF4}"/>
          </ac:spMkLst>
        </pc:spChg>
        <pc:spChg chg="add del mod ord">
          <ac:chgData name="Simon Guettier" userId="aecb12b45723362e" providerId="LiveId" clId="{93106A41-72F2-4D58-BE20-2D0BA65C9A85}" dt="2025-12-06T01:42:28.188" v="251"/>
          <ac:spMkLst>
            <pc:docMk/>
            <pc:sldMk cId="691347869" sldId="260"/>
            <ac:spMk id="40" creationId="{A0472B99-3F5A-03BA-C196-588F3BE9B4D4}"/>
          </ac:spMkLst>
        </pc:spChg>
        <pc:spChg chg="add del mod ord">
          <ac:chgData name="Simon Guettier" userId="aecb12b45723362e" providerId="LiveId" clId="{93106A41-72F2-4D58-BE20-2D0BA65C9A85}" dt="2025-12-06T01:09:20.060" v="180"/>
          <ac:spMkLst>
            <pc:docMk/>
            <pc:sldMk cId="691347869" sldId="260"/>
            <ac:spMk id="41" creationId="{727BBDCA-D0DE-2DE8-9D97-E3643C317E11}"/>
          </ac:spMkLst>
        </pc:spChg>
        <pc:spChg chg="add del mod ord">
          <ac:chgData name="Simon Guettier" userId="aecb12b45723362e" providerId="LiveId" clId="{93106A41-72F2-4D58-BE20-2D0BA65C9A85}" dt="2025-12-06T01:09:20.060" v="180"/>
          <ac:spMkLst>
            <pc:docMk/>
            <pc:sldMk cId="691347869" sldId="260"/>
            <ac:spMk id="42" creationId="{7BFA9A16-0ED8-4BBF-4DFD-5CE7C1B284DE}"/>
          </ac:spMkLst>
        </pc:spChg>
        <pc:picChg chg="mod">
          <ac:chgData name="Simon Guettier" userId="aecb12b45723362e" providerId="LiveId" clId="{93106A41-72F2-4D58-BE20-2D0BA65C9A85}" dt="2025-12-06T01:09:20.060" v="180"/>
          <ac:picMkLst>
            <pc:docMk/>
            <pc:sldMk cId="691347869" sldId="260"/>
            <ac:picMk id="6" creationId="{EF44B578-4D08-45A9-01A9-73DAACB81B1B}"/>
          </ac:picMkLst>
        </pc:picChg>
        <pc:picChg chg="mod">
          <ac:chgData name="Simon Guettier" userId="aecb12b45723362e" providerId="LiveId" clId="{93106A41-72F2-4D58-BE20-2D0BA65C9A85}" dt="2025-12-06T01:09:18.792" v="179" actId="1076"/>
          <ac:picMkLst>
            <pc:docMk/>
            <pc:sldMk cId="691347869" sldId="260"/>
            <ac:picMk id="9" creationId="{6CE858BF-E868-7A0A-424B-29321AC07FAB}"/>
          </ac:picMkLst>
        </pc:picChg>
        <pc:picChg chg="add del mod">
          <ac:chgData name="Simon Guettier" userId="aecb12b45723362e" providerId="LiveId" clId="{93106A41-72F2-4D58-BE20-2D0BA65C9A85}" dt="2025-12-06T01:39:52.833" v="215"/>
          <ac:picMkLst>
            <pc:docMk/>
            <pc:sldMk cId="691347869" sldId="260"/>
            <ac:picMk id="11" creationId="{9A526B4A-2160-6734-0FA9-116606A7D026}"/>
          </ac:picMkLst>
        </pc:picChg>
        <pc:picChg chg="add del mod">
          <ac:chgData name="Simon Guettier" userId="aecb12b45723362e" providerId="LiveId" clId="{93106A41-72F2-4D58-BE20-2D0BA65C9A85}" dt="2025-12-06T01:42:28.188" v="251"/>
          <ac:picMkLst>
            <pc:docMk/>
            <pc:sldMk cId="691347869" sldId="260"/>
            <ac:picMk id="12" creationId="{C667FF26-3521-B4AA-10E8-F70EC574AB49}"/>
          </ac:picMkLst>
        </pc:picChg>
        <pc:picChg chg="add del">
          <ac:chgData name="Simon Guettier" userId="aecb12b45723362e" providerId="LiveId" clId="{93106A41-72F2-4D58-BE20-2D0BA65C9A85}" dt="2025-12-06T01:42:28.188" v="251"/>
          <ac:picMkLst>
            <pc:docMk/>
            <pc:sldMk cId="691347869" sldId="260"/>
            <ac:picMk id="33" creationId="{BD974F75-28E2-4FD4-28AC-808ECE28F72D}"/>
          </ac:picMkLst>
        </pc:picChg>
      </pc:sldChg>
      <pc:sldChg chg="delSp modSp add del mod">
        <pc:chgData name="Simon Guettier" userId="aecb12b45723362e" providerId="LiveId" clId="{93106A41-72F2-4D58-BE20-2D0BA65C9A85}" dt="2025-12-06T01:33:23.694" v="191" actId="2696"/>
        <pc:sldMkLst>
          <pc:docMk/>
          <pc:sldMk cId="2398336819" sldId="261"/>
        </pc:sldMkLst>
        <pc:spChg chg="del">
          <ac:chgData name="Simon Guettier" userId="aecb12b45723362e" providerId="LiveId" clId="{93106A41-72F2-4D58-BE20-2D0BA65C9A85}" dt="2025-12-06T01:32:36.181" v="183"/>
          <ac:spMkLst>
            <pc:docMk/>
            <pc:sldMk cId="2398336819" sldId="261"/>
            <ac:spMk id="37" creationId="{702B23C4-1131-208D-62F7-279DE227CF27}"/>
          </ac:spMkLst>
        </pc:spChg>
        <pc:picChg chg="mod">
          <ac:chgData name="Simon Guettier" userId="aecb12b45723362e" providerId="LiveId" clId="{93106A41-72F2-4D58-BE20-2D0BA65C9A85}" dt="2025-12-06T01:32:41.228" v="184" actId="1076"/>
          <ac:picMkLst>
            <pc:docMk/>
            <pc:sldMk cId="2398336819" sldId="261"/>
            <ac:picMk id="2" creationId="{CD4A09A4-9CBD-1A99-87BB-247CE95FAAFC}"/>
          </ac:picMkLst>
        </pc:picChg>
        <pc:picChg chg="del">
          <ac:chgData name="Simon Guettier" userId="aecb12b45723362e" providerId="LiveId" clId="{93106A41-72F2-4D58-BE20-2D0BA65C9A85}" dt="2025-12-06T01:32:36.181" v="183"/>
          <ac:picMkLst>
            <pc:docMk/>
            <pc:sldMk cId="2398336819" sldId="261"/>
            <ac:picMk id="33" creationId="{A9876EC1-0BAC-8193-7E83-EF64BA544366}"/>
          </ac:picMkLst>
        </pc:picChg>
      </pc:sldChg>
      <pc:sldChg chg="addSp delSp modSp add mod">
        <pc:chgData name="Simon Guettier" userId="aecb12b45723362e" providerId="LiveId" clId="{93106A41-72F2-4D58-BE20-2D0BA65C9A85}" dt="2025-12-06T01:46:02.518" v="283" actId="1076"/>
        <pc:sldMkLst>
          <pc:docMk/>
          <pc:sldMk cId="1589506695" sldId="262"/>
        </pc:sldMkLst>
        <pc:spChg chg="add mod">
          <ac:chgData name="Simon Guettier" userId="aecb12b45723362e" providerId="LiveId" clId="{93106A41-72F2-4D58-BE20-2D0BA65C9A85}" dt="2025-12-06T01:33:15.606" v="190" actId="1076"/>
          <ac:spMkLst>
            <pc:docMk/>
            <pc:sldMk cId="1589506695" sldId="262"/>
            <ac:spMk id="3" creationId="{AA687E9F-D90C-F4EA-5473-5B48116477FC}"/>
          </ac:spMkLst>
        </pc:spChg>
        <pc:spChg chg="add mod">
          <ac:chgData name="Simon Guettier" userId="aecb12b45723362e" providerId="LiveId" clId="{93106A41-72F2-4D58-BE20-2D0BA65C9A85}" dt="2025-12-06T01:33:52.413" v="198" actId="1076"/>
          <ac:spMkLst>
            <pc:docMk/>
            <pc:sldMk cId="1589506695" sldId="262"/>
            <ac:spMk id="5" creationId="{5E14E64D-BDDC-B9CB-812C-689386D62397}"/>
          </ac:spMkLst>
        </pc:spChg>
        <pc:spChg chg="add mod ord">
          <ac:chgData name="Simon Guettier" userId="aecb12b45723362e" providerId="LiveId" clId="{93106A41-72F2-4D58-BE20-2D0BA65C9A85}" dt="2025-12-06T01:40:26.122" v="223" actId="166"/>
          <ac:spMkLst>
            <pc:docMk/>
            <pc:sldMk cId="1589506695" sldId="262"/>
            <ac:spMk id="6" creationId="{9A51F51B-96DD-037D-B44D-726B113F80B2}"/>
          </ac:spMkLst>
        </pc:spChg>
        <pc:spChg chg="add mod">
          <ac:chgData name="Simon Guettier" userId="aecb12b45723362e" providerId="LiveId" clId="{93106A41-72F2-4D58-BE20-2D0BA65C9A85}" dt="2025-12-06T01:39:47.562" v="211" actId="1076"/>
          <ac:spMkLst>
            <pc:docMk/>
            <pc:sldMk cId="1589506695" sldId="262"/>
            <ac:spMk id="7" creationId="{CA1A8BC5-0916-5835-44DA-F37A746AE038}"/>
          </ac:spMkLst>
        </pc:spChg>
        <pc:spChg chg="add mod">
          <ac:chgData name="Simon Guettier" userId="aecb12b45723362e" providerId="LiveId" clId="{93106A41-72F2-4D58-BE20-2D0BA65C9A85}" dt="2025-12-06T01:40:58.823" v="231" actId="1076"/>
          <ac:spMkLst>
            <pc:docMk/>
            <pc:sldMk cId="1589506695" sldId="262"/>
            <ac:spMk id="10" creationId="{0824D4D8-DF7B-EED3-90D6-DCAB97710C8F}"/>
          </ac:spMkLst>
        </pc:spChg>
        <pc:spChg chg="add mod">
          <ac:chgData name="Simon Guettier" userId="aecb12b45723362e" providerId="LiveId" clId="{93106A41-72F2-4D58-BE20-2D0BA65C9A85}" dt="2025-12-06T01:41:43.321" v="240" actId="1076"/>
          <ac:spMkLst>
            <pc:docMk/>
            <pc:sldMk cId="1589506695" sldId="262"/>
            <ac:spMk id="13" creationId="{ABE66380-E473-5B58-30F4-514C1A6AFC13}"/>
          </ac:spMkLst>
        </pc:spChg>
        <pc:spChg chg="add mod">
          <ac:chgData name="Simon Guettier" userId="aecb12b45723362e" providerId="LiveId" clId="{93106A41-72F2-4D58-BE20-2D0BA65C9A85}" dt="2025-12-06T01:42:25.065" v="248" actId="1076"/>
          <ac:spMkLst>
            <pc:docMk/>
            <pc:sldMk cId="1589506695" sldId="262"/>
            <ac:spMk id="15" creationId="{5638877D-95E0-943C-83D1-83E555EEB343}"/>
          </ac:spMkLst>
        </pc:spChg>
        <pc:spChg chg="add mod">
          <ac:chgData name="Simon Guettier" userId="aecb12b45723362e" providerId="LiveId" clId="{93106A41-72F2-4D58-BE20-2D0BA65C9A85}" dt="2025-12-06T01:42:52.135" v="258" actId="1076"/>
          <ac:spMkLst>
            <pc:docMk/>
            <pc:sldMk cId="1589506695" sldId="262"/>
            <ac:spMk id="17" creationId="{588E09CA-0A81-447D-8892-8F90ABB05F46}"/>
          </ac:spMkLst>
        </pc:spChg>
        <pc:spChg chg="add mod">
          <ac:chgData name="Simon Guettier" userId="aecb12b45723362e" providerId="LiveId" clId="{93106A41-72F2-4D58-BE20-2D0BA65C9A85}" dt="2025-12-06T01:46:02.518" v="283" actId="1076"/>
          <ac:spMkLst>
            <pc:docMk/>
            <pc:sldMk cId="1589506695" sldId="262"/>
            <ac:spMk id="19" creationId="{6E51ECBE-502B-4E40-7680-A716803F31AE}"/>
          </ac:spMkLst>
        </pc:spChg>
        <pc:spChg chg="add mod">
          <ac:chgData name="Simon Guettier" userId="aecb12b45723362e" providerId="LiveId" clId="{93106A41-72F2-4D58-BE20-2D0BA65C9A85}" dt="2025-12-06T01:44:21.461" v="274" actId="1076"/>
          <ac:spMkLst>
            <pc:docMk/>
            <pc:sldMk cId="1589506695" sldId="262"/>
            <ac:spMk id="21" creationId="{32BF6B2F-B053-AA90-12CD-7D31767F7544}"/>
          </ac:spMkLst>
        </pc:spChg>
        <pc:spChg chg="add mod">
          <ac:chgData name="Simon Guettier" userId="aecb12b45723362e" providerId="LiveId" clId="{93106A41-72F2-4D58-BE20-2D0BA65C9A85}" dt="2025-12-06T01:45:49.545" v="282" actId="1076"/>
          <ac:spMkLst>
            <pc:docMk/>
            <pc:sldMk cId="1589506695" sldId="262"/>
            <ac:spMk id="23" creationId="{CD32BEC4-A40A-7777-2673-240834E4251E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4" creationId="{7CE38349-A35A-F250-78C2-8A302BABBB95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5" creationId="{7EE9166F-A9F6-142F-4829-90EF399492D6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6" creationId="{229606AF-E1E7-FD14-EA53-33806D077F16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7" creationId="{5FC8E0DB-E4EC-2B16-86E9-A1C783D0F741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8" creationId="{4ADD77F5-C3BD-8B94-8B9D-0B4D32BE85FA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9" creationId="{BC1DC0CF-C6A3-3FF7-B387-C81FEC45EA25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40" creationId="{4CA48DE8-AE4C-B743-1A93-44F8E000E75B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41" creationId="{A5C4566C-F687-274D-FAA7-508D2E3E1A4D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42" creationId="{4A7D5EFD-7906-F932-990E-95AF4B1D0334}"/>
          </ac:spMkLst>
        </pc:spChg>
        <pc:picChg chg="add mod">
          <ac:chgData name="Simon Guettier" userId="aecb12b45723362e" providerId="LiveId" clId="{93106A41-72F2-4D58-BE20-2D0BA65C9A85}" dt="2025-12-06T01:33:15.606" v="190" actId="1076"/>
          <ac:picMkLst>
            <pc:docMk/>
            <pc:sldMk cId="1589506695" sldId="262"/>
            <ac:picMk id="2" creationId="{B7D94458-C718-8364-03C7-2ECCDA5BD3E4}"/>
          </ac:picMkLst>
        </pc:picChg>
        <pc:picChg chg="add mod">
          <ac:chgData name="Simon Guettier" userId="aecb12b45723362e" providerId="LiveId" clId="{93106A41-72F2-4D58-BE20-2D0BA65C9A85}" dt="2025-12-06T01:33:44.126" v="196" actId="1076"/>
          <ac:picMkLst>
            <pc:docMk/>
            <pc:sldMk cId="1589506695" sldId="262"/>
            <ac:picMk id="4" creationId="{25E4F82C-C9B8-402A-57B9-AD60CAA77FCB}"/>
          </ac:picMkLst>
        </pc:picChg>
        <pc:picChg chg="add mod">
          <ac:chgData name="Simon Guettier" userId="aecb12b45723362e" providerId="LiveId" clId="{93106A41-72F2-4D58-BE20-2D0BA65C9A85}" dt="2025-12-06T01:40:19.476" v="222" actId="1076"/>
          <ac:picMkLst>
            <pc:docMk/>
            <pc:sldMk cId="1589506695" sldId="262"/>
            <ac:picMk id="8" creationId="{7533CF6A-E7A4-6435-0D24-B1F2F8C3D89F}"/>
          </ac:picMkLst>
        </pc:picChg>
        <pc:picChg chg="add mod">
          <ac:chgData name="Simon Guettier" userId="aecb12b45723362e" providerId="LiveId" clId="{93106A41-72F2-4D58-BE20-2D0BA65C9A85}" dt="2025-12-06T01:41:02.498" v="232" actId="1076"/>
          <ac:picMkLst>
            <pc:docMk/>
            <pc:sldMk cId="1589506695" sldId="262"/>
            <ac:picMk id="9" creationId="{60414546-2932-9F3A-9AA0-C4CD5F0AF56F}"/>
          </ac:picMkLst>
        </pc:picChg>
        <pc:picChg chg="add mod">
          <ac:chgData name="Simon Guettier" userId="aecb12b45723362e" providerId="LiveId" clId="{93106A41-72F2-4D58-BE20-2D0BA65C9A85}" dt="2025-12-06T01:39:50.444" v="213" actId="1076"/>
          <ac:picMkLst>
            <pc:docMk/>
            <pc:sldMk cId="1589506695" sldId="262"/>
            <ac:picMk id="11" creationId="{9A526B4A-2160-6734-0FA9-116606A7D026}"/>
          </ac:picMkLst>
        </pc:picChg>
        <pc:picChg chg="add mod">
          <ac:chgData name="Simon Guettier" userId="aecb12b45723362e" providerId="LiveId" clId="{93106A41-72F2-4D58-BE20-2D0BA65C9A85}" dt="2025-12-06T01:41:36.167" v="238" actId="1076"/>
          <ac:picMkLst>
            <pc:docMk/>
            <pc:sldMk cId="1589506695" sldId="262"/>
            <ac:picMk id="12" creationId="{BAEC98BE-5F4A-4427-72C5-D45E37941F36}"/>
          </ac:picMkLst>
        </pc:picChg>
        <pc:picChg chg="add mod">
          <ac:chgData name="Simon Guettier" userId="aecb12b45723362e" providerId="LiveId" clId="{93106A41-72F2-4D58-BE20-2D0BA65C9A85}" dt="2025-12-06T01:42:25.846" v="249" actId="1076"/>
          <ac:picMkLst>
            <pc:docMk/>
            <pc:sldMk cId="1589506695" sldId="262"/>
            <ac:picMk id="14" creationId="{C667FF26-3521-B4AA-10E8-F70EC574AB49}"/>
          </ac:picMkLst>
        </pc:picChg>
        <pc:picChg chg="add mod">
          <ac:chgData name="Simon Guettier" userId="aecb12b45723362e" providerId="LiveId" clId="{93106A41-72F2-4D58-BE20-2D0BA65C9A85}" dt="2025-12-06T01:42:45.197" v="256" actId="1076"/>
          <ac:picMkLst>
            <pc:docMk/>
            <pc:sldMk cId="1589506695" sldId="262"/>
            <ac:picMk id="16" creationId="{3F7955EC-1771-38B1-1CB5-C489067D3D08}"/>
          </ac:picMkLst>
        </pc:picChg>
        <pc:picChg chg="add mod">
          <ac:chgData name="Simon Guettier" userId="aecb12b45723362e" providerId="LiveId" clId="{93106A41-72F2-4D58-BE20-2D0BA65C9A85}" dt="2025-12-06T01:43:37.646" v="264" actId="1076"/>
          <ac:picMkLst>
            <pc:docMk/>
            <pc:sldMk cId="1589506695" sldId="262"/>
            <ac:picMk id="18" creationId="{CE189F46-5FD8-941E-7B64-2EF809FB8FF3}"/>
          </ac:picMkLst>
        </pc:picChg>
        <pc:picChg chg="add mod">
          <ac:chgData name="Simon Guettier" userId="aecb12b45723362e" providerId="LiveId" clId="{93106A41-72F2-4D58-BE20-2D0BA65C9A85}" dt="2025-12-06T01:44:13.161" v="272" actId="1076"/>
          <ac:picMkLst>
            <pc:docMk/>
            <pc:sldMk cId="1589506695" sldId="262"/>
            <ac:picMk id="20" creationId="{A4A7B2FD-813E-7C46-AE43-FBF9B8CC6C17}"/>
          </ac:picMkLst>
        </pc:picChg>
        <pc:picChg chg="add mod">
          <ac:chgData name="Simon Guettier" userId="aecb12b45723362e" providerId="LiveId" clId="{93106A41-72F2-4D58-BE20-2D0BA65C9A85}" dt="2025-12-06T01:45:40.611" v="280"/>
          <ac:picMkLst>
            <pc:docMk/>
            <pc:sldMk cId="1589506695" sldId="262"/>
            <ac:picMk id="22" creationId="{0282F759-031C-DED0-908B-10A56C3BC733}"/>
          </ac:picMkLst>
        </pc:picChg>
        <pc:picChg chg="del">
          <ac:chgData name="Simon Guettier" userId="aecb12b45723362e" providerId="LiveId" clId="{93106A41-72F2-4D58-BE20-2D0BA65C9A85}" dt="2025-12-06T01:32:53.748" v="186" actId="478"/>
          <ac:picMkLst>
            <pc:docMk/>
            <pc:sldMk cId="1589506695" sldId="262"/>
            <ac:picMk id="33" creationId="{B1E13C9A-6F61-6203-FD32-A95C02B10C9F}"/>
          </ac:picMkLst>
        </pc:picChg>
      </pc:sldChg>
      <pc:sldChg chg="addSp delSp modSp add del mod">
        <pc:chgData name="Simon Guettier" userId="aecb12b45723362e" providerId="LiveId" clId="{93106A41-72F2-4D58-BE20-2D0BA65C9A85}" dt="2025-12-06T01:40:30.448" v="224" actId="2696"/>
        <pc:sldMkLst>
          <pc:docMk/>
          <pc:sldMk cId="663703764" sldId="263"/>
        </pc:sldMkLst>
        <pc:spChg chg="mod">
          <ac:chgData name="Simon Guettier" userId="aecb12b45723362e" providerId="LiveId" clId="{93106A41-72F2-4D58-BE20-2D0BA65C9A85}" dt="2025-12-06T01:40:05.276" v="218"/>
          <ac:spMkLst>
            <pc:docMk/>
            <pc:sldMk cId="663703764" sldId="263"/>
            <ac:spMk id="2" creationId="{BDB69E9C-D7E5-BCF9-FEFE-A36F67D5807E}"/>
          </ac:spMkLst>
        </pc:spChg>
        <pc:spChg chg="add del">
          <ac:chgData name="Simon Guettier" userId="aecb12b45723362e" providerId="LiveId" clId="{93106A41-72F2-4D58-BE20-2D0BA65C9A85}" dt="2025-12-06T01:40:13.805" v="219"/>
          <ac:spMkLst>
            <pc:docMk/>
            <pc:sldMk cId="663703764" sldId="263"/>
            <ac:spMk id="38" creationId="{468F8F24-B551-6DE0-BBBC-ACB3EC5F80D3}"/>
          </ac:spMkLst>
        </pc:spChg>
        <pc:picChg chg="del mod">
          <ac:chgData name="Simon Guettier" userId="aecb12b45723362e" providerId="LiveId" clId="{93106A41-72F2-4D58-BE20-2D0BA65C9A85}" dt="2025-12-06T01:40:15.703" v="220" actId="21"/>
          <ac:picMkLst>
            <pc:docMk/>
            <pc:sldMk cId="663703764" sldId="263"/>
            <ac:picMk id="3" creationId="{7533CF6A-E7A4-6435-0D24-B1F2F8C3D89F}"/>
          </ac:picMkLst>
        </pc:picChg>
        <pc:picChg chg="add del">
          <ac:chgData name="Simon Guettier" userId="aecb12b45723362e" providerId="LiveId" clId="{93106A41-72F2-4D58-BE20-2D0BA65C9A85}" dt="2025-12-06T01:40:13.805" v="219"/>
          <ac:picMkLst>
            <pc:docMk/>
            <pc:sldMk cId="663703764" sldId="263"/>
            <ac:picMk id="33" creationId="{3DF067BF-EAB9-F8F5-9DF8-835FAB055165}"/>
          </ac:picMkLst>
        </pc:picChg>
      </pc:sldChg>
      <pc:sldChg chg="delSp modSp add del mod">
        <pc:chgData name="Simon Guettier" userId="aecb12b45723362e" providerId="LiveId" clId="{93106A41-72F2-4D58-BE20-2D0BA65C9A85}" dt="2025-12-06T01:44:33.396" v="275" actId="2696"/>
        <pc:sldMkLst>
          <pc:docMk/>
          <pc:sldMk cId="908507127" sldId="263"/>
        </pc:sldMkLst>
        <pc:spChg chg="del">
          <ac:chgData name="Simon Guettier" userId="aecb12b45723362e" providerId="LiveId" clId="{93106A41-72F2-4D58-BE20-2D0BA65C9A85}" dt="2025-12-06T01:44:00.467" v="269"/>
          <ac:spMkLst>
            <pc:docMk/>
            <pc:sldMk cId="908507127" sldId="263"/>
            <ac:spMk id="42" creationId="{B0836D33-EB8E-2618-2D0F-6006BA9EEAC9}"/>
          </ac:spMkLst>
        </pc:spChg>
        <pc:picChg chg="del mod">
          <ac:chgData name="Simon Guettier" userId="aecb12b45723362e" providerId="LiveId" clId="{93106A41-72F2-4D58-BE20-2D0BA65C9A85}" dt="2025-12-06T01:44:01.288" v="270" actId="21"/>
          <ac:picMkLst>
            <pc:docMk/>
            <pc:sldMk cId="908507127" sldId="263"/>
            <ac:picMk id="2" creationId="{A4A7B2FD-813E-7C46-AE43-FBF9B8CC6C17}"/>
          </ac:picMkLst>
        </pc:picChg>
        <pc:picChg chg="del">
          <ac:chgData name="Simon Guettier" userId="aecb12b45723362e" providerId="LiveId" clId="{93106A41-72F2-4D58-BE20-2D0BA65C9A85}" dt="2025-12-06T01:44:00.467" v="269"/>
          <ac:picMkLst>
            <pc:docMk/>
            <pc:sldMk cId="908507127" sldId="263"/>
            <ac:picMk id="33" creationId="{12C577B0-CEA9-B991-BCFB-8CD98476C46F}"/>
          </ac:picMkLst>
        </pc:picChg>
      </pc:sldChg>
      <pc:sldChg chg="delSp modSp add del mod">
        <pc:chgData name="Simon Guettier" userId="aecb12b45723362e" providerId="LiveId" clId="{93106A41-72F2-4D58-BE20-2D0BA65C9A85}" dt="2025-12-06T01:46:47.067" v="284" actId="2696"/>
        <pc:sldMkLst>
          <pc:docMk/>
          <pc:sldMk cId="1190442321" sldId="263"/>
        </pc:sldMkLst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4" creationId="{2BF42FFA-A266-7162-1B99-F6161C4CCBE4}"/>
          </ac:spMkLst>
        </pc:spChg>
        <pc:spChg chg="del">
          <ac:chgData name="Simon Guettier" userId="aecb12b45723362e" providerId="LiveId" clId="{93106A41-72F2-4D58-BE20-2D0BA65C9A85}" dt="2025-12-06T01:45:37.127" v="278"/>
          <ac:spMkLst>
            <pc:docMk/>
            <pc:sldMk cId="1190442321" sldId="263"/>
            <ac:spMk id="35" creationId="{DB2A2E26-F837-BAF1-EA94-12570DD9994E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6" creationId="{3B13FEE8-57E9-EFAC-B039-26183C2C62FF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7" creationId="{40386FD2-9E3B-134D-4B51-4AD75C930B7F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8" creationId="{EF840C74-7CBC-1AF3-4EA4-77454CD5AF76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9" creationId="{F980B130-F154-69EC-89D3-AB3B81B5F87C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40" creationId="{5A69DCB1-B8E7-B065-F8C2-171CCB6A970B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41" creationId="{6025511F-D1A3-3C0B-9D2C-6A4641A40702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42" creationId="{9ED7789B-6320-0257-73C7-2C52120550C8}"/>
          </ac:spMkLst>
        </pc:spChg>
        <pc:picChg chg="del mod">
          <ac:chgData name="Simon Guettier" userId="aecb12b45723362e" providerId="LiveId" clId="{93106A41-72F2-4D58-BE20-2D0BA65C9A85}" dt="2025-12-06T01:45:38.553" v="279" actId="21"/>
          <ac:picMkLst>
            <pc:docMk/>
            <pc:sldMk cId="1190442321" sldId="263"/>
            <ac:picMk id="2" creationId="{0282F759-031C-DED0-908B-10A56C3BC733}"/>
          </ac:picMkLst>
        </pc:picChg>
        <pc:picChg chg="del">
          <ac:chgData name="Simon Guettier" userId="aecb12b45723362e" providerId="LiveId" clId="{93106A41-72F2-4D58-BE20-2D0BA65C9A85}" dt="2025-12-06T01:45:37.127" v="278"/>
          <ac:picMkLst>
            <pc:docMk/>
            <pc:sldMk cId="1190442321" sldId="263"/>
            <ac:picMk id="33" creationId="{850D0BF3-E45B-B7FC-2EA6-35A8EFDFB006}"/>
          </ac:picMkLst>
        </pc:picChg>
      </pc:sldChg>
      <pc:sldChg chg="addSp delSp modSp add mod">
        <pc:chgData name="Simon Guettier" userId="aecb12b45723362e" providerId="LiveId" clId="{93106A41-72F2-4D58-BE20-2D0BA65C9A85}" dt="2025-12-06T19:07:39.067" v="363" actId="1076"/>
        <pc:sldMkLst>
          <pc:docMk/>
          <pc:sldMk cId="1676504364" sldId="263"/>
        </pc:sldMkLst>
        <pc:spChg chg="del">
          <ac:chgData name="Simon Guettier" userId="aecb12b45723362e" providerId="LiveId" clId="{93106A41-72F2-4D58-BE20-2D0BA65C9A85}" dt="2025-12-06T01:49:47.919" v="286" actId="21"/>
          <ac:spMkLst>
            <pc:docMk/>
            <pc:sldMk cId="1676504364" sldId="263"/>
            <ac:spMk id="3" creationId="{58228B63-1B3E-8275-1820-F754219F708D}"/>
          </ac:spMkLst>
        </pc:spChg>
        <pc:spChg chg="del">
          <ac:chgData name="Simon Guettier" userId="aecb12b45723362e" providerId="LiveId" clId="{93106A41-72F2-4D58-BE20-2D0BA65C9A85}" dt="2025-12-06T01:50:03.815" v="290" actId="21"/>
          <ac:spMkLst>
            <pc:docMk/>
            <pc:sldMk cId="1676504364" sldId="263"/>
            <ac:spMk id="5" creationId="{782C9CB1-0357-1EB4-1436-73E92560CD8F}"/>
          </ac:spMkLst>
        </pc:spChg>
        <pc:spChg chg="del">
          <ac:chgData name="Simon Guettier" userId="aecb12b45723362e" providerId="LiveId" clId="{93106A41-72F2-4D58-BE20-2D0BA65C9A85}" dt="2025-12-06T01:50:16.378" v="294" actId="21"/>
          <ac:spMkLst>
            <pc:docMk/>
            <pc:sldMk cId="1676504364" sldId="263"/>
            <ac:spMk id="6" creationId="{3BE8F5B2-AC29-5861-E0D5-073E2063DFCE}"/>
          </ac:spMkLst>
        </pc:spChg>
        <pc:spChg chg="del">
          <ac:chgData name="Simon Guettier" userId="aecb12b45723362e" providerId="LiveId" clId="{93106A41-72F2-4D58-BE20-2D0BA65C9A85}" dt="2025-12-06T01:50:44.354" v="303" actId="21"/>
          <ac:spMkLst>
            <pc:docMk/>
            <pc:sldMk cId="1676504364" sldId="263"/>
            <ac:spMk id="10" creationId="{FC9EDA2E-2A89-78A5-DC5B-E8F4A903111B}"/>
          </ac:spMkLst>
        </pc:spChg>
        <pc:spChg chg="del">
          <ac:chgData name="Simon Guettier" userId="aecb12b45723362e" providerId="LiveId" clId="{93106A41-72F2-4D58-BE20-2D0BA65C9A85}" dt="2025-12-06T01:50:31.838" v="299" actId="21"/>
          <ac:spMkLst>
            <pc:docMk/>
            <pc:sldMk cId="1676504364" sldId="263"/>
            <ac:spMk id="13" creationId="{C69E63C2-FAC6-AAC8-1629-2747517E894E}"/>
          </ac:spMkLst>
        </pc:spChg>
        <pc:spChg chg="del">
          <ac:chgData name="Simon Guettier" userId="aecb12b45723362e" providerId="LiveId" clId="{93106A41-72F2-4D58-BE20-2D0BA65C9A85}" dt="2025-12-06T01:51:16.486" v="311" actId="21"/>
          <ac:spMkLst>
            <pc:docMk/>
            <pc:sldMk cId="1676504364" sldId="263"/>
            <ac:spMk id="17" creationId="{A930C459-6E2F-01AA-74F0-89DD324B1EE7}"/>
          </ac:spMkLst>
        </pc:spChg>
        <pc:spChg chg="del">
          <ac:chgData name="Simon Guettier" userId="aecb12b45723362e" providerId="LiveId" clId="{93106A41-72F2-4D58-BE20-2D0BA65C9A85}" dt="2025-12-06T01:51:26.446" v="315" actId="21"/>
          <ac:spMkLst>
            <pc:docMk/>
            <pc:sldMk cId="1676504364" sldId="263"/>
            <ac:spMk id="19" creationId="{93325B4C-A88C-EF01-A966-D161B70CF7F8}"/>
          </ac:spMkLst>
        </pc:spChg>
        <pc:spChg chg="del">
          <ac:chgData name="Simon Guettier" userId="aecb12b45723362e" providerId="LiveId" clId="{93106A41-72F2-4D58-BE20-2D0BA65C9A85}" dt="2025-12-06T01:51:37.711" v="319" actId="21"/>
          <ac:spMkLst>
            <pc:docMk/>
            <pc:sldMk cId="1676504364" sldId="263"/>
            <ac:spMk id="21" creationId="{55738B23-32BD-26F0-E97E-8E193807D224}"/>
          </ac:spMkLst>
        </pc:spChg>
        <pc:spChg chg="del">
          <ac:chgData name="Simon Guettier" userId="aecb12b45723362e" providerId="LiveId" clId="{93106A41-72F2-4D58-BE20-2D0BA65C9A85}" dt="2025-12-06T01:51:01.088" v="307" actId="21"/>
          <ac:spMkLst>
            <pc:docMk/>
            <pc:sldMk cId="1676504364" sldId="263"/>
            <ac:spMk id="23" creationId="{5FF6AC95-25BD-C280-BDA5-2D85A2C38923}"/>
          </ac:spMkLst>
        </pc:spChg>
        <pc:picChg chg="del">
          <ac:chgData name="Simon Guettier" userId="aecb12b45723362e" providerId="LiveId" clId="{93106A41-72F2-4D58-BE20-2D0BA65C9A85}" dt="2025-12-06T01:49:47.919" v="286" actId="21"/>
          <ac:picMkLst>
            <pc:docMk/>
            <pc:sldMk cId="1676504364" sldId="263"/>
            <ac:picMk id="2" creationId="{0435F8FE-C240-EE38-D4AE-B11CC873355C}"/>
          </ac:picMkLst>
        </pc:picChg>
        <pc:picChg chg="del">
          <ac:chgData name="Simon Guettier" userId="aecb12b45723362e" providerId="LiveId" clId="{93106A41-72F2-4D58-BE20-2D0BA65C9A85}" dt="2025-12-06T01:50:03.815" v="290" actId="21"/>
          <ac:picMkLst>
            <pc:docMk/>
            <pc:sldMk cId="1676504364" sldId="263"/>
            <ac:picMk id="4" creationId="{B7986B79-3C6E-3B0D-57AA-F75D13778543}"/>
          </ac:picMkLst>
        </pc:picChg>
        <pc:picChg chg="add mod">
          <ac:chgData name="Simon Guettier" userId="aecb12b45723362e" providerId="LiveId" clId="{93106A41-72F2-4D58-BE20-2D0BA65C9A85}" dt="2025-12-06T01:49:59.435" v="289" actId="1076"/>
          <ac:picMkLst>
            <pc:docMk/>
            <pc:sldMk cId="1676504364" sldId="263"/>
            <ac:picMk id="7" creationId="{087DEDCD-8480-C955-2A72-34AAACE681EA}"/>
          </ac:picMkLst>
        </pc:picChg>
        <pc:picChg chg="del">
          <ac:chgData name="Simon Guettier" userId="aecb12b45723362e" providerId="LiveId" clId="{93106A41-72F2-4D58-BE20-2D0BA65C9A85}" dt="2025-12-06T01:50:16.378" v="294" actId="21"/>
          <ac:picMkLst>
            <pc:docMk/>
            <pc:sldMk cId="1676504364" sldId="263"/>
            <ac:picMk id="8" creationId="{8428266E-C0FE-B931-2112-5913D0DD59D5}"/>
          </ac:picMkLst>
        </pc:picChg>
        <pc:picChg chg="del">
          <ac:chgData name="Simon Guettier" userId="aecb12b45723362e" providerId="LiveId" clId="{93106A41-72F2-4D58-BE20-2D0BA65C9A85}" dt="2025-12-06T01:50:44.354" v="303" actId="21"/>
          <ac:picMkLst>
            <pc:docMk/>
            <pc:sldMk cId="1676504364" sldId="263"/>
            <ac:picMk id="9" creationId="{64209ABD-DAE4-A45A-4102-1E6206C17BC3}"/>
          </ac:picMkLst>
        </pc:picChg>
        <pc:picChg chg="add mod">
          <ac:chgData name="Simon Guettier" userId="aecb12b45723362e" providerId="LiveId" clId="{93106A41-72F2-4D58-BE20-2D0BA65C9A85}" dt="2025-12-06T17:16:55.353" v="351" actId="1076"/>
          <ac:picMkLst>
            <pc:docMk/>
            <pc:sldMk cId="1676504364" sldId="263"/>
            <ac:picMk id="11" creationId="{B88E69F6-86E7-C5D4-3A7E-24BEC46A4B6F}"/>
          </ac:picMkLst>
        </pc:picChg>
        <pc:picChg chg="del">
          <ac:chgData name="Simon Guettier" userId="aecb12b45723362e" providerId="LiveId" clId="{93106A41-72F2-4D58-BE20-2D0BA65C9A85}" dt="2025-12-06T01:50:31.838" v="299" actId="21"/>
          <ac:picMkLst>
            <pc:docMk/>
            <pc:sldMk cId="1676504364" sldId="263"/>
            <ac:picMk id="12" creationId="{4FBD90C5-6218-CCEF-E743-B0012B88B558}"/>
          </ac:picMkLst>
        </pc:picChg>
        <pc:picChg chg="add mod">
          <ac:chgData name="Simon Guettier" userId="aecb12b45723362e" providerId="LiveId" clId="{93106A41-72F2-4D58-BE20-2D0BA65C9A85}" dt="2025-12-06T01:50:28.654" v="298" actId="1076"/>
          <ac:picMkLst>
            <pc:docMk/>
            <pc:sldMk cId="1676504364" sldId="263"/>
            <ac:picMk id="14" creationId="{A7D11F38-5402-80BF-5A30-288A44DC0E42}"/>
          </ac:picMkLst>
        </pc:picChg>
        <pc:picChg chg="add mod ord">
          <ac:chgData name="Simon Guettier" userId="aecb12b45723362e" providerId="LiveId" clId="{93106A41-72F2-4D58-BE20-2D0BA65C9A85}" dt="2025-12-06T19:07:39.067" v="363" actId="1076"/>
          <ac:picMkLst>
            <pc:docMk/>
            <pc:sldMk cId="1676504364" sldId="263"/>
            <ac:picMk id="15" creationId="{45F65105-0A33-0723-8B7A-8E16A91783B7}"/>
          </ac:picMkLst>
        </pc:picChg>
        <pc:picChg chg="del">
          <ac:chgData name="Simon Guettier" userId="aecb12b45723362e" providerId="LiveId" clId="{93106A41-72F2-4D58-BE20-2D0BA65C9A85}" dt="2025-12-06T01:51:16.486" v="311" actId="21"/>
          <ac:picMkLst>
            <pc:docMk/>
            <pc:sldMk cId="1676504364" sldId="263"/>
            <ac:picMk id="16" creationId="{E5FE8036-46D0-312C-7370-6A3CB110C048}"/>
          </ac:picMkLst>
        </pc:picChg>
        <pc:picChg chg="del">
          <ac:chgData name="Simon Guettier" userId="aecb12b45723362e" providerId="LiveId" clId="{93106A41-72F2-4D58-BE20-2D0BA65C9A85}" dt="2025-12-06T01:51:26.446" v="315" actId="21"/>
          <ac:picMkLst>
            <pc:docMk/>
            <pc:sldMk cId="1676504364" sldId="263"/>
            <ac:picMk id="18" creationId="{585C2728-C7B6-DCEC-E3AB-16534001BDAD}"/>
          </ac:picMkLst>
        </pc:picChg>
        <pc:picChg chg="del">
          <ac:chgData name="Simon Guettier" userId="aecb12b45723362e" providerId="LiveId" clId="{93106A41-72F2-4D58-BE20-2D0BA65C9A85}" dt="2025-12-06T01:51:37.711" v="319" actId="21"/>
          <ac:picMkLst>
            <pc:docMk/>
            <pc:sldMk cId="1676504364" sldId="263"/>
            <ac:picMk id="20" creationId="{3FCD5787-8BE2-DDB8-D0E0-40B431EA417D}"/>
          </ac:picMkLst>
        </pc:picChg>
        <pc:picChg chg="del">
          <ac:chgData name="Simon Guettier" userId="aecb12b45723362e" providerId="LiveId" clId="{93106A41-72F2-4D58-BE20-2D0BA65C9A85}" dt="2025-12-06T01:51:01.088" v="307" actId="21"/>
          <ac:picMkLst>
            <pc:docMk/>
            <pc:sldMk cId="1676504364" sldId="263"/>
            <ac:picMk id="22" creationId="{6F4B402F-427E-AFE1-45BF-DBC23E173230}"/>
          </ac:picMkLst>
        </pc:picChg>
        <pc:picChg chg="add mod">
          <ac:chgData name="Simon Guettier" userId="aecb12b45723362e" providerId="LiveId" clId="{93106A41-72F2-4D58-BE20-2D0BA65C9A85}" dt="2025-12-06T17:17:00.935" v="352" actId="1076"/>
          <ac:picMkLst>
            <pc:docMk/>
            <pc:sldMk cId="1676504364" sldId="263"/>
            <ac:picMk id="24" creationId="{D36BFFAC-593C-AF70-13D8-C44DDB2D6470}"/>
          </ac:picMkLst>
        </pc:picChg>
        <pc:picChg chg="add mod">
          <ac:chgData name="Simon Guettier" userId="aecb12b45723362e" providerId="LiveId" clId="{93106A41-72F2-4D58-BE20-2D0BA65C9A85}" dt="2025-12-06T17:18:24.257" v="357" actId="1076"/>
          <ac:picMkLst>
            <pc:docMk/>
            <pc:sldMk cId="1676504364" sldId="263"/>
            <ac:picMk id="25" creationId="{54465F14-F40B-656A-DA8A-A6FA019686AD}"/>
          </ac:picMkLst>
        </pc:picChg>
        <pc:picChg chg="add mod">
          <ac:chgData name="Simon Guettier" userId="aecb12b45723362e" providerId="LiveId" clId="{93106A41-72F2-4D58-BE20-2D0BA65C9A85}" dt="2025-12-06T17:18:56.328" v="359" actId="1076"/>
          <ac:picMkLst>
            <pc:docMk/>
            <pc:sldMk cId="1676504364" sldId="263"/>
            <ac:picMk id="26" creationId="{774B58A3-0A83-6618-B216-4288294087B0}"/>
          </ac:picMkLst>
        </pc:picChg>
        <pc:picChg chg="add mod">
          <ac:chgData name="Simon Guettier" userId="aecb12b45723362e" providerId="LiveId" clId="{93106A41-72F2-4D58-BE20-2D0BA65C9A85}" dt="2025-12-06T17:23:09.646" v="362" actId="1076"/>
          <ac:picMkLst>
            <pc:docMk/>
            <pc:sldMk cId="1676504364" sldId="263"/>
            <ac:picMk id="27" creationId="{70C604B0-4D06-A237-D0B4-9FDDFCB86B18}"/>
          </ac:picMkLst>
        </pc:picChg>
        <pc:picChg chg="add mod">
          <ac:chgData name="Simon Guettier" userId="aecb12b45723362e" providerId="LiveId" clId="{93106A41-72F2-4D58-BE20-2D0BA65C9A85}" dt="2025-12-06T17:23:07.632" v="361" actId="1076"/>
          <ac:picMkLst>
            <pc:docMk/>
            <pc:sldMk cId="1676504364" sldId="263"/>
            <ac:picMk id="28" creationId="{84E79799-AF07-3E11-F564-433BB4938B8E}"/>
          </ac:picMkLst>
        </pc:picChg>
        <pc:picChg chg="add del mod">
          <ac:chgData name="Simon Guettier" userId="aecb12b45723362e" providerId="LiveId" clId="{93106A41-72F2-4D58-BE20-2D0BA65C9A85}" dt="2025-12-06T16:39:51.995" v="345" actId="478"/>
          <ac:picMkLst>
            <pc:docMk/>
            <pc:sldMk cId="1676504364" sldId="263"/>
            <ac:picMk id="29" creationId="{ED229336-ED30-9CF2-ED30-9B765778AAE2}"/>
          </ac:picMkLst>
        </pc:picChg>
      </pc:sldChg>
      <pc:sldChg chg="delSp modSp add del mod">
        <pc:chgData name="Simon Guettier" userId="aecb12b45723362e" providerId="LiveId" clId="{93106A41-72F2-4D58-BE20-2D0BA65C9A85}" dt="2025-12-06T01:34:07.600" v="201" actId="2696"/>
        <pc:sldMkLst>
          <pc:docMk/>
          <pc:sldMk cId="2235679416" sldId="263"/>
        </pc:sldMkLst>
        <pc:spChg chg="del">
          <ac:chgData name="Simon Guettier" userId="aecb12b45723362e" providerId="LiveId" clId="{93106A41-72F2-4D58-BE20-2D0BA65C9A85}" dt="2025-12-06T01:33:36.602" v="193"/>
          <ac:spMkLst>
            <pc:docMk/>
            <pc:sldMk cId="2235679416" sldId="263"/>
            <ac:spMk id="34" creationId="{88521C67-0CF1-ADF6-98E7-9D35E4D95AFC}"/>
          </ac:spMkLst>
        </pc:spChg>
        <pc:picChg chg="del mod">
          <ac:chgData name="Simon Guettier" userId="aecb12b45723362e" providerId="LiveId" clId="{93106A41-72F2-4D58-BE20-2D0BA65C9A85}" dt="2025-12-06T01:33:38.913" v="194" actId="21"/>
          <ac:picMkLst>
            <pc:docMk/>
            <pc:sldMk cId="2235679416" sldId="263"/>
            <ac:picMk id="2" creationId="{25E4F82C-C9B8-402A-57B9-AD60CAA77FCB}"/>
          </ac:picMkLst>
        </pc:picChg>
        <pc:picChg chg="del">
          <ac:chgData name="Simon Guettier" userId="aecb12b45723362e" providerId="LiveId" clId="{93106A41-72F2-4D58-BE20-2D0BA65C9A85}" dt="2025-12-06T01:33:36.602" v="193"/>
          <ac:picMkLst>
            <pc:docMk/>
            <pc:sldMk cId="2235679416" sldId="263"/>
            <ac:picMk id="33" creationId="{59A1B4B5-31F2-B2D9-6AC0-17ABB37EE24C}"/>
          </ac:picMkLst>
        </pc:picChg>
      </pc:sldChg>
      <pc:sldChg chg="delSp modSp add del mod">
        <pc:chgData name="Simon Guettier" userId="aecb12b45723362e" providerId="LiveId" clId="{93106A41-72F2-4D58-BE20-2D0BA65C9A85}" dt="2025-12-06T01:43:51.025" v="267" actId="2696"/>
        <pc:sldMkLst>
          <pc:docMk/>
          <pc:sldMk cId="2868747027" sldId="263"/>
        </pc:sldMkLst>
        <pc:spChg chg="del">
          <ac:chgData name="Simon Guettier" userId="aecb12b45723362e" providerId="LiveId" clId="{93106A41-72F2-4D58-BE20-2D0BA65C9A85}" dt="2025-12-06T01:43:32.627" v="261"/>
          <ac:spMkLst>
            <pc:docMk/>
            <pc:sldMk cId="2868747027" sldId="263"/>
            <ac:spMk id="36" creationId="{717B5133-C59B-1A07-610C-F5EF3E323EF9}"/>
          </ac:spMkLst>
        </pc:spChg>
        <pc:picChg chg="del mod">
          <ac:chgData name="Simon Guettier" userId="aecb12b45723362e" providerId="LiveId" clId="{93106A41-72F2-4D58-BE20-2D0BA65C9A85}" dt="2025-12-06T01:43:33.724" v="262" actId="21"/>
          <ac:picMkLst>
            <pc:docMk/>
            <pc:sldMk cId="2868747027" sldId="263"/>
            <ac:picMk id="2" creationId="{CE189F46-5FD8-941E-7B64-2EF809FB8FF3}"/>
          </ac:picMkLst>
        </pc:picChg>
        <pc:picChg chg="del">
          <ac:chgData name="Simon Guettier" userId="aecb12b45723362e" providerId="LiveId" clId="{93106A41-72F2-4D58-BE20-2D0BA65C9A85}" dt="2025-12-06T01:43:32.627" v="261"/>
          <ac:picMkLst>
            <pc:docMk/>
            <pc:sldMk cId="2868747027" sldId="263"/>
            <ac:picMk id="33" creationId="{2452F7B1-435F-E55B-318B-8F3688C5468C}"/>
          </ac:picMkLst>
        </pc:picChg>
      </pc:sldChg>
      <pc:sldChg chg="delSp modSp add del mod">
        <pc:chgData name="Simon Guettier" userId="aecb12b45723362e" providerId="LiveId" clId="{93106A41-72F2-4D58-BE20-2D0BA65C9A85}" dt="2025-12-06T01:41:14.722" v="233" actId="2696"/>
        <pc:sldMkLst>
          <pc:docMk/>
          <pc:sldMk cId="3134927100" sldId="263"/>
        </pc:sldMkLst>
        <pc:spChg chg="del">
          <ac:chgData name="Simon Guettier" userId="aecb12b45723362e" providerId="LiveId" clId="{93106A41-72F2-4D58-BE20-2D0BA65C9A85}" dt="2025-12-06T01:40:40.743" v="226"/>
          <ac:spMkLst>
            <pc:docMk/>
            <pc:sldMk cId="3134927100" sldId="263"/>
            <ac:spMk id="39" creationId="{0ECC4AD8-D303-5D18-2930-DC0FEA6B000F}"/>
          </ac:spMkLst>
        </pc:spChg>
        <pc:picChg chg="del mod">
          <ac:chgData name="Simon Guettier" userId="aecb12b45723362e" providerId="LiveId" clId="{93106A41-72F2-4D58-BE20-2D0BA65C9A85}" dt="2025-12-06T01:40:42.189" v="227" actId="21"/>
          <ac:picMkLst>
            <pc:docMk/>
            <pc:sldMk cId="3134927100" sldId="263"/>
            <ac:picMk id="2" creationId="{60414546-2932-9F3A-9AA0-C4CD5F0AF56F}"/>
          </ac:picMkLst>
        </pc:picChg>
        <pc:picChg chg="del">
          <ac:chgData name="Simon Guettier" userId="aecb12b45723362e" providerId="LiveId" clId="{93106A41-72F2-4D58-BE20-2D0BA65C9A85}" dt="2025-12-06T01:40:40.743" v="226"/>
          <ac:picMkLst>
            <pc:docMk/>
            <pc:sldMk cId="3134927100" sldId="263"/>
            <ac:picMk id="33" creationId="{1D51378A-F7B8-F2C4-24FB-C7D7715137F9}"/>
          </ac:picMkLst>
        </pc:picChg>
      </pc:sldChg>
      <pc:sldChg chg="delSp modSp add del mod">
        <pc:chgData name="Simon Guettier" userId="aecb12b45723362e" providerId="LiveId" clId="{93106A41-72F2-4D58-BE20-2D0BA65C9A85}" dt="2025-12-06T01:43:03.487" v="259" actId="2696"/>
        <pc:sldMkLst>
          <pc:docMk/>
          <pc:sldMk cId="3157721854" sldId="263"/>
        </pc:sldMkLst>
        <pc:spChg chg="del">
          <ac:chgData name="Simon Guettier" userId="aecb12b45723362e" providerId="LiveId" clId="{93106A41-72F2-4D58-BE20-2D0BA65C9A85}" dt="2025-12-06T01:42:38.731" v="253"/>
          <ac:spMkLst>
            <pc:docMk/>
            <pc:sldMk cId="3157721854" sldId="263"/>
            <ac:spMk id="40" creationId="{C4F8D5A7-94C2-C4B9-8F24-950F034F9A28}"/>
          </ac:spMkLst>
        </pc:spChg>
        <pc:picChg chg="del mod">
          <ac:chgData name="Simon Guettier" userId="aecb12b45723362e" providerId="LiveId" clId="{93106A41-72F2-4D58-BE20-2D0BA65C9A85}" dt="2025-12-06T01:42:39.785" v="254" actId="21"/>
          <ac:picMkLst>
            <pc:docMk/>
            <pc:sldMk cId="3157721854" sldId="263"/>
            <ac:picMk id="2" creationId="{3F7955EC-1771-38B1-1CB5-C489067D3D08}"/>
          </ac:picMkLst>
        </pc:picChg>
        <pc:picChg chg="del">
          <ac:chgData name="Simon Guettier" userId="aecb12b45723362e" providerId="LiveId" clId="{93106A41-72F2-4D58-BE20-2D0BA65C9A85}" dt="2025-12-06T01:42:38.731" v="253"/>
          <ac:picMkLst>
            <pc:docMk/>
            <pc:sldMk cId="3157721854" sldId="263"/>
            <ac:picMk id="33" creationId="{67E9867D-713E-7F4C-DD94-9F22E56D9138}"/>
          </ac:picMkLst>
        </pc:picChg>
      </pc:sldChg>
      <pc:sldChg chg="delSp modSp add del mod">
        <pc:chgData name="Simon Guettier" userId="aecb12b45723362e" providerId="LiveId" clId="{93106A41-72F2-4D58-BE20-2D0BA65C9A85}" dt="2025-12-06T01:41:46.652" v="241" actId="2696"/>
        <pc:sldMkLst>
          <pc:docMk/>
          <pc:sldMk cId="3271736756" sldId="263"/>
        </pc:sldMkLst>
        <pc:spChg chg="del">
          <ac:chgData name="Simon Guettier" userId="aecb12b45723362e" providerId="LiveId" clId="{93106A41-72F2-4D58-BE20-2D0BA65C9A85}" dt="2025-12-06T01:41:27.508" v="235"/>
          <ac:spMkLst>
            <pc:docMk/>
            <pc:sldMk cId="3271736756" sldId="263"/>
            <ac:spMk id="41" creationId="{233B66F4-4CD4-D724-092E-5437D8436CA6}"/>
          </ac:spMkLst>
        </pc:spChg>
        <pc:picChg chg="del mod">
          <ac:chgData name="Simon Guettier" userId="aecb12b45723362e" providerId="LiveId" clId="{93106A41-72F2-4D58-BE20-2D0BA65C9A85}" dt="2025-12-06T01:41:30.620" v="236" actId="21"/>
          <ac:picMkLst>
            <pc:docMk/>
            <pc:sldMk cId="3271736756" sldId="263"/>
            <ac:picMk id="2" creationId="{BAEC98BE-5F4A-4427-72C5-D45E37941F36}"/>
          </ac:picMkLst>
        </pc:picChg>
        <pc:picChg chg="del">
          <ac:chgData name="Simon Guettier" userId="aecb12b45723362e" providerId="LiveId" clId="{93106A41-72F2-4D58-BE20-2D0BA65C9A85}" dt="2025-12-06T01:41:27.508" v="235"/>
          <ac:picMkLst>
            <pc:docMk/>
            <pc:sldMk cId="3271736756" sldId="263"/>
            <ac:picMk id="33" creationId="{660B2DDF-1440-F031-6B64-D6DBBD046DAE}"/>
          </ac:picMkLst>
        </pc:picChg>
      </pc:sldChg>
      <pc:sldChg chg="addSp delSp modSp add mod">
        <pc:chgData name="Simon Guettier" userId="aecb12b45723362e" providerId="LiveId" clId="{93106A41-72F2-4D58-BE20-2D0BA65C9A85}" dt="2025-12-06T03:15:32.907" v="332" actId="1076"/>
        <pc:sldMkLst>
          <pc:docMk/>
          <pc:sldMk cId="216318749" sldId="264"/>
        </pc:sldMkLst>
        <pc:spChg chg="add mod">
          <ac:chgData name="Simon Guettier" userId="aecb12b45723362e" providerId="LiveId" clId="{93106A41-72F2-4D58-BE20-2D0BA65C9A85}" dt="2025-12-06T03:15:24.654" v="330" actId="1076"/>
          <ac:spMkLst>
            <pc:docMk/>
            <pc:sldMk cId="216318749" sldId="264"/>
            <ac:spMk id="2" creationId="{CCEC78AF-AE32-7691-0602-4E3A050F11B8}"/>
          </ac:spMkLst>
        </pc:spChg>
        <pc:spChg chg="add mod">
          <ac:chgData name="Simon Guettier" userId="aecb12b45723362e" providerId="LiveId" clId="{93106A41-72F2-4D58-BE20-2D0BA65C9A85}" dt="2025-12-06T03:15:32.907" v="332" actId="1076"/>
          <ac:spMkLst>
            <pc:docMk/>
            <pc:sldMk cId="216318749" sldId="264"/>
            <ac:spMk id="3" creationId="{C7A5FDBE-46F6-ABAB-65DA-443DA2FF4222}"/>
          </ac:spMkLst>
        </pc:spChg>
        <pc:spChg chg="del">
          <ac:chgData name="Simon Guettier" userId="aecb12b45723362e" providerId="LiveId" clId="{93106A41-72F2-4D58-BE20-2D0BA65C9A85}" dt="2025-12-06T03:15:06.025" v="327" actId="478"/>
          <ac:spMkLst>
            <pc:docMk/>
            <pc:sldMk cId="216318749" sldId="264"/>
            <ac:spMk id="34" creationId="{185B347D-4376-700D-021C-302BDB9403D1}"/>
          </ac:spMkLst>
        </pc:spChg>
        <pc:spChg chg="del">
          <ac:chgData name="Simon Guettier" userId="aecb12b45723362e" providerId="LiveId" clId="{93106A41-72F2-4D58-BE20-2D0BA65C9A85}" dt="2025-12-06T03:15:12.418" v="328" actId="478"/>
          <ac:spMkLst>
            <pc:docMk/>
            <pc:sldMk cId="216318749" sldId="264"/>
            <ac:spMk id="35" creationId="{4273F46A-7B73-302A-740E-01961E67AAA8}"/>
          </ac:spMkLst>
        </pc:spChg>
        <pc:spChg chg="del">
          <ac:chgData name="Simon Guettier" userId="aecb12b45723362e" providerId="LiveId" clId="{93106A41-72F2-4D58-BE20-2D0BA65C9A85}" dt="2025-12-06T03:15:06.025" v="327" actId="478"/>
          <ac:spMkLst>
            <pc:docMk/>
            <pc:sldMk cId="216318749" sldId="264"/>
            <ac:spMk id="36" creationId="{3A5B062B-D9C2-5DF9-16E1-DC7BEED83681}"/>
          </ac:spMkLst>
        </pc:spChg>
        <pc:spChg chg="del">
          <ac:chgData name="Simon Guettier" userId="aecb12b45723362e" providerId="LiveId" clId="{93106A41-72F2-4D58-BE20-2D0BA65C9A85}" dt="2025-12-06T03:14:48.104" v="324" actId="478"/>
          <ac:spMkLst>
            <pc:docMk/>
            <pc:sldMk cId="216318749" sldId="264"/>
            <ac:spMk id="37" creationId="{04B1FE49-6800-4F01-B0EA-BCBA7AF80A5D}"/>
          </ac:spMkLst>
        </pc:spChg>
        <pc:spChg chg="del">
          <ac:chgData name="Simon Guettier" userId="aecb12b45723362e" providerId="LiveId" clId="{93106A41-72F2-4D58-BE20-2D0BA65C9A85}" dt="2025-12-06T03:15:06.025" v="327" actId="478"/>
          <ac:spMkLst>
            <pc:docMk/>
            <pc:sldMk cId="216318749" sldId="264"/>
            <ac:spMk id="38" creationId="{177925C8-3198-563E-6865-22A528D8FEFB}"/>
          </ac:spMkLst>
        </pc:spChg>
        <pc:spChg chg="del">
          <ac:chgData name="Simon Guettier" userId="aecb12b45723362e" providerId="LiveId" clId="{93106A41-72F2-4D58-BE20-2D0BA65C9A85}" dt="2025-12-06T03:14:52.355" v="325" actId="478"/>
          <ac:spMkLst>
            <pc:docMk/>
            <pc:sldMk cId="216318749" sldId="264"/>
            <ac:spMk id="39" creationId="{4BBAA511-1CDB-BD96-1756-516CECD85865}"/>
          </ac:spMkLst>
        </pc:spChg>
        <pc:spChg chg="del">
          <ac:chgData name="Simon Guettier" userId="aecb12b45723362e" providerId="LiveId" clId="{93106A41-72F2-4D58-BE20-2D0BA65C9A85}" dt="2025-12-06T03:14:57.167" v="326" actId="478"/>
          <ac:spMkLst>
            <pc:docMk/>
            <pc:sldMk cId="216318749" sldId="264"/>
            <ac:spMk id="40" creationId="{4AECE99B-8C45-C8DE-06F0-ED533C28EA2C}"/>
          </ac:spMkLst>
        </pc:spChg>
        <pc:spChg chg="del">
          <ac:chgData name="Simon Guettier" userId="aecb12b45723362e" providerId="LiveId" clId="{93106A41-72F2-4D58-BE20-2D0BA65C9A85}" dt="2025-12-06T03:15:06.025" v="327" actId="478"/>
          <ac:spMkLst>
            <pc:docMk/>
            <pc:sldMk cId="216318749" sldId="264"/>
            <ac:spMk id="41" creationId="{02D6AF3A-4A71-49A4-20A7-E31F3345DF44}"/>
          </ac:spMkLst>
        </pc:spChg>
        <pc:spChg chg="del">
          <ac:chgData name="Simon Guettier" userId="aecb12b45723362e" providerId="LiveId" clId="{93106A41-72F2-4D58-BE20-2D0BA65C9A85}" dt="2025-12-06T03:15:06.025" v="327" actId="478"/>
          <ac:spMkLst>
            <pc:docMk/>
            <pc:sldMk cId="216318749" sldId="264"/>
            <ac:spMk id="42" creationId="{4CCCC5F0-C149-5A2D-7A8A-149FF9B60170}"/>
          </ac:spMkLst>
        </pc:spChg>
      </pc:sldChg>
      <pc:sldChg chg="addSp delSp modSp add mod">
        <pc:chgData name="Simon Guettier" userId="aecb12b45723362e" providerId="LiveId" clId="{93106A41-72F2-4D58-BE20-2D0BA65C9A85}" dt="2025-12-06T16:15:36.867" v="342" actId="1582"/>
        <pc:sldMkLst>
          <pc:docMk/>
          <pc:sldMk cId="3957947059" sldId="265"/>
        </pc:sldMkLst>
        <pc:spChg chg="add mod">
          <ac:chgData name="Simon Guettier" userId="aecb12b45723362e" providerId="LiveId" clId="{93106A41-72F2-4D58-BE20-2D0BA65C9A85}" dt="2025-12-06T16:15:36.867" v="342" actId="1582"/>
          <ac:spMkLst>
            <pc:docMk/>
            <pc:sldMk cId="3957947059" sldId="265"/>
            <ac:spMk id="2" creationId="{0E882D01-8777-0129-6F37-159DF18C6636}"/>
          </ac:spMkLst>
        </pc:spChg>
        <pc:spChg chg="add mod">
          <ac:chgData name="Simon Guettier" userId="aecb12b45723362e" providerId="LiveId" clId="{93106A41-72F2-4D58-BE20-2D0BA65C9A85}" dt="2025-12-06T16:00:43.755" v="341" actId="1076"/>
          <ac:spMkLst>
            <pc:docMk/>
            <pc:sldMk cId="3957947059" sldId="265"/>
            <ac:spMk id="3" creationId="{2D1BDE34-5717-38CA-4517-7EFD1E15D565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34" creationId="{0832D92F-B413-DCF1-465D-31A14E29106C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35" creationId="{1BEF5227-1688-B77A-747C-516AB27FFC58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36" creationId="{A099F07F-052A-3F3A-24A6-A326ECFF967C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37" creationId="{30804277-72F7-8D5C-8D12-DDBFD1E70000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38" creationId="{E56F826F-F358-8893-8005-591EAE6B06B6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39" creationId="{7048AC2C-298A-E7D1-AA9B-D5947739F419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40" creationId="{D772155E-9134-1B7C-EFCE-9571F606462D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41" creationId="{61D3FD54-3A49-D772-60D6-ADB8ADEB08DD}"/>
          </ac:spMkLst>
        </pc:spChg>
        <pc:spChg chg="del">
          <ac:chgData name="Simon Guettier" userId="aecb12b45723362e" providerId="LiveId" clId="{93106A41-72F2-4D58-BE20-2D0BA65C9A85}" dt="2025-12-06T15:58:18.915" v="334" actId="478"/>
          <ac:spMkLst>
            <pc:docMk/>
            <pc:sldMk cId="3957947059" sldId="265"/>
            <ac:spMk id="42" creationId="{BBFB6C80-4198-2C9E-57AC-3B160C0AC917}"/>
          </ac:spMkLst>
        </pc:spChg>
        <pc:picChg chg="del">
          <ac:chgData name="Simon Guettier" userId="aecb12b45723362e" providerId="LiveId" clId="{93106A41-72F2-4D58-BE20-2D0BA65C9A85}" dt="2025-12-06T15:58:18.915" v="334" actId="478"/>
          <ac:picMkLst>
            <pc:docMk/>
            <pc:sldMk cId="3957947059" sldId="265"/>
            <ac:picMk id="33" creationId="{D33BC3C0-E12C-653C-05BD-B699A3891FD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1472842"/>
            <a:ext cx="1070999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4726842"/>
            <a:ext cx="9449991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532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862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2243638"/>
            <a:ext cx="1086749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6022610"/>
            <a:ext cx="1086749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852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2395710"/>
            <a:ext cx="5354995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2395710"/>
            <a:ext cx="5354995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01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479144"/>
            <a:ext cx="10867490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2206137"/>
            <a:ext cx="5330385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3287331"/>
            <a:ext cx="5330385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2206137"/>
            <a:ext cx="5356636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3287331"/>
            <a:ext cx="5356636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074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6962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30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599969"/>
            <a:ext cx="4063824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1295769"/>
            <a:ext cx="6378744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2699862"/>
            <a:ext cx="4063824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928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599969"/>
            <a:ext cx="4063824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1295769"/>
            <a:ext cx="6378744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2699862"/>
            <a:ext cx="4063824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881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3117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479142"/>
            <a:ext cx="2716872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479142"/>
            <a:ext cx="7993117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543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479144"/>
            <a:ext cx="1086749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2395710"/>
            <a:ext cx="1086749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8341240"/>
            <a:ext cx="283499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60CDD-CDB6-45BD-8E80-00CBAE2FD6F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8341240"/>
            <a:ext cx="42524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8341240"/>
            <a:ext cx="283499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733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A793-3C35-BC6B-D61D-82E1F2550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2E7466F-2808-A59C-8AEB-9C8F75F45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6" t="2054" r="11189" b="425"/>
          <a:stretch>
            <a:fillRect/>
          </a:stretch>
        </p:blipFill>
        <p:spPr>
          <a:xfrm>
            <a:off x="719994" y="736487"/>
            <a:ext cx="11160000" cy="7200000"/>
          </a:xfrm>
          <a:custGeom>
            <a:avLst/>
            <a:gdLst>
              <a:gd name="csX0" fmla="*/ 0 w 11160000"/>
              <a:gd name="csY0" fmla="*/ 0 h 7200000"/>
              <a:gd name="csX1" fmla="*/ 11160000 w 11160000"/>
              <a:gd name="csY1" fmla="*/ 0 h 7200000"/>
              <a:gd name="csX2" fmla="*/ 11160000 w 11160000"/>
              <a:gd name="csY2" fmla="*/ 7200000 h 7200000"/>
              <a:gd name="csX3" fmla="*/ 0 w 11160000"/>
              <a:gd name="csY3" fmla="*/ 7200000 h 72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160000" h="7200000">
                <a:moveTo>
                  <a:pt x="0" y="0"/>
                </a:moveTo>
                <a:lnTo>
                  <a:pt x="11160000" y="0"/>
                </a:lnTo>
                <a:lnTo>
                  <a:pt x="11160000" y="7200000"/>
                </a:lnTo>
                <a:lnTo>
                  <a:pt x="0" y="7200000"/>
                </a:lnTo>
                <a:close/>
              </a:path>
            </a:pathLst>
          </a:cu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10B0758-C0A3-669F-895F-3AED8CA10BF7}"/>
              </a:ext>
            </a:extLst>
          </p:cNvPr>
          <p:cNvSpPr/>
          <p:nvPr/>
        </p:nvSpPr>
        <p:spPr>
          <a:xfrm>
            <a:off x="4368594" y="586770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08132F-9147-3C81-5BBB-9C6E938DFD7B}"/>
              </a:ext>
            </a:extLst>
          </p:cNvPr>
          <p:cNvSpPr/>
          <p:nvPr/>
        </p:nvSpPr>
        <p:spPr>
          <a:xfrm>
            <a:off x="4368594" y="3077970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062903-918C-464E-038C-A719AFC79208}"/>
              </a:ext>
            </a:extLst>
          </p:cNvPr>
          <p:cNvSpPr/>
          <p:nvPr/>
        </p:nvSpPr>
        <p:spPr>
          <a:xfrm>
            <a:off x="4368594" y="5569321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2B577B-9D41-0104-7F2F-5159E124A1B7}"/>
              </a:ext>
            </a:extLst>
          </p:cNvPr>
          <p:cNvSpPr/>
          <p:nvPr/>
        </p:nvSpPr>
        <p:spPr>
          <a:xfrm>
            <a:off x="505794" y="586770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6D54B3-AAA9-2A69-7522-C0A966E69C72}"/>
              </a:ext>
            </a:extLst>
          </p:cNvPr>
          <p:cNvSpPr/>
          <p:nvPr/>
        </p:nvSpPr>
        <p:spPr>
          <a:xfrm>
            <a:off x="8231394" y="586770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776889-6A0B-057F-6B1F-2BB95D23DF5E}"/>
              </a:ext>
            </a:extLst>
          </p:cNvPr>
          <p:cNvSpPr/>
          <p:nvPr/>
        </p:nvSpPr>
        <p:spPr>
          <a:xfrm>
            <a:off x="505794" y="3078000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2932C1-638D-F294-F237-46D0435B7BDC}"/>
              </a:ext>
            </a:extLst>
          </p:cNvPr>
          <p:cNvSpPr/>
          <p:nvPr/>
        </p:nvSpPr>
        <p:spPr>
          <a:xfrm>
            <a:off x="505794" y="5569884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8F2EE8-17E8-9ADB-58AA-3EE455F2ADD5}"/>
              </a:ext>
            </a:extLst>
          </p:cNvPr>
          <p:cNvSpPr/>
          <p:nvPr/>
        </p:nvSpPr>
        <p:spPr>
          <a:xfrm>
            <a:off x="8231394" y="3077407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79768E-508D-1ADA-C72E-E874D8A49603}"/>
              </a:ext>
            </a:extLst>
          </p:cNvPr>
          <p:cNvSpPr/>
          <p:nvPr/>
        </p:nvSpPr>
        <p:spPr>
          <a:xfrm>
            <a:off x="8231394" y="5568044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</p:spTree>
    <p:extLst>
      <p:ext uri="{BB962C8B-B14F-4D97-AF65-F5344CB8AC3E}">
        <p14:creationId xmlns:p14="http://schemas.microsoft.com/office/powerpoint/2010/main" val="316619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32F7-4643-997D-D774-F1F94D73A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535D247-2A47-BEB1-409C-2FD0E1BA8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6" t="2054" r="11189" b="425"/>
          <a:stretch>
            <a:fillRect/>
          </a:stretch>
        </p:blipFill>
        <p:spPr>
          <a:xfrm>
            <a:off x="719994" y="736487"/>
            <a:ext cx="11160000" cy="7200000"/>
          </a:xfrm>
          <a:custGeom>
            <a:avLst/>
            <a:gdLst>
              <a:gd name="csX0" fmla="*/ 0 w 11160000"/>
              <a:gd name="csY0" fmla="*/ 0 h 7200000"/>
              <a:gd name="csX1" fmla="*/ 11160000 w 11160000"/>
              <a:gd name="csY1" fmla="*/ 0 h 7200000"/>
              <a:gd name="csX2" fmla="*/ 11160000 w 11160000"/>
              <a:gd name="csY2" fmla="*/ 7200000 h 7200000"/>
              <a:gd name="csX3" fmla="*/ 0 w 11160000"/>
              <a:gd name="csY3" fmla="*/ 7200000 h 72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160000" h="7200000">
                <a:moveTo>
                  <a:pt x="0" y="0"/>
                </a:moveTo>
                <a:lnTo>
                  <a:pt x="11160000" y="0"/>
                </a:lnTo>
                <a:lnTo>
                  <a:pt x="11160000" y="7200000"/>
                </a:lnTo>
                <a:lnTo>
                  <a:pt x="0" y="7200000"/>
                </a:lnTo>
                <a:close/>
              </a:path>
            </a:pathLst>
          </a:cu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EC78AF-AE32-7691-0602-4E3A050F11B8}"/>
              </a:ext>
            </a:extLst>
          </p:cNvPr>
          <p:cNvSpPr/>
          <p:nvPr/>
        </p:nvSpPr>
        <p:spPr>
          <a:xfrm>
            <a:off x="719994" y="736487"/>
            <a:ext cx="5262880" cy="47986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A5FDBE-46F6-ABAB-65DA-443DA2FF4222}"/>
              </a:ext>
            </a:extLst>
          </p:cNvPr>
          <p:cNvSpPr/>
          <p:nvPr/>
        </p:nvSpPr>
        <p:spPr>
          <a:xfrm>
            <a:off x="5982874" y="736486"/>
            <a:ext cx="5262880" cy="47986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18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B8C0-30F7-4BFA-964F-B1111536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D94458-C718-8364-03C7-2ECCDA5BD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6" t="2054" r="65771" b="66232"/>
          <a:stretch>
            <a:fillRect/>
          </a:stretch>
        </p:blipFill>
        <p:spPr>
          <a:xfrm>
            <a:off x="517976" y="460041"/>
            <a:ext cx="3648600" cy="2341483"/>
          </a:xfrm>
          <a:custGeom>
            <a:avLst/>
            <a:gdLst>
              <a:gd name="csX0" fmla="*/ 0 w 3648600"/>
              <a:gd name="csY0" fmla="*/ 0 h 2341483"/>
              <a:gd name="csX1" fmla="*/ 3648600 w 3648600"/>
              <a:gd name="csY1" fmla="*/ 0 h 2341483"/>
              <a:gd name="csX2" fmla="*/ 3648600 w 3648600"/>
              <a:gd name="csY2" fmla="*/ 2341483 h 2341483"/>
              <a:gd name="csX3" fmla="*/ 0 w 3648600"/>
              <a:gd name="csY3" fmla="*/ 2341483 h 2341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48600" h="2341483">
                <a:moveTo>
                  <a:pt x="0" y="0"/>
                </a:moveTo>
                <a:lnTo>
                  <a:pt x="3648600" y="0"/>
                </a:lnTo>
                <a:lnTo>
                  <a:pt x="3648600" y="2341483"/>
                </a:lnTo>
                <a:lnTo>
                  <a:pt x="0" y="2341483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687E9F-D90C-F4EA-5473-5B48116477FC}"/>
              </a:ext>
            </a:extLst>
          </p:cNvPr>
          <p:cNvSpPr/>
          <p:nvPr/>
        </p:nvSpPr>
        <p:spPr>
          <a:xfrm>
            <a:off x="303776" y="310324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E4F82C-C9B8-402A-57B9-AD60CAA77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29" t="2054" r="37702" b="66232"/>
          <a:stretch>
            <a:fillRect/>
          </a:stretch>
        </p:blipFill>
        <p:spPr>
          <a:xfrm>
            <a:off x="4368594" y="460040"/>
            <a:ext cx="3862800" cy="2341483"/>
          </a:xfrm>
          <a:custGeom>
            <a:avLst/>
            <a:gdLst>
              <a:gd name="csX0" fmla="*/ 0 w 3862800"/>
              <a:gd name="csY0" fmla="*/ 0 h 2341483"/>
              <a:gd name="csX1" fmla="*/ 3862800 w 3862800"/>
              <a:gd name="csY1" fmla="*/ 0 h 2341483"/>
              <a:gd name="csX2" fmla="*/ 3862800 w 3862800"/>
              <a:gd name="csY2" fmla="*/ 2341483 h 2341483"/>
              <a:gd name="csX3" fmla="*/ 0 w 3862800"/>
              <a:gd name="csY3" fmla="*/ 2341483 h 2341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62800" h="2341483">
                <a:moveTo>
                  <a:pt x="0" y="0"/>
                </a:moveTo>
                <a:lnTo>
                  <a:pt x="3862800" y="0"/>
                </a:lnTo>
                <a:lnTo>
                  <a:pt x="3862800" y="2341483"/>
                </a:lnTo>
                <a:lnTo>
                  <a:pt x="0" y="2341483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14E64D-BDDC-B9CB-812C-689386D62397}"/>
              </a:ext>
            </a:extLst>
          </p:cNvPr>
          <p:cNvSpPr/>
          <p:nvPr/>
        </p:nvSpPr>
        <p:spPr>
          <a:xfrm>
            <a:off x="4368594" y="310323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33CF6A-E7A4-6435-0D24-B1F2F8C3D8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98" t="2054" r="11189" b="66232"/>
          <a:stretch>
            <a:fillRect/>
          </a:stretch>
        </p:blipFill>
        <p:spPr>
          <a:xfrm>
            <a:off x="8433412" y="460040"/>
            <a:ext cx="3648600" cy="2341483"/>
          </a:xfrm>
          <a:custGeom>
            <a:avLst/>
            <a:gdLst>
              <a:gd name="csX0" fmla="*/ 0 w 3648600"/>
              <a:gd name="csY0" fmla="*/ 0 h 2341483"/>
              <a:gd name="csX1" fmla="*/ 3648600 w 3648600"/>
              <a:gd name="csY1" fmla="*/ 0 h 2341483"/>
              <a:gd name="csX2" fmla="*/ 3648600 w 3648600"/>
              <a:gd name="csY2" fmla="*/ 2341483 h 2341483"/>
              <a:gd name="csX3" fmla="*/ 0 w 3648600"/>
              <a:gd name="csY3" fmla="*/ 2341483 h 2341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48600" h="2341483">
                <a:moveTo>
                  <a:pt x="0" y="0"/>
                </a:moveTo>
                <a:lnTo>
                  <a:pt x="3648600" y="0"/>
                </a:lnTo>
                <a:lnTo>
                  <a:pt x="3648600" y="2341483"/>
                </a:lnTo>
                <a:lnTo>
                  <a:pt x="0" y="2341483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51F51B-96DD-037D-B44D-726B113F80B2}"/>
              </a:ext>
            </a:extLst>
          </p:cNvPr>
          <p:cNvSpPr/>
          <p:nvPr/>
        </p:nvSpPr>
        <p:spPr>
          <a:xfrm>
            <a:off x="8433412" y="310323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414546-2932-9F3A-9AA0-C4CD5F0AF5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6" t="33769" r="65771" b="32489"/>
          <a:stretch>
            <a:fillRect/>
          </a:stretch>
        </p:blipFill>
        <p:spPr>
          <a:xfrm>
            <a:off x="517976" y="3076409"/>
            <a:ext cx="3648600" cy="2491200"/>
          </a:xfrm>
          <a:custGeom>
            <a:avLst/>
            <a:gdLst>
              <a:gd name="csX0" fmla="*/ 0 w 3648600"/>
              <a:gd name="csY0" fmla="*/ 0 h 2491200"/>
              <a:gd name="csX1" fmla="*/ 3648600 w 3648600"/>
              <a:gd name="csY1" fmla="*/ 0 h 2491200"/>
              <a:gd name="csX2" fmla="*/ 3648600 w 3648600"/>
              <a:gd name="csY2" fmla="*/ 2491200 h 2491200"/>
              <a:gd name="csX3" fmla="*/ 0 w 3648600"/>
              <a:gd name="csY3" fmla="*/ 2491200 h 2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48600" h="2491200">
                <a:moveTo>
                  <a:pt x="0" y="0"/>
                </a:moveTo>
                <a:lnTo>
                  <a:pt x="3648600" y="0"/>
                </a:lnTo>
                <a:lnTo>
                  <a:pt x="3648600" y="2491200"/>
                </a:lnTo>
                <a:lnTo>
                  <a:pt x="0" y="2491200"/>
                </a:lnTo>
                <a:close/>
              </a:path>
            </a:pathLst>
          </a:cu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24D4D8-DF7B-EED3-90D6-DCAB97710C8F}"/>
              </a:ext>
            </a:extLst>
          </p:cNvPr>
          <p:cNvSpPr/>
          <p:nvPr/>
        </p:nvSpPr>
        <p:spPr>
          <a:xfrm>
            <a:off x="303776" y="3076409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EC98BE-5F4A-4427-72C5-D45E37941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98" t="33761" r="11189" b="32497"/>
          <a:stretch>
            <a:fillRect/>
          </a:stretch>
        </p:blipFill>
        <p:spPr>
          <a:xfrm>
            <a:off x="8433412" y="3076409"/>
            <a:ext cx="3648600" cy="2491200"/>
          </a:xfrm>
          <a:custGeom>
            <a:avLst/>
            <a:gdLst>
              <a:gd name="csX0" fmla="*/ 0 w 3648600"/>
              <a:gd name="csY0" fmla="*/ 0 h 2491200"/>
              <a:gd name="csX1" fmla="*/ 3648600 w 3648600"/>
              <a:gd name="csY1" fmla="*/ 0 h 2491200"/>
              <a:gd name="csX2" fmla="*/ 3648600 w 3648600"/>
              <a:gd name="csY2" fmla="*/ 2491200 h 2491200"/>
              <a:gd name="csX3" fmla="*/ 0 w 3648600"/>
              <a:gd name="csY3" fmla="*/ 2491200 h 2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48600" h="2491200">
                <a:moveTo>
                  <a:pt x="0" y="0"/>
                </a:moveTo>
                <a:lnTo>
                  <a:pt x="3648600" y="0"/>
                </a:lnTo>
                <a:lnTo>
                  <a:pt x="3648600" y="2491200"/>
                </a:lnTo>
                <a:lnTo>
                  <a:pt x="0" y="249120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E66380-E473-5B58-30F4-514C1A6AFC13}"/>
              </a:ext>
            </a:extLst>
          </p:cNvPr>
          <p:cNvSpPr/>
          <p:nvPr/>
        </p:nvSpPr>
        <p:spPr>
          <a:xfrm>
            <a:off x="8426205" y="3076409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7955EC-1771-38B1-1CB5-C489067D3D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6" t="67520" r="65771" b="425"/>
          <a:stretch>
            <a:fillRect/>
          </a:stretch>
        </p:blipFill>
        <p:spPr>
          <a:xfrm>
            <a:off x="517976" y="5842494"/>
            <a:ext cx="3648600" cy="2366603"/>
          </a:xfrm>
          <a:custGeom>
            <a:avLst/>
            <a:gdLst>
              <a:gd name="csX0" fmla="*/ 0 w 3648600"/>
              <a:gd name="csY0" fmla="*/ 0 h 2366603"/>
              <a:gd name="csX1" fmla="*/ 3648600 w 3648600"/>
              <a:gd name="csY1" fmla="*/ 0 h 2366603"/>
              <a:gd name="csX2" fmla="*/ 3648600 w 3648600"/>
              <a:gd name="csY2" fmla="*/ 2366603 h 2366603"/>
              <a:gd name="csX3" fmla="*/ 0 w 3648600"/>
              <a:gd name="csY3" fmla="*/ 2366603 h 23666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48600" h="2366603">
                <a:moveTo>
                  <a:pt x="0" y="0"/>
                </a:moveTo>
                <a:lnTo>
                  <a:pt x="3648600" y="0"/>
                </a:lnTo>
                <a:lnTo>
                  <a:pt x="3648600" y="2366603"/>
                </a:lnTo>
                <a:lnTo>
                  <a:pt x="0" y="2366603"/>
                </a:lnTo>
                <a:close/>
              </a:path>
            </a:pathLst>
          </a:cu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88E09CA-0A81-447D-8892-8F90ABB05F46}"/>
              </a:ext>
            </a:extLst>
          </p:cNvPr>
          <p:cNvSpPr/>
          <p:nvPr/>
        </p:nvSpPr>
        <p:spPr>
          <a:xfrm>
            <a:off x="303776" y="5842494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189F46-5FD8-941E-7B64-2EF809FB8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29" t="67513" r="37702" b="425"/>
          <a:stretch>
            <a:fillRect/>
          </a:stretch>
        </p:blipFill>
        <p:spPr>
          <a:xfrm>
            <a:off x="4368594" y="5842494"/>
            <a:ext cx="3862800" cy="2367166"/>
          </a:xfrm>
          <a:custGeom>
            <a:avLst/>
            <a:gdLst>
              <a:gd name="csX0" fmla="*/ 0 w 3862800"/>
              <a:gd name="csY0" fmla="*/ 0 h 2367166"/>
              <a:gd name="csX1" fmla="*/ 3862800 w 3862800"/>
              <a:gd name="csY1" fmla="*/ 0 h 2367166"/>
              <a:gd name="csX2" fmla="*/ 3862800 w 3862800"/>
              <a:gd name="csY2" fmla="*/ 2367166 h 2367166"/>
              <a:gd name="csX3" fmla="*/ 0 w 3862800"/>
              <a:gd name="csY3" fmla="*/ 2367166 h 23671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62800" h="2367166">
                <a:moveTo>
                  <a:pt x="0" y="0"/>
                </a:moveTo>
                <a:lnTo>
                  <a:pt x="3862800" y="0"/>
                </a:lnTo>
                <a:lnTo>
                  <a:pt x="3862800" y="2367166"/>
                </a:lnTo>
                <a:lnTo>
                  <a:pt x="0" y="2367166"/>
                </a:lnTo>
                <a:close/>
              </a:path>
            </a:pathLst>
          </a:cu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E51ECBE-502B-4E40-7680-A716803F31AE}"/>
              </a:ext>
            </a:extLst>
          </p:cNvPr>
          <p:cNvSpPr/>
          <p:nvPr/>
        </p:nvSpPr>
        <p:spPr>
          <a:xfrm>
            <a:off x="4356412" y="5840654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A7B2FD-813E-7C46-AE43-FBF9B8C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98" t="67495" r="11189" b="425"/>
          <a:stretch>
            <a:fillRect/>
          </a:stretch>
        </p:blipFill>
        <p:spPr>
          <a:xfrm>
            <a:off x="8433412" y="5840654"/>
            <a:ext cx="3648600" cy="2368443"/>
          </a:xfrm>
          <a:custGeom>
            <a:avLst/>
            <a:gdLst>
              <a:gd name="csX0" fmla="*/ 0 w 3648600"/>
              <a:gd name="csY0" fmla="*/ 0 h 2368443"/>
              <a:gd name="csX1" fmla="*/ 3648600 w 3648600"/>
              <a:gd name="csY1" fmla="*/ 0 h 2368443"/>
              <a:gd name="csX2" fmla="*/ 3648600 w 3648600"/>
              <a:gd name="csY2" fmla="*/ 2368443 h 2368443"/>
              <a:gd name="csX3" fmla="*/ 0 w 3648600"/>
              <a:gd name="csY3" fmla="*/ 2368443 h 2368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48600" h="2368443">
                <a:moveTo>
                  <a:pt x="0" y="0"/>
                </a:moveTo>
                <a:lnTo>
                  <a:pt x="3648600" y="0"/>
                </a:lnTo>
                <a:lnTo>
                  <a:pt x="3648600" y="2368443"/>
                </a:lnTo>
                <a:lnTo>
                  <a:pt x="0" y="2368443"/>
                </a:lnTo>
                <a:close/>
              </a:path>
            </a:pathLst>
          </a:cu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2BF6B2F-B053-AA90-12CD-7D31767F7544}"/>
              </a:ext>
            </a:extLst>
          </p:cNvPr>
          <p:cNvSpPr/>
          <p:nvPr/>
        </p:nvSpPr>
        <p:spPr>
          <a:xfrm>
            <a:off x="8457776" y="5840654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282F759-031C-DED0-908B-10A56C3BC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29" t="33768" r="37702" b="32489"/>
          <a:stretch>
            <a:fillRect/>
          </a:stretch>
        </p:blipFill>
        <p:spPr>
          <a:xfrm>
            <a:off x="4368594" y="3077970"/>
            <a:ext cx="3862800" cy="2491200"/>
          </a:xfrm>
          <a:custGeom>
            <a:avLst/>
            <a:gdLst>
              <a:gd name="csX0" fmla="*/ 0 w 3862800"/>
              <a:gd name="csY0" fmla="*/ 0 h 2491200"/>
              <a:gd name="csX1" fmla="*/ 3862800 w 3862800"/>
              <a:gd name="csY1" fmla="*/ 0 h 2491200"/>
              <a:gd name="csX2" fmla="*/ 3862800 w 3862800"/>
              <a:gd name="csY2" fmla="*/ 2491200 h 2491200"/>
              <a:gd name="csX3" fmla="*/ 0 w 3862800"/>
              <a:gd name="csY3" fmla="*/ 2491200 h 2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62800" h="2491200">
                <a:moveTo>
                  <a:pt x="0" y="0"/>
                </a:moveTo>
                <a:lnTo>
                  <a:pt x="3862800" y="0"/>
                </a:lnTo>
                <a:lnTo>
                  <a:pt x="3862800" y="2491200"/>
                </a:lnTo>
                <a:lnTo>
                  <a:pt x="0" y="2491200"/>
                </a:lnTo>
                <a:close/>
              </a:path>
            </a:pathLst>
          </a:cu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D32BEC4-A40A-7777-2673-240834E4251E}"/>
              </a:ext>
            </a:extLst>
          </p:cNvPr>
          <p:cNvSpPr/>
          <p:nvPr/>
        </p:nvSpPr>
        <p:spPr>
          <a:xfrm>
            <a:off x="4356412" y="3074847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</p:spTree>
    <p:extLst>
      <p:ext uri="{BB962C8B-B14F-4D97-AF65-F5344CB8AC3E}">
        <p14:creationId xmlns:p14="http://schemas.microsoft.com/office/powerpoint/2010/main" val="158950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CE4E-3A9E-818A-0B40-1B626A52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7DEDCD-8480-C955-2A72-34AAACE68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87963" y="993134"/>
            <a:ext cx="3877392" cy="2511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E69F6-86E7-C5D4-3A7E-24BEC46A4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11839" y="993133"/>
            <a:ext cx="3877392" cy="25117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D11F38-5402-80BF-5A30-288A44DC0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312200" y="996182"/>
            <a:ext cx="3883489" cy="25117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6BFFAC-593C-AF70-13D8-C44DDB2D64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458773" y="996179"/>
            <a:ext cx="3877392" cy="250567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4465F14-F40B-656A-DA8A-A6FA019686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974614" y="1023616"/>
            <a:ext cx="3877392" cy="25117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74B58A3-0A83-6618-B216-4288294087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592997" y="1011423"/>
            <a:ext cx="3877392" cy="25117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0C604B0-4D06-A237-D0B4-9FDDFCB86B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967724" y="5494635"/>
            <a:ext cx="3877392" cy="25117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4E79799-AF07-3E11-F564-433BB4938B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177324" y="1023616"/>
            <a:ext cx="3901778" cy="25117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F65105-0A33-0723-8B7A-8E16A91783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484863" y="1054099"/>
            <a:ext cx="3883489" cy="25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0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8DA6D-4D1F-E351-5C70-60DA5AA0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BDD3441-2331-C28D-FA38-BD9062E6A679}"/>
              </a:ext>
            </a:extLst>
          </p:cNvPr>
          <p:cNvSpPr/>
          <p:nvPr/>
        </p:nvSpPr>
        <p:spPr>
          <a:xfrm>
            <a:off x="4368594" y="3077970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26775E-69B0-C53B-6D39-531BF1799CA0}"/>
              </a:ext>
            </a:extLst>
          </p:cNvPr>
          <p:cNvSpPr/>
          <p:nvPr/>
        </p:nvSpPr>
        <p:spPr>
          <a:xfrm>
            <a:off x="4368594" y="586770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B49F2D2-2D0D-0802-AE90-BA9EBBDE31A7}"/>
              </a:ext>
            </a:extLst>
          </p:cNvPr>
          <p:cNvSpPr/>
          <p:nvPr/>
        </p:nvSpPr>
        <p:spPr>
          <a:xfrm>
            <a:off x="4368594" y="5569321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D2D2EE-F0F3-E983-D936-73569AA3AABA}"/>
              </a:ext>
            </a:extLst>
          </p:cNvPr>
          <p:cNvSpPr/>
          <p:nvPr/>
        </p:nvSpPr>
        <p:spPr>
          <a:xfrm>
            <a:off x="505794" y="586770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6E9627-5BBD-1C75-FAD1-7809DAD3D92E}"/>
              </a:ext>
            </a:extLst>
          </p:cNvPr>
          <p:cNvSpPr/>
          <p:nvPr/>
        </p:nvSpPr>
        <p:spPr>
          <a:xfrm>
            <a:off x="8231394" y="586770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B61281-28A3-EC16-0B51-1B28D1D6BDF4}"/>
              </a:ext>
            </a:extLst>
          </p:cNvPr>
          <p:cNvSpPr/>
          <p:nvPr/>
        </p:nvSpPr>
        <p:spPr>
          <a:xfrm>
            <a:off x="505794" y="3078000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472B99-3F5A-03BA-C196-588F3BE9B4D4}"/>
              </a:ext>
            </a:extLst>
          </p:cNvPr>
          <p:cNvSpPr/>
          <p:nvPr/>
        </p:nvSpPr>
        <p:spPr>
          <a:xfrm>
            <a:off x="505794" y="5569884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7BBDCA-D0DE-2DE8-9D97-E3643C317E11}"/>
              </a:ext>
            </a:extLst>
          </p:cNvPr>
          <p:cNvSpPr/>
          <p:nvPr/>
        </p:nvSpPr>
        <p:spPr>
          <a:xfrm>
            <a:off x="8231394" y="3077407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FA9A16-0ED8-4BBF-4DFD-5CE7C1B284DE}"/>
              </a:ext>
            </a:extLst>
          </p:cNvPr>
          <p:cNvSpPr/>
          <p:nvPr/>
        </p:nvSpPr>
        <p:spPr>
          <a:xfrm>
            <a:off x="8231394" y="5568044"/>
            <a:ext cx="3862800" cy="2491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D974F75-28E2-4FD4-28AC-808ECE28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6" t="2054" r="11189" b="425"/>
          <a:stretch>
            <a:fillRect/>
          </a:stretch>
        </p:blipFill>
        <p:spPr>
          <a:xfrm>
            <a:off x="719994" y="736487"/>
            <a:ext cx="11160000" cy="7200000"/>
          </a:xfrm>
          <a:custGeom>
            <a:avLst/>
            <a:gdLst>
              <a:gd name="csX0" fmla="*/ 0 w 11160000"/>
              <a:gd name="csY0" fmla="*/ 0 h 7200000"/>
              <a:gd name="csX1" fmla="*/ 11160000 w 11160000"/>
              <a:gd name="csY1" fmla="*/ 0 h 7200000"/>
              <a:gd name="csX2" fmla="*/ 11160000 w 11160000"/>
              <a:gd name="csY2" fmla="*/ 7200000 h 7200000"/>
              <a:gd name="csX3" fmla="*/ 0 w 11160000"/>
              <a:gd name="csY3" fmla="*/ 7200000 h 72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160000" h="7200000">
                <a:moveTo>
                  <a:pt x="0" y="0"/>
                </a:moveTo>
                <a:lnTo>
                  <a:pt x="11160000" y="0"/>
                </a:lnTo>
                <a:lnTo>
                  <a:pt x="11160000" y="7200000"/>
                </a:lnTo>
                <a:lnTo>
                  <a:pt x="0" y="7200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9134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16027-9375-457D-EA94-132587242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882D01-8777-0129-6F37-159DF18C6636}"/>
              </a:ext>
            </a:extLst>
          </p:cNvPr>
          <p:cNvSpPr/>
          <p:nvPr/>
        </p:nvSpPr>
        <p:spPr>
          <a:xfrm>
            <a:off x="926432" y="673768"/>
            <a:ext cx="4572000" cy="2736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1BDE34-5717-38CA-4517-7EFD1E15D565}"/>
              </a:ext>
            </a:extLst>
          </p:cNvPr>
          <p:cNvSpPr/>
          <p:nvPr/>
        </p:nvSpPr>
        <p:spPr>
          <a:xfrm>
            <a:off x="5498432" y="673768"/>
            <a:ext cx="4572000" cy="273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794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Guettier</dc:creator>
  <cp:lastModifiedBy>Simon Guettier</cp:lastModifiedBy>
  <cp:revision>1</cp:revision>
  <dcterms:created xsi:type="dcterms:W3CDTF">2025-12-06T00:42:55Z</dcterms:created>
  <dcterms:modified xsi:type="dcterms:W3CDTF">2025-12-06T19:07:49Z</dcterms:modified>
</cp:coreProperties>
</file>