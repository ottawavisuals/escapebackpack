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8" r:id="rId2"/>
    <p:sldId id="272" r:id="rId3"/>
    <p:sldId id="273" r:id="rId4"/>
    <p:sldId id="269" r:id="rId5"/>
    <p:sldId id="270" r:id="rId6"/>
    <p:sldId id="271" r:id="rId7"/>
    <p:sldId id="262" r:id="rId8"/>
    <p:sldId id="274" r:id="rId9"/>
    <p:sldId id="256" r:id="rId10"/>
    <p:sldId id="257" r:id="rId11"/>
    <p:sldId id="258" r:id="rId12"/>
    <p:sldId id="259" r:id="rId13"/>
    <p:sldId id="260" r:id="rId14"/>
    <p:sldId id="261" r:id="rId15"/>
    <p:sldId id="263" r:id="rId16"/>
    <p:sldId id="264" r:id="rId17"/>
    <p:sldId id="265" r:id="rId18"/>
    <p:sldId id="266" r:id="rId19"/>
    <p:sldId id="267" r:id="rId20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F38"/>
    <a:srgbClr val="FFD700"/>
    <a:srgbClr val="FE8A18"/>
    <a:srgbClr val="0055BF"/>
    <a:srgbClr val="C91A09"/>
    <a:srgbClr val="582A1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19" Type="http://schemas.openxmlformats.org/officeDocument/2006/relationships/image" Target="../media/image19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sv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6.svg"/><Relationship Id="rId10" Type="http://schemas.openxmlformats.org/officeDocument/2006/relationships/image" Target="../media/image10.svg"/><Relationship Id="rId19" Type="http://schemas.openxmlformats.org/officeDocument/2006/relationships/image" Target="../media/image20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7.png"/><Relationship Id="rId5" Type="http://schemas.openxmlformats.org/officeDocument/2006/relationships/image" Target="../media/image20.png"/><Relationship Id="rId10" Type="http://schemas.openxmlformats.org/officeDocument/2006/relationships/image" Target="../media/image26.png"/><Relationship Id="rId4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svg"/><Relationship Id="rId18" Type="http://schemas.openxmlformats.org/officeDocument/2006/relationships/image" Target="../media/image42.png"/><Relationship Id="rId26" Type="http://schemas.openxmlformats.org/officeDocument/2006/relationships/image" Target="../media/image50.svg"/><Relationship Id="rId39" Type="http://schemas.openxmlformats.org/officeDocument/2006/relationships/image" Target="../media/image23.png"/><Relationship Id="rId3" Type="http://schemas.openxmlformats.org/officeDocument/2006/relationships/image" Target="../media/image29.svg"/><Relationship Id="rId21" Type="http://schemas.openxmlformats.org/officeDocument/2006/relationships/image" Target="../media/image45.png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7" Type="http://schemas.openxmlformats.org/officeDocument/2006/relationships/image" Target="../media/image33.svg"/><Relationship Id="rId12" Type="http://schemas.openxmlformats.org/officeDocument/2006/relationships/image" Target="../media/image38.png"/><Relationship Id="rId17" Type="http://schemas.openxmlformats.org/officeDocument/2006/relationships/image" Target="../media/image41.svg"/><Relationship Id="rId25" Type="http://schemas.openxmlformats.org/officeDocument/2006/relationships/image" Target="../media/image49.png"/><Relationship Id="rId33" Type="http://schemas.openxmlformats.org/officeDocument/2006/relationships/image" Target="../media/image56.png"/><Relationship Id="rId38" Type="http://schemas.openxmlformats.org/officeDocument/2006/relationships/image" Target="../media/image2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svg"/><Relationship Id="rId29" Type="http://schemas.openxmlformats.org/officeDocument/2006/relationships/image" Target="../media/image15.png"/><Relationship Id="rId41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24" Type="http://schemas.openxmlformats.org/officeDocument/2006/relationships/image" Target="../media/image48.svg"/><Relationship Id="rId32" Type="http://schemas.openxmlformats.org/officeDocument/2006/relationships/image" Target="../media/image55.png"/><Relationship Id="rId37" Type="http://schemas.openxmlformats.org/officeDocument/2006/relationships/image" Target="../media/image20.png"/><Relationship Id="rId40" Type="http://schemas.openxmlformats.org/officeDocument/2006/relationships/image" Target="../media/image24.png"/><Relationship Id="rId5" Type="http://schemas.openxmlformats.org/officeDocument/2006/relationships/image" Target="../media/image31.svg"/><Relationship Id="rId15" Type="http://schemas.openxmlformats.org/officeDocument/2006/relationships/image" Target="../media/image4.svg"/><Relationship Id="rId23" Type="http://schemas.openxmlformats.org/officeDocument/2006/relationships/image" Target="../media/image47.png"/><Relationship Id="rId28" Type="http://schemas.openxmlformats.org/officeDocument/2006/relationships/image" Target="../media/image52.svg"/><Relationship Id="rId36" Type="http://schemas.openxmlformats.org/officeDocument/2006/relationships/image" Target="../media/image19.png"/><Relationship Id="rId10" Type="http://schemas.openxmlformats.org/officeDocument/2006/relationships/image" Target="../media/image36.png"/><Relationship Id="rId19" Type="http://schemas.openxmlformats.org/officeDocument/2006/relationships/image" Target="../media/image43.svg"/><Relationship Id="rId31" Type="http://schemas.openxmlformats.org/officeDocument/2006/relationships/image" Target="../media/image54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Relationship Id="rId14" Type="http://schemas.openxmlformats.org/officeDocument/2006/relationships/image" Target="../media/image3.png"/><Relationship Id="rId22" Type="http://schemas.openxmlformats.org/officeDocument/2006/relationships/image" Target="../media/image46.svg"/><Relationship Id="rId27" Type="http://schemas.openxmlformats.org/officeDocument/2006/relationships/image" Target="../media/image51.png"/><Relationship Id="rId30" Type="http://schemas.openxmlformats.org/officeDocument/2006/relationships/image" Target="../media/image53.png"/><Relationship Id="rId35" Type="http://schemas.openxmlformats.org/officeDocument/2006/relationships/image" Target="../media/image18.png"/><Relationship Id="rId43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svg"/><Relationship Id="rId18" Type="http://schemas.openxmlformats.org/officeDocument/2006/relationships/image" Target="../media/image74.png"/><Relationship Id="rId26" Type="http://schemas.openxmlformats.org/officeDocument/2006/relationships/image" Target="../media/image82.png"/><Relationship Id="rId39" Type="http://schemas.openxmlformats.org/officeDocument/2006/relationships/image" Target="../media/image95.png"/><Relationship Id="rId3" Type="http://schemas.openxmlformats.org/officeDocument/2006/relationships/image" Target="../media/image59.svg"/><Relationship Id="rId21" Type="http://schemas.openxmlformats.org/officeDocument/2006/relationships/image" Target="../media/image77.svg"/><Relationship Id="rId34" Type="http://schemas.openxmlformats.org/officeDocument/2006/relationships/image" Target="../media/image90.png"/><Relationship Id="rId42" Type="http://schemas.openxmlformats.org/officeDocument/2006/relationships/image" Target="../media/image98.svg"/><Relationship Id="rId7" Type="http://schemas.openxmlformats.org/officeDocument/2006/relationships/image" Target="../media/image63.svg"/><Relationship Id="rId12" Type="http://schemas.openxmlformats.org/officeDocument/2006/relationships/image" Target="../media/image68.png"/><Relationship Id="rId17" Type="http://schemas.openxmlformats.org/officeDocument/2006/relationships/image" Target="../media/image73.svg"/><Relationship Id="rId25" Type="http://schemas.openxmlformats.org/officeDocument/2006/relationships/image" Target="../media/image81.svg"/><Relationship Id="rId33" Type="http://schemas.openxmlformats.org/officeDocument/2006/relationships/image" Target="../media/image89.png"/><Relationship Id="rId38" Type="http://schemas.openxmlformats.org/officeDocument/2006/relationships/image" Target="../media/image94.svg"/><Relationship Id="rId2" Type="http://schemas.openxmlformats.org/officeDocument/2006/relationships/image" Target="../media/image58.png"/><Relationship Id="rId16" Type="http://schemas.openxmlformats.org/officeDocument/2006/relationships/image" Target="../media/image72.png"/><Relationship Id="rId20" Type="http://schemas.openxmlformats.org/officeDocument/2006/relationships/image" Target="../media/image76.png"/><Relationship Id="rId29" Type="http://schemas.openxmlformats.org/officeDocument/2006/relationships/image" Target="../media/image85.png"/><Relationship Id="rId41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svg"/><Relationship Id="rId24" Type="http://schemas.openxmlformats.org/officeDocument/2006/relationships/image" Target="../media/image80.png"/><Relationship Id="rId32" Type="http://schemas.openxmlformats.org/officeDocument/2006/relationships/image" Target="../media/image88.png"/><Relationship Id="rId37" Type="http://schemas.openxmlformats.org/officeDocument/2006/relationships/image" Target="../media/image93.png"/><Relationship Id="rId40" Type="http://schemas.openxmlformats.org/officeDocument/2006/relationships/image" Target="../media/image96.svg"/><Relationship Id="rId45" Type="http://schemas.openxmlformats.org/officeDocument/2006/relationships/image" Target="../media/image101.png"/><Relationship Id="rId5" Type="http://schemas.openxmlformats.org/officeDocument/2006/relationships/image" Target="../media/image61.svg"/><Relationship Id="rId15" Type="http://schemas.openxmlformats.org/officeDocument/2006/relationships/image" Target="../media/image71.svg"/><Relationship Id="rId23" Type="http://schemas.openxmlformats.org/officeDocument/2006/relationships/image" Target="../media/image79.svg"/><Relationship Id="rId28" Type="http://schemas.openxmlformats.org/officeDocument/2006/relationships/image" Target="../media/image84.png"/><Relationship Id="rId36" Type="http://schemas.openxmlformats.org/officeDocument/2006/relationships/image" Target="../media/image92.png"/><Relationship Id="rId10" Type="http://schemas.openxmlformats.org/officeDocument/2006/relationships/image" Target="../media/image66.png"/><Relationship Id="rId19" Type="http://schemas.openxmlformats.org/officeDocument/2006/relationships/image" Target="../media/image75.svg"/><Relationship Id="rId31" Type="http://schemas.openxmlformats.org/officeDocument/2006/relationships/image" Target="../media/image87.png"/><Relationship Id="rId44" Type="http://schemas.openxmlformats.org/officeDocument/2006/relationships/image" Target="../media/image100.png"/><Relationship Id="rId4" Type="http://schemas.openxmlformats.org/officeDocument/2006/relationships/image" Target="../media/image60.png"/><Relationship Id="rId9" Type="http://schemas.openxmlformats.org/officeDocument/2006/relationships/image" Target="../media/image65.svg"/><Relationship Id="rId14" Type="http://schemas.openxmlformats.org/officeDocument/2006/relationships/image" Target="../media/image70.png"/><Relationship Id="rId22" Type="http://schemas.openxmlformats.org/officeDocument/2006/relationships/image" Target="../media/image78.png"/><Relationship Id="rId27" Type="http://schemas.openxmlformats.org/officeDocument/2006/relationships/image" Target="../media/image83.png"/><Relationship Id="rId30" Type="http://schemas.openxmlformats.org/officeDocument/2006/relationships/image" Target="../media/image86.png"/><Relationship Id="rId35" Type="http://schemas.openxmlformats.org/officeDocument/2006/relationships/image" Target="../media/image91.png"/><Relationship Id="rId43" Type="http://schemas.openxmlformats.org/officeDocument/2006/relationships/image" Target="../media/image9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105.png"/><Relationship Id="rId7" Type="http://schemas.openxmlformats.org/officeDocument/2006/relationships/image" Target="../media/image109.tmp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tmp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tm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18" Type="http://schemas.openxmlformats.org/officeDocument/2006/relationships/image" Target="../media/image122.png"/><Relationship Id="rId3" Type="http://schemas.openxmlformats.org/officeDocument/2006/relationships/image" Target="../media/image103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101.png"/><Relationship Id="rId2" Type="http://schemas.openxmlformats.org/officeDocument/2006/relationships/image" Target="../media/image102.png"/><Relationship Id="rId16" Type="http://schemas.openxmlformats.org/officeDocument/2006/relationships/image" Target="../media/image100.png"/><Relationship Id="rId20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9.png"/><Relationship Id="rId10" Type="http://schemas.openxmlformats.org/officeDocument/2006/relationships/image" Target="../media/image89.png"/><Relationship Id="rId19" Type="http://schemas.openxmlformats.org/officeDocument/2006/relationships/image" Target="../media/image123.svg"/><Relationship Id="rId4" Type="http://schemas.openxmlformats.org/officeDocument/2006/relationships/image" Target="../media/image82.png"/><Relationship Id="rId9" Type="http://schemas.openxmlformats.org/officeDocument/2006/relationships/image" Target="../media/image88.png"/><Relationship Id="rId1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32E-8713-C2B7-40BE-F2386388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 v2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C2C1B2-46CD-D263-225A-25EA1210E8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911" t="14735" r="34298" b="14576"/>
          <a:stretch>
            <a:fillRect/>
          </a:stretch>
        </p:blipFill>
        <p:spPr>
          <a:xfrm>
            <a:off x="422639" y="5446418"/>
            <a:ext cx="415561" cy="504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5F6EFB-BEAD-0777-C6C1-442C557AC640}"/>
              </a:ext>
            </a:extLst>
          </p:cNvPr>
          <p:cNvSpPr txBox="1"/>
          <p:nvPr/>
        </p:nvSpPr>
        <p:spPr>
          <a:xfrm>
            <a:off x="455531" y="5526853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bg1"/>
                </a:solidFill>
              </a:rPr>
              <a:t>1</a:t>
            </a:r>
            <a:endParaRPr lang="en-CA" sz="2800" b="1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8A9F0F-4BD2-943D-2B1F-F23CB52FAF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9AF09BB-0448-F6DA-0F2A-3283AD49FA6B}"/>
              </a:ext>
            </a:extLst>
          </p:cNvPr>
          <p:cNvSpPr txBox="1"/>
          <p:nvPr/>
        </p:nvSpPr>
        <p:spPr>
          <a:xfrm>
            <a:off x="1840205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1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2C260E9-531F-7A7F-BE7B-664A5EA5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C7B7C0-EA2E-BECA-549A-1E1A3A40AAB3}"/>
              </a:ext>
            </a:extLst>
          </p:cNvPr>
          <p:cNvSpPr txBox="1"/>
          <p:nvPr/>
        </p:nvSpPr>
        <p:spPr>
          <a:xfrm>
            <a:off x="2590810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2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7DBA0D-1FCF-C0D1-96C2-8316D7D545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14FAB07-7FDC-A7D1-2650-500A71FA9608}"/>
              </a:ext>
            </a:extLst>
          </p:cNvPr>
          <p:cNvSpPr txBox="1"/>
          <p:nvPr/>
        </p:nvSpPr>
        <p:spPr>
          <a:xfrm>
            <a:off x="3345962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3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CB81F94-E8E3-9C4A-24A9-6DC46267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438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BAD1AE9-B171-18E0-1CF0-9B55739A84A2}"/>
              </a:ext>
            </a:extLst>
          </p:cNvPr>
          <p:cNvSpPr txBox="1"/>
          <p:nvPr/>
        </p:nvSpPr>
        <p:spPr>
          <a:xfrm>
            <a:off x="411022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4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2C1ECD1-45DD-ED63-573B-DEAE618F2A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197C083-25AD-DBF8-6F48-80E9C32AF0B4}"/>
              </a:ext>
            </a:extLst>
          </p:cNvPr>
          <p:cNvSpPr txBox="1"/>
          <p:nvPr/>
        </p:nvSpPr>
        <p:spPr>
          <a:xfrm>
            <a:off x="487048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5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BC25B7-8D7F-B31E-AABD-C8C7438AEA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E2B3EA2-21D1-8896-60F3-BF17C582C2A7}"/>
              </a:ext>
            </a:extLst>
          </p:cNvPr>
          <p:cNvSpPr txBox="1"/>
          <p:nvPr/>
        </p:nvSpPr>
        <p:spPr>
          <a:xfrm>
            <a:off x="1840205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6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22AE326-8273-4BCC-531A-A5B3892D1E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EB98699-1915-5F3C-72E7-8BB8F011ED44}"/>
              </a:ext>
            </a:extLst>
          </p:cNvPr>
          <p:cNvSpPr txBox="1"/>
          <p:nvPr/>
        </p:nvSpPr>
        <p:spPr>
          <a:xfrm>
            <a:off x="2590810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7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EEABECC-5B87-4EF3-6C26-E8701D0EF89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4E1FF7-EFCB-6063-D06A-E2ECD1A2C782}"/>
              </a:ext>
            </a:extLst>
          </p:cNvPr>
          <p:cNvSpPr txBox="1"/>
          <p:nvPr/>
        </p:nvSpPr>
        <p:spPr>
          <a:xfrm>
            <a:off x="3345962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8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467647D-D893-85A6-BF54-58966FC701F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5801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95A2909-C9E2-51A2-0AC4-68896C20795B}"/>
              </a:ext>
            </a:extLst>
          </p:cNvPr>
          <p:cNvSpPr txBox="1"/>
          <p:nvPr/>
        </p:nvSpPr>
        <p:spPr>
          <a:xfrm>
            <a:off x="4111634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9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A387251-89C5-5565-872D-3D690C330B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3136751"/>
            <a:ext cx="405337" cy="468000"/>
          </a:xfrm>
          <a:prstGeom prst="rect">
            <a:avLst/>
          </a:prstGeom>
          <a:ln>
            <a:solidFill>
              <a:schemeClr val="accent5">
                <a:lumMod val="50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44B1E85-B08E-72C8-BB24-201C58D7D6F5}"/>
              </a:ext>
            </a:extLst>
          </p:cNvPr>
          <p:cNvSpPr txBox="1"/>
          <p:nvPr/>
        </p:nvSpPr>
        <p:spPr>
          <a:xfrm>
            <a:off x="4823194" y="3244204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b="1" dirty="0">
                <a:solidFill>
                  <a:schemeClr val="bg1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45597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12136</TotalTime>
  <Words>1367</Words>
  <Application>Microsoft Office PowerPoint</Application>
  <PresentationFormat>Widescreen</PresentationFormat>
  <Paragraphs>335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Icons for locks</vt:lpstr>
      <vt:lpstr>Icon v2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Guettier, Simon (he, him | il, lui)</cp:lastModifiedBy>
  <cp:revision>30</cp:revision>
  <dcterms:created xsi:type="dcterms:W3CDTF">2025-11-25T00:30:23Z</dcterms:created>
  <dcterms:modified xsi:type="dcterms:W3CDTF">2026-03-26T20:32:42Z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