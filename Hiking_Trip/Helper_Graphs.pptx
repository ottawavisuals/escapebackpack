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8" r:id="rId2"/>
    <p:sldId id="272" r:id="rId3"/>
    <p:sldId id="273" r:id="rId4"/>
    <p:sldId id="269" r:id="rId5"/>
    <p:sldId id="270" r:id="rId6"/>
    <p:sldId id="271" r:id="rId7"/>
    <p:sldId id="262" r:id="rId8"/>
    <p:sldId id="274" r:id="rId9"/>
    <p:sldId id="275" r:id="rId10"/>
    <p:sldId id="276" r:id="rId11"/>
    <p:sldId id="256" r:id="rId12"/>
    <p:sldId id="257" r:id="rId13"/>
    <p:sldId id="258" r:id="rId14"/>
    <p:sldId id="259" r:id="rId15"/>
    <p:sldId id="260" r:id="rId16"/>
    <p:sldId id="261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5BF"/>
    <a:srgbClr val="582A12"/>
    <a:srgbClr val="255F38"/>
    <a:srgbClr val="FFD700"/>
    <a:srgbClr val="FE8A18"/>
    <a:srgbClr val="C91A09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A1F4A-9B32-4FBD-8B6B-50E44310D89D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AF86FD-46E9-43B2-BBC1-3BEACEE211D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289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1766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AA9-618E-6709-FA1E-61274B907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55714-89A2-894A-FC75-E72D6A97CB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15784-EC31-35F0-3AD5-AFC56155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44473-6574-3D00-2BB6-1AD30D1EB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AF86FD-46E9-43B2-BBC1-3BEACEE211DB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2026-03-29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4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2.png"/><Relationship Id="rId5" Type="http://schemas.openxmlformats.org/officeDocument/2006/relationships/image" Target="../media/image5.svg"/><Relationship Id="rId10" Type="http://schemas.openxmlformats.org/officeDocument/2006/relationships/image" Target="../media/image11.svg"/><Relationship Id="rId4" Type="http://schemas.openxmlformats.org/officeDocument/2006/relationships/image" Target="../media/image4.sv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.png"/><Relationship Id="rId7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32.svg"/><Relationship Id="rId18" Type="http://schemas.openxmlformats.org/officeDocument/2006/relationships/image" Target="../media/image36.png"/><Relationship Id="rId26" Type="http://schemas.openxmlformats.org/officeDocument/2006/relationships/image" Target="../media/image17.png"/><Relationship Id="rId3" Type="http://schemas.openxmlformats.org/officeDocument/2006/relationships/image" Target="../media/image23.svg"/><Relationship Id="rId21" Type="http://schemas.openxmlformats.org/officeDocument/2006/relationships/image" Target="../media/image16.png"/><Relationship Id="rId7" Type="http://schemas.openxmlformats.org/officeDocument/2006/relationships/image" Target="../media/image27.svg"/><Relationship Id="rId12" Type="http://schemas.openxmlformats.org/officeDocument/2006/relationships/image" Target="../media/image31.svg"/><Relationship Id="rId17" Type="http://schemas.openxmlformats.org/officeDocument/2006/relationships/image" Target="../media/image35.png"/><Relationship Id="rId25" Type="http://schemas.openxmlformats.org/officeDocument/2006/relationships/image" Target="../media/image15.png"/><Relationship Id="rId2" Type="http://schemas.openxmlformats.org/officeDocument/2006/relationships/image" Target="../media/image22.svg"/><Relationship Id="rId16" Type="http://schemas.openxmlformats.org/officeDocument/2006/relationships/image" Target="../media/image9.png"/><Relationship Id="rId20" Type="http://schemas.openxmlformats.org/officeDocument/2006/relationships/image" Target="../media/image38.png"/><Relationship Id="rId29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11" Type="http://schemas.openxmlformats.org/officeDocument/2006/relationships/image" Target="../media/image30.svg"/><Relationship Id="rId24" Type="http://schemas.openxmlformats.org/officeDocument/2006/relationships/image" Target="../media/image14.png"/><Relationship Id="rId5" Type="http://schemas.openxmlformats.org/officeDocument/2006/relationships/image" Target="../media/image25.svg"/><Relationship Id="rId15" Type="http://schemas.openxmlformats.org/officeDocument/2006/relationships/image" Target="../media/image34.svg"/><Relationship Id="rId23" Type="http://schemas.openxmlformats.org/officeDocument/2006/relationships/image" Target="../media/image13.png"/><Relationship Id="rId28" Type="http://schemas.openxmlformats.org/officeDocument/2006/relationships/image" Target="../media/image19.png"/><Relationship Id="rId10" Type="http://schemas.openxmlformats.org/officeDocument/2006/relationships/image" Target="../media/image29.svg"/><Relationship Id="rId19" Type="http://schemas.openxmlformats.org/officeDocument/2006/relationships/image" Target="../media/image37.png"/><Relationship Id="rId4" Type="http://schemas.openxmlformats.org/officeDocument/2006/relationships/image" Target="../media/image24.svg"/><Relationship Id="rId9" Type="http://schemas.openxmlformats.org/officeDocument/2006/relationships/image" Target="../media/image28.svg"/><Relationship Id="rId14" Type="http://schemas.openxmlformats.org/officeDocument/2006/relationships/image" Target="../media/image33.svg"/><Relationship Id="rId22" Type="http://schemas.openxmlformats.org/officeDocument/2006/relationships/image" Target="../media/image12.png"/><Relationship Id="rId27" Type="http://schemas.openxmlformats.org/officeDocument/2006/relationships/image" Target="../media/image18.png"/><Relationship Id="rId30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13" Type="http://schemas.openxmlformats.org/officeDocument/2006/relationships/image" Target="../media/image57.svg"/><Relationship Id="rId18" Type="http://schemas.openxmlformats.org/officeDocument/2006/relationships/image" Target="../media/image62.png"/><Relationship Id="rId26" Type="http://schemas.openxmlformats.org/officeDocument/2006/relationships/image" Target="../media/image70.svg"/><Relationship Id="rId3" Type="http://schemas.openxmlformats.org/officeDocument/2006/relationships/image" Target="../media/image47.svg"/><Relationship Id="rId21" Type="http://schemas.openxmlformats.org/officeDocument/2006/relationships/image" Target="../media/image65.png"/><Relationship Id="rId7" Type="http://schemas.openxmlformats.org/officeDocument/2006/relationships/image" Target="../media/image51.svg"/><Relationship Id="rId12" Type="http://schemas.openxmlformats.org/officeDocument/2006/relationships/image" Target="../media/image56.svg"/><Relationship Id="rId17" Type="http://schemas.openxmlformats.org/officeDocument/2006/relationships/image" Target="../media/image61.png"/><Relationship Id="rId25" Type="http://schemas.openxmlformats.org/officeDocument/2006/relationships/image" Target="../media/image69.svg"/><Relationship Id="rId2" Type="http://schemas.openxmlformats.org/officeDocument/2006/relationships/image" Target="../media/image46.svg"/><Relationship Id="rId16" Type="http://schemas.openxmlformats.org/officeDocument/2006/relationships/image" Target="../media/image60.png"/><Relationship Id="rId20" Type="http://schemas.openxmlformats.org/officeDocument/2006/relationships/image" Target="../media/image64.png"/><Relationship Id="rId29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svg"/><Relationship Id="rId11" Type="http://schemas.openxmlformats.org/officeDocument/2006/relationships/image" Target="../media/image55.svg"/><Relationship Id="rId24" Type="http://schemas.openxmlformats.org/officeDocument/2006/relationships/image" Target="../media/image68.png"/><Relationship Id="rId5" Type="http://schemas.openxmlformats.org/officeDocument/2006/relationships/image" Target="../media/image49.svg"/><Relationship Id="rId15" Type="http://schemas.openxmlformats.org/officeDocument/2006/relationships/image" Target="../media/image59.png"/><Relationship Id="rId23" Type="http://schemas.openxmlformats.org/officeDocument/2006/relationships/image" Target="../media/image67.png"/><Relationship Id="rId28" Type="http://schemas.openxmlformats.org/officeDocument/2006/relationships/image" Target="../media/image72.png"/><Relationship Id="rId10" Type="http://schemas.openxmlformats.org/officeDocument/2006/relationships/image" Target="../media/image54.svg"/><Relationship Id="rId19" Type="http://schemas.openxmlformats.org/officeDocument/2006/relationships/image" Target="../media/image63.png"/><Relationship Id="rId4" Type="http://schemas.openxmlformats.org/officeDocument/2006/relationships/image" Target="../media/image48.svg"/><Relationship Id="rId9" Type="http://schemas.openxmlformats.org/officeDocument/2006/relationships/image" Target="../media/image53.svg"/><Relationship Id="rId14" Type="http://schemas.openxmlformats.org/officeDocument/2006/relationships/image" Target="../media/image58.png"/><Relationship Id="rId22" Type="http://schemas.openxmlformats.org/officeDocument/2006/relationships/image" Target="../media/image66.png"/><Relationship Id="rId27" Type="http://schemas.openxmlformats.org/officeDocument/2006/relationships/image" Target="../media/image71.svg"/><Relationship Id="rId30" Type="http://schemas.openxmlformats.org/officeDocument/2006/relationships/image" Target="../media/image7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3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4.png"/><Relationship Id="rId2" Type="http://schemas.openxmlformats.org/officeDocument/2006/relationships/image" Target="../media/image75.png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5" Type="http://schemas.openxmlformats.org/officeDocument/2006/relationships/image" Target="../media/image72.png"/><Relationship Id="rId10" Type="http://schemas.openxmlformats.org/officeDocument/2006/relationships/image" Target="../media/image65.png"/><Relationship Id="rId4" Type="http://schemas.openxmlformats.org/officeDocument/2006/relationships/image" Target="../media/image58.png"/><Relationship Id="rId9" Type="http://schemas.openxmlformats.org/officeDocument/2006/relationships/image" Target="../media/image6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3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4.png"/><Relationship Id="rId2" Type="http://schemas.openxmlformats.org/officeDocument/2006/relationships/image" Target="../media/image75.png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5" Type="http://schemas.openxmlformats.org/officeDocument/2006/relationships/image" Target="../media/image72.png"/><Relationship Id="rId10" Type="http://schemas.openxmlformats.org/officeDocument/2006/relationships/image" Target="../media/image65.png"/><Relationship Id="rId4" Type="http://schemas.openxmlformats.org/officeDocument/2006/relationships/image" Target="../media/image58.png"/><Relationship Id="rId9" Type="http://schemas.openxmlformats.org/officeDocument/2006/relationships/image" Target="../media/image64.png"/><Relationship Id="rId14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3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4.png"/><Relationship Id="rId2" Type="http://schemas.openxmlformats.org/officeDocument/2006/relationships/image" Target="../media/image75.png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5" Type="http://schemas.openxmlformats.org/officeDocument/2006/relationships/image" Target="../media/image72.png"/><Relationship Id="rId10" Type="http://schemas.openxmlformats.org/officeDocument/2006/relationships/image" Target="../media/image65.png"/><Relationship Id="rId4" Type="http://schemas.openxmlformats.org/officeDocument/2006/relationships/image" Target="../media/image58.png"/><Relationship Id="rId9" Type="http://schemas.openxmlformats.org/officeDocument/2006/relationships/image" Target="../media/image64.png"/><Relationship Id="rId14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tmp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tmp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tm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8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13" Type="http://schemas.openxmlformats.org/officeDocument/2006/relationships/image" Target="../media/image68.png"/><Relationship Id="rId18" Type="http://schemas.openxmlformats.org/officeDocument/2006/relationships/image" Target="../media/image90.svg"/><Relationship Id="rId3" Type="http://schemas.openxmlformats.org/officeDocument/2006/relationships/image" Target="../media/image76.png"/><Relationship Id="rId7" Type="http://schemas.openxmlformats.org/officeDocument/2006/relationships/image" Target="../media/image62.png"/><Relationship Id="rId12" Type="http://schemas.openxmlformats.org/officeDocument/2006/relationships/image" Target="../media/image67.png"/><Relationship Id="rId17" Type="http://schemas.openxmlformats.org/officeDocument/2006/relationships/image" Target="../media/image74.png"/><Relationship Id="rId2" Type="http://schemas.openxmlformats.org/officeDocument/2006/relationships/image" Target="../media/image75.png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66.png"/><Relationship Id="rId5" Type="http://schemas.openxmlformats.org/officeDocument/2006/relationships/image" Target="../media/image60.png"/><Relationship Id="rId15" Type="http://schemas.openxmlformats.org/officeDocument/2006/relationships/image" Target="../media/image72.png"/><Relationship Id="rId10" Type="http://schemas.openxmlformats.org/officeDocument/2006/relationships/image" Target="../media/image65.png"/><Relationship Id="rId19" Type="http://schemas.openxmlformats.org/officeDocument/2006/relationships/image" Target="../media/image91.png"/><Relationship Id="rId4" Type="http://schemas.openxmlformats.org/officeDocument/2006/relationships/image" Target="../media/image58.png"/><Relationship Id="rId9" Type="http://schemas.openxmlformats.org/officeDocument/2006/relationships/image" Target="../media/image64.png"/><Relationship Id="rId1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506CA3-079A-6B98-06F3-CF09E5E02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6150" y="5689858"/>
            <a:ext cx="838200" cy="97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F0C84-42DE-7E5B-46D1-11766825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92209-A8EB-EAA7-1ACB-FA658E3AE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(1/3)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46CB8F-8E86-B08C-194E-582CA08B1B4E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1B80ED-4902-4C85-702F-DB78B774AE80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1 - Start of Backpack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B7D88721-EA9A-B0C8-28D8-6E78F7DE3E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A462589-32BB-DCF5-0888-8732121762DD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7 4 9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6EE98BF8-7F08-B371-0320-C70B43913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189174-8A91-2454-6122-25C87CB826EC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BE037CEF-23E8-5985-923B-A17554918A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CC585DD-019A-6A56-E778-BBEC7E60DDBD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99F0BD32-CE8E-EDD4-FE65-B36F7BC17A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65138EE1-9693-88F2-E205-201B19E13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0433002-076D-661B-914A-2C859998C75D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54685D-7DB1-C06B-8BCC-13FA0B943545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7168CA9-A5C9-256B-38B5-D9ABCB1FC922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C51B324-995F-ADFB-76FB-3FC85F478541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Water bottle + stickers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Welcome card with QR code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C457C9-9C0C-8688-5E29-F2B6A8954A23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N/A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CFDCD4-0EFF-ADF0-751A-5BE30FA3D7D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33B7DE-0464-B352-7E5C-E4426CBF6A22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</a:t>
            </a:r>
            <a:r>
              <a:rPr lang="en-CA" sz="1200">
                <a:solidFill>
                  <a:schemeClr val="bg1"/>
                </a:solidFill>
                <a:latin typeface="Architects Daughter" pitchFamily="2" charset="0"/>
              </a:rPr>
              <a:t>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9F7678EB-46B7-C5B5-53B5-E8C96BC442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078FE33-353D-D592-D44D-0233CA7344CE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E441936-D828-F6F4-71A5-34EC6D6E52D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510" y="3521157"/>
            <a:ext cx="248595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D08E957B-D9E5-3B09-6AC9-7B26573FE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4AB6CC8-1FA0-631D-F33D-75BEA6DA089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EDA377-2B3F-3437-9C19-30153364D640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4201C99D-802D-7979-EB52-F5BAA7551E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32222F1-6F60-7A49-A426-AA04191E88FE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DAAAF663-DC26-CB87-48E3-5F471A463D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B1D4E3D-E199-B5ED-695D-740F824E9B99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F331609C-DCF9-2D2D-EE25-30694FEA6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34DB18-1205-1199-CAB6-91A884735957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842A6F0-27F7-EB2F-F142-6DA300ACDC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E1A242C1-28A4-26BB-A5A1-3ECADBDDD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B1D3B9A2-4CED-B978-74C4-D10465DA7203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146DEEE-EEB7-8DFE-05B5-D235175AD4B9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59461F9-DE29-1C31-242D-EA2E819F35F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C494AB3-9948-2C36-7113-D06F47B56EFE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C8179-27A4-7D8A-139D-74FE821384DA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346F00-8EBD-82CE-A880-17B85E8B6BF0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838EDE1-D340-FDE2-ED71-EA21586486B6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789757F3-36A3-EB4C-AAA7-EDB0EE7DF3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3F9AA02C-8DD8-67EF-56A6-9F9BCE644722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014FF813-0C01-EC79-29F9-E3AE5A44A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E37C82FF-53F8-DB52-969E-D831C3E19154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A1657C-DD2B-1F19-CF29-903C612BA57C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FA04CF48-0777-0FAD-BA7D-3A413D7449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E0A2748C-BCA7-0401-9439-B03B8CE043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93BD2451-E267-E212-0452-75F2C9C180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F21DA35-4E1F-183A-618B-83DC930BB143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A147223B-E93C-399C-54E8-BFF24D78DA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E9A60E7-D461-1386-A791-DA290D4430B5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708AECB3-90EB-58EC-DB97-AD825ECA65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A72D2988-F1CA-D75D-23BF-F1F357E99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A1844FE9-EEFB-9804-05DB-3DE5CC8597DA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E8F7D06-C57E-4C2B-9B6E-5ED581D7196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C21DAD4-945A-F75B-46E5-DE38C70838FB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67DABCBE-A650-A3AA-A663-A99C4CDC3425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FE8ACA5-01A3-290F-EDD1-AC54717AF2A9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82C14F8-8616-5A48-64ED-203B0AFD58A2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026CDBC-016E-AFD4-5AB7-12FAB18443E3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1A37AC88-CB29-E805-7682-CDD66B5D98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2CB49251-A6B6-BD9D-E564-E172B73B8A78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3CA85433-7851-1FDF-4C1A-240E544399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BC13E552-EF76-0084-8E30-B20C6FEA1573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7BCD93-3FEA-609C-FAE5-4964280F9D9E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FA7D5FBA-1685-49C8-2AA6-ACA201A0CA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06056EC3-1C41-6850-6E78-411245B971F1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0D34C0A2-1C11-E04A-6015-80899E2748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B78080FD-E3E9-EF68-57F4-529A475779BB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F1CEA795-CD27-F8CF-311F-1D310BD2F6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40ABE69-BC1B-69D4-AA64-E075C6767A73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F73ED5F2-A46D-A2BF-40DA-16FBAC0FBF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E764A635-5902-99B5-EF23-0E154FAC29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8E4EE20A-DA6B-A810-A56E-D358D3FDE2EB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4D854A5F-3321-5432-A816-867E063D8B7A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CA9E3B9-3081-063F-886A-15EB961A2BB7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54DC33BA-8D18-D449-E022-DCE82BB120A0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64815-F70D-C8F2-B6F1-77E415ADDDC8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AB052C-AB54-4D2C-610F-21A338ED6E05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6F809B0-F942-AC67-7414-20610C02DA5F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041E0EEA-1934-9F61-FC7A-EFB3CFC9E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55C85E99-994F-0197-1880-EC02F568B41E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2474CAEB-8355-63C3-AF65-7A5807972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B7AA685A-48FC-4F84-2453-1BEEE809E7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F00EA5A3-E785-81F2-4114-E3D58C1CAF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A3A7F8D5-14FA-C693-50A4-99BB77C155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108178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82C8-8B0C-1BA3-5954-EB715282E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82326-F31C-A1A7-D0ED-52580E5F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69" y="168629"/>
            <a:ext cx="10515600" cy="763676"/>
          </a:xfrm>
        </p:spPr>
        <p:txBody>
          <a:bodyPr/>
          <a:lstStyle/>
          <a:p>
            <a:r>
              <a:rPr lang="en-CA" b="1" dirty="0">
                <a:latin typeface="Architects Daughter" pitchFamily="2" charset="0"/>
              </a:rPr>
              <a:t>Backpack flowchart (2/3)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93B670-DCB7-DCF4-6D4A-EEEFA80CE1A2}"/>
              </a:ext>
            </a:extLst>
          </p:cNvPr>
          <p:cNvSpPr/>
          <p:nvPr/>
        </p:nvSpPr>
        <p:spPr>
          <a:xfrm>
            <a:off x="363916" y="93230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C1573A2-1D7D-F29B-54B1-C692CBFBF32C}"/>
              </a:ext>
            </a:extLst>
          </p:cNvPr>
          <p:cNvSpPr/>
          <p:nvPr/>
        </p:nvSpPr>
        <p:spPr>
          <a:xfrm>
            <a:off x="363915" y="93230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5 – Top Pocket</a:t>
            </a:r>
          </a:p>
        </p:txBody>
      </p:sp>
      <p:pic>
        <p:nvPicPr>
          <p:cNvPr id="78" name="Graphic 77" descr="Backpack with solid fill">
            <a:extLst>
              <a:ext uri="{FF2B5EF4-FFF2-40B4-BE49-F238E27FC236}">
                <a16:creationId xmlns:a16="http://schemas.microsoft.com/office/drawing/2014/main" id="{78159C3C-5831-2958-95EE-3583437B43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941234"/>
            <a:ext cx="324000" cy="32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FE6C760-792D-DB4A-6495-5BA24B38045E}"/>
              </a:ext>
            </a:extLst>
          </p:cNvPr>
          <p:cNvSpPr/>
          <p:nvPr/>
        </p:nvSpPr>
        <p:spPr>
          <a:xfrm>
            <a:off x="363915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8 1 4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A5BE54E2-EBC3-4674-AB8F-3B9174F92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3251157"/>
            <a:ext cx="540000" cy="540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30855E8-92D5-BC79-255D-E4029B5E3541}"/>
              </a:ext>
            </a:extLst>
          </p:cNvPr>
          <p:cNvSpPr/>
          <p:nvPr/>
        </p:nvSpPr>
        <p:spPr>
          <a:xfrm>
            <a:off x="3063913" y="327230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Compartment</a:t>
            </a:r>
            <a:endParaRPr lang="en-CA" sz="1600" b="1" dirty="0">
              <a:latin typeface="Architects Daughter" pitchFamily="2" charset="0"/>
            </a:endParaRPr>
          </a:p>
        </p:txBody>
      </p:sp>
      <p:pic>
        <p:nvPicPr>
          <p:cNvPr id="16" name="Graphic 15" descr="Lock with solid fill">
            <a:extLst>
              <a:ext uri="{FF2B5EF4-FFF2-40B4-BE49-F238E27FC236}">
                <a16:creationId xmlns:a16="http://schemas.microsoft.com/office/drawing/2014/main" id="{CD4117EB-10C6-41C9-0DB1-D6420098DF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3251157"/>
            <a:ext cx="540000" cy="5400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4F793E-5543-F716-3056-5CF7D057AFFE}"/>
              </a:ext>
            </a:extLst>
          </p:cNvPr>
          <p:cNvCxnSpPr>
            <a:cxnSpLocks/>
          </p:cNvCxnSpPr>
          <p:nvPr/>
        </p:nvCxnSpPr>
        <p:spPr>
          <a:xfrm flipV="1">
            <a:off x="3063913" y="330830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Box with solid fill">
            <a:extLst>
              <a:ext uri="{FF2B5EF4-FFF2-40B4-BE49-F238E27FC236}">
                <a16:creationId xmlns:a16="http://schemas.microsoft.com/office/drawing/2014/main" id="{08D6F781-290C-E54B-E65F-1F1CCC642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3910" y="1288767"/>
            <a:ext cx="360000" cy="360000"/>
          </a:xfrm>
          <a:prstGeom prst="rect">
            <a:avLst/>
          </a:prstGeom>
        </p:spPr>
      </p:pic>
      <p:pic>
        <p:nvPicPr>
          <p:cNvPr id="11" name="Graphic 10" descr="Box with solid fill">
            <a:extLst>
              <a:ext uri="{FF2B5EF4-FFF2-40B4-BE49-F238E27FC236}">
                <a16:creationId xmlns:a16="http://schemas.microsoft.com/office/drawing/2014/main" id="{9B86FE9B-89B3-8917-8548-88DA03E7F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8627" y="1283714"/>
            <a:ext cx="360000" cy="36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5B9BB15-BC8D-019F-EA4F-91176403144C}"/>
              </a:ext>
            </a:extLst>
          </p:cNvPr>
          <p:cNvSpPr/>
          <p:nvPr/>
        </p:nvSpPr>
        <p:spPr>
          <a:xfrm>
            <a:off x="684398" y="129921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B8947A-F408-79C6-EBC8-3A5E8529B7D8}"/>
              </a:ext>
            </a:extLst>
          </p:cNvPr>
          <p:cNvSpPr/>
          <p:nvPr/>
        </p:nvSpPr>
        <p:spPr>
          <a:xfrm>
            <a:off x="3399109" y="128219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E4952C-88C0-1339-131B-B03349ADE030}"/>
              </a:ext>
            </a:extLst>
          </p:cNvPr>
          <p:cNvCxnSpPr>
            <a:cxnSpLocks/>
          </p:cNvCxnSpPr>
          <p:nvPr/>
        </p:nvCxnSpPr>
        <p:spPr>
          <a:xfrm flipV="1">
            <a:off x="3063910" y="134386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F2F61AC-589E-0759-1C12-29F284F134E6}"/>
              </a:ext>
            </a:extLst>
          </p:cNvPr>
          <p:cNvSpPr/>
          <p:nvPr/>
        </p:nvSpPr>
        <p:spPr>
          <a:xfrm>
            <a:off x="363915" y="163682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Lego pieces for satellite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ADAB8B1-0F26-3024-52FA-4A210F69AFB4}"/>
              </a:ext>
            </a:extLst>
          </p:cNvPr>
          <p:cNvSpPr/>
          <p:nvPr/>
        </p:nvSpPr>
        <p:spPr>
          <a:xfrm>
            <a:off x="3078629" y="164522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(4 orange)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pets' pieces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tx1">
                  <a:lumMod val="65000"/>
                  <a:lumOff val="3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49F4A9-57AC-99C2-2176-5E7C7D653F60}"/>
              </a:ext>
            </a:extLst>
          </p:cNvPr>
          <p:cNvSpPr/>
          <p:nvPr/>
        </p:nvSpPr>
        <p:spPr>
          <a:xfrm>
            <a:off x="363910" y="240830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6BB599-AD77-2A43-F258-60227753D3FE}"/>
              </a:ext>
            </a:extLst>
          </p:cNvPr>
          <p:cNvSpPr/>
          <p:nvPr/>
        </p:nvSpPr>
        <p:spPr>
          <a:xfrm>
            <a:off x="678340" y="240555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Stickers have hidden number in the animals. The order is the era of the animals depicted.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26" name="Graphic 25" descr="Lightbulb with solid fill">
            <a:extLst>
              <a:ext uri="{FF2B5EF4-FFF2-40B4-BE49-F238E27FC236}">
                <a16:creationId xmlns:a16="http://schemas.microsoft.com/office/drawing/2014/main" id="{E644CEFB-8EBE-9B5D-8282-5A5C3A26BC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2417494"/>
            <a:ext cx="360000" cy="3600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6FC61BE-D650-4390-7E06-CFC924DAE7BC}"/>
              </a:ext>
            </a:extLst>
          </p:cNvPr>
          <p:cNvSpPr/>
          <p:nvPr/>
        </p:nvSpPr>
        <p:spPr>
          <a:xfrm>
            <a:off x="356569" y="93230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31" name="Graphic 30" descr="Backpack with solid fill">
            <a:extLst>
              <a:ext uri="{FF2B5EF4-FFF2-40B4-BE49-F238E27FC236}">
                <a16:creationId xmlns:a16="http://schemas.microsoft.com/office/drawing/2014/main" id="{AA1FDFB3-B7C4-CB17-915F-74864E21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947343"/>
            <a:ext cx="324000" cy="324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78DDD4D-6597-177A-5343-E464A7C152C3}"/>
              </a:ext>
            </a:extLst>
          </p:cNvPr>
          <p:cNvSpPr/>
          <p:nvPr/>
        </p:nvSpPr>
        <p:spPr>
          <a:xfrm>
            <a:off x="363916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DEDA81-5D0B-C790-657E-62EB57C2A8B4}"/>
              </a:ext>
            </a:extLst>
          </p:cNvPr>
          <p:cNvSpPr/>
          <p:nvPr/>
        </p:nvSpPr>
        <p:spPr>
          <a:xfrm>
            <a:off x="363915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3 – Front Pocket</a:t>
            </a:r>
          </a:p>
        </p:txBody>
      </p:sp>
      <p:pic>
        <p:nvPicPr>
          <p:cNvPr id="15" name="Graphic 14" descr="Backpack with solid fill">
            <a:extLst>
              <a:ext uri="{FF2B5EF4-FFF2-40B4-BE49-F238E27FC236}">
                <a16:creationId xmlns:a16="http://schemas.microsoft.com/office/drawing/2014/main" id="{F1DEF7B2-652B-2DC4-EDD2-CAF55505C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910" y="3911924"/>
            <a:ext cx="324000" cy="324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032D738-4641-5766-2137-0A22288A6E33}"/>
              </a:ext>
            </a:extLst>
          </p:cNvPr>
          <p:cNvSpPr/>
          <p:nvPr/>
        </p:nvSpPr>
        <p:spPr>
          <a:xfrm>
            <a:off x="363915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M O </a:t>
            </a:r>
            <a:r>
              <a:rPr lang="en-CA" sz="1600" b="1" dirty="0" err="1">
                <a:latin typeface="Architects Daughter" pitchFamily="2" charset="0"/>
              </a:rPr>
              <a:t>O</a:t>
            </a:r>
            <a:r>
              <a:rPr lang="en-CA" sz="1600" b="1" dirty="0">
                <a:latin typeface="Architects Daughter" pitchFamily="2" charset="0"/>
              </a:rPr>
              <a:t> N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19" name="Graphic 18" descr="Key with solid fill">
            <a:extLst>
              <a:ext uri="{FF2B5EF4-FFF2-40B4-BE49-F238E27FC236}">
                <a16:creationId xmlns:a16="http://schemas.microsoft.com/office/drawing/2014/main" id="{40DDB096-4AE6-8E68-253B-CBDF49883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423934" y="6221847"/>
            <a:ext cx="540000" cy="54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16BDD1E-5DB3-0485-48D5-E23604D6B513}"/>
              </a:ext>
            </a:extLst>
          </p:cNvPr>
          <p:cNvSpPr/>
          <p:nvPr/>
        </p:nvSpPr>
        <p:spPr>
          <a:xfrm>
            <a:off x="3063913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Large Compartment</a:t>
            </a:r>
          </a:p>
        </p:txBody>
      </p:sp>
      <p:pic>
        <p:nvPicPr>
          <p:cNvPr id="22" name="Graphic 21" descr="Lock with solid fill">
            <a:extLst>
              <a:ext uri="{FF2B5EF4-FFF2-40B4-BE49-F238E27FC236}">
                <a16:creationId xmlns:a16="http://schemas.microsoft.com/office/drawing/2014/main" id="{037B9E7A-C38E-9E2B-231C-7D7948FA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0744" y="6221847"/>
            <a:ext cx="540000" cy="5400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A0EF31E-9526-B76F-C998-305F7B5FC4B2}"/>
              </a:ext>
            </a:extLst>
          </p:cNvPr>
          <p:cNvCxnSpPr>
            <a:cxnSpLocks/>
          </p:cNvCxnSpPr>
          <p:nvPr/>
        </p:nvCxnSpPr>
        <p:spPr>
          <a:xfrm flipV="1">
            <a:off x="3063913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ox with solid fill">
            <a:extLst>
              <a:ext uri="{FF2B5EF4-FFF2-40B4-BE49-F238E27FC236}">
                <a16:creationId xmlns:a16="http://schemas.microsoft.com/office/drawing/2014/main" id="{39925C9A-743F-E9B4-D274-1BAAF77A8E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3910" y="4259457"/>
            <a:ext cx="360000" cy="360000"/>
          </a:xfrm>
          <a:prstGeom prst="rect">
            <a:avLst/>
          </a:prstGeom>
        </p:spPr>
      </p:pic>
      <p:pic>
        <p:nvPicPr>
          <p:cNvPr id="32" name="Graphic 31" descr="Box with solid fill">
            <a:extLst>
              <a:ext uri="{FF2B5EF4-FFF2-40B4-BE49-F238E27FC236}">
                <a16:creationId xmlns:a16="http://schemas.microsoft.com/office/drawing/2014/main" id="{0E343E8E-B663-CE05-8FBD-BEE9AC876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8627" y="4254404"/>
            <a:ext cx="360000" cy="360000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2EB6A25-0BBA-C203-61F3-A7572EB53E42}"/>
              </a:ext>
            </a:extLst>
          </p:cNvPr>
          <p:cNvSpPr/>
          <p:nvPr/>
        </p:nvSpPr>
        <p:spPr>
          <a:xfrm>
            <a:off x="684398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D051AC-0357-F4FE-F941-1A1E19BAA081}"/>
              </a:ext>
            </a:extLst>
          </p:cNvPr>
          <p:cNvSpPr/>
          <p:nvPr/>
        </p:nvSpPr>
        <p:spPr>
          <a:xfrm>
            <a:off x="3399109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264FF0A-C34E-9F94-3279-576BD6BE5D63}"/>
              </a:ext>
            </a:extLst>
          </p:cNvPr>
          <p:cNvCxnSpPr>
            <a:cxnSpLocks/>
          </p:cNvCxnSpPr>
          <p:nvPr/>
        </p:nvCxnSpPr>
        <p:spPr>
          <a:xfrm flipV="1">
            <a:off x="3063910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3EDB91A9-79A3-6A8C-40C7-1F9B33BBE635}"/>
              </a:ext>
            </a:extLst>
          </p:cNvPr>
          <p:cNvSpPr/>
          <p:nvPr/>
        </p:nvSpPr>
        <p:spPr>
          <a:xfrm>
            <a:off x="363915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Card from grandparents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News article about dog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67E7D3-27FC-6EA1-E9D8-8C179B0D0572}"/>
              </a:ext>
            </a:extLst>
          </p:cNvPr>
          <p:cNvSpPr/>
          <p:nvPr/>
        </p:nvSpPr>
        <p:spPr>
          <a:xfrm>
            <a:off x="3078629" y="4615919"/>
            <a:ext cx="266217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Value of v (back of news clipping)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44B4EAE-6719-5660-565E-FB953E96EB18}"/>
              </a:ext>
            </a:extLst>
          </p:cNvPr>
          <p:cNvSpPr/>
          <p:nvPr/>
        </p:nvSpPr>
        <p:spPr>
          <a:xfrm>
            <a:off x="363910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94C5710-0E92-7380-FDED-D5634EE6144E}"/>
              </a:ext>
            </a:extLst>
          </p:cNvPr>
          <p:cNvSpPr/>
          <p:nvPr/>
        </p:nvSpPr>
        <p:spPr>
          <a:xfrm>
            <a:off x="678340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On the dog’s collar, you can see the name of the dog: MOON.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40" name="Graphic 39" descr="Lightbulb with solid fill">
            <a:extLst>
              <a:ext uri="{FF2B5EF4-FFF2-40B4-BE49-F238E27FC236}">
                <a16:creationId xmlns:a16="http://schemas.microsoft.com/office/drawing/2014/main" id="{B141E0F6-BB9C-7E55-650B-D2E28A9A3F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81910" y="5388184"/>
            <a:ext cx="360000" cy="36000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B5030856-3FC7-E2FF-1B4C-49613E19FD56}"/>
              </a:ext>
            </a:extLst>
          </p:cNvPr>
          <p:cNvSpPr/>
          <p:nvPr/>
        </p:nvSpPr>
        <p:spPr>
          <a:xfrm>
            <a:off x="356569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43" name="Graphic 42" descr="Backpack with solid fill">
            <a:extLst>
              <a:ext uri="{FF2B5EF4-FFF2-40B4-BE49-F238E27FC236}">
                <a16:creationId xmlns:a16="http://schemas.microsoft.com/office/drawing/2014/main" id="{6B028863-9FEC-E61D-60BE-D88D9B41E0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16807" y="3918033"/>
            <a:ext cx="324000" cy="3240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1DF54C16-DC9E-BDB6-3B39-823BD2AA4AAF}"/>
              </a:ext>
            </a:extLst>
          </p:cNvPr>
          <p:cNvSpPr/>
          <p:nvPr/>
        </p:nvSpPr>
        <p:spPr>
          <a:xfrm>
            <a:off x="6136010" y="941235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8275A4F-44B9-4BA5-59DE-32270F2026D0}"/>
              </a:ext>
            </a:extLst>
          </p:cNvPr>
          <p:cNvSpPr/>
          <p:nvPr/>
        </p:nvSpPr>
        <p:spPr>
          <a:xfrm>
            <a:off x="6136009" y="941234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2 – Front Compartment</a:t>
            </a:r>
          </a:p>
        </p:txBody>
      </p:sp>
      <p:pic>
        <p:nvPicPr>
          <p:cNvPr id="46" name="Graphic 45" descr="Backpack with solid fill">
            <a:extLst>
              <a:ext uri="{FF2B5EF4-FFF2-40B4-BE49-F238E27FC236}">
                <a16:creationId xmlns:a16="http://schemas.microsoft.com/office/drawing/2014/main" id="{73558A53-44F7-799B-6373-B95B4D2F17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4004" y="950163"/>
            <a:ext cx="324000" cy="324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9424E05C-1176-CC0A-9A53-8E66F75E3A6F}"/>
              </a:ext>
            </a:extLst>
          </p:cNvPr>
          <p:cNvSpPr/>
          <p:nvPr/>
        </p:nvSpPr>
        <p:spPr>
          <a:xfrm>
            <a:off x="6136009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7 3 4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48" name="Graphic 47" descr="Key with solid fill">
            <a:extLst>
              <a:ext uri="{FF2B5EF4-FFF2-40B4-BE49-F238E27FC236}">
                <a16:creationId xmlns:a16="http://schemas.microsoft.com/office/drawing/2014/main" id="{5867DA11-66D0-1606-ADC2-7237889276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196028" y="3260086"/>
            <a:ext cx="540000" cy="54000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5E995D96-941A-379C-600A-27CAEFD3A36E}"/>
              </a:ext>
            </a:extLst>
          </p:cNvPr>
          <p:cNvSpPr/>
          <p:nvPr/>
        </p:nvSpPr>
        <p:spPr>
          <a:xfrm>
            <a:off x="8836007" y="3281235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Front pocket</a:t>
            </a:r>
          </a:p>
        </p:txBody>
      </p:sp>
      <p:pic>
        <p:nvPicPr>
          <p:cNvPr id="50" name="Graphic 49" descr="Lock with solid fill">
            <a:extLst>
              <a:ext uri="{FF2B5EF4-FFF2-40B4-BE49-F238E27FC236}">
                <a16:creationId xmlns:a16="http://schemas.microsoft.com/office/drawing/2014/main" id="{10C16493-9273-6B44-2371-01D6B04F5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52838" y="3260086"/>
            <a:ext cx="540000" cy="5400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46E9445-4D26-EA16-CE38-165F15BC9F07}"/>
              </a:ext>
            </a:extLst>
          </p:cNvPr>
          <p:cNvCxnSpPr>
            <a:cxnSpLocks/>
          </p:cNvCxnSpPr>
          <p:nvPr/>
        </p:nvCxnSpPr>
        <p:spPr>
          <a:xfrm flipV="1">
            <a:off x="8836007" y="3317235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phic 51" descr="Box with solid fill">
            <a:extLst>
              <a:ext uri="{FF2B5EF4-FFF2-40B4-BE49-F238E27FC236}">
                <a16:creationId xmlns:a16="http://schemas.microsoft.com/office/drawing/2014/main" id="{13916E2F-8093-1357-D782-86EFB30419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36004" y="1297696"/>
            <a:ext cx="360000" cy="360000"/>
          </a:xfrm>
          <a:prstGeom prst="rect">
            <a:avLst/>
          </a:prstGeom>
        </p:spPr>
      </p:pic>
      <p:pic>
        <p:nvPicPr>
          <p:cNvPr id="53" name="Graphic 52" descr="Box with solid fill">
            <a:extLst>
              <a:ext uri="{FF2B5EF4-FFF2-40B4-BE49-F238E27FC236}">
                <a16:creationId xmlns:a16="http://schemas.microsoft.com/office/drawing/2014/main" id="{37BA1585-CA38-1097-55BD-39ACC621C1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0721" y="1292643"/>
            <a:ext cx="360000" cy="360000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0C2F65F9-7920-2820-0B1E-28F590BCE221}"/>
              </a:ext>
            </a:extLst>
          </p:cNvPr>
          <p:cNvSpPr/>
          <p:nvPr/>
        </p:nvSpPr>
        <p:spPr>
          <a:xfrm>
            <a:off x="6456492" y="1308148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76CCC12-FBE3-881B-209E-8977C53C274B}"/>
              </a:ext>
            </a:extLst>
          </p:cNvPr>
          <p:cNvSpPr/>
          <p:nvPr/>
        </p:nvSpPr>
        <p:spPr>
          <a:xfrm>
            <a:off x="9171203" y="1291128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F48A628-D5C6-DF78-FD28-E95ECF6699FC}"/>
              </a:ext>
            </a:extLst>
          </p:cNvPr>
          <p:cNvCxnSpPr>
            <a:cxnSpLocks/>
          </p:cNvCxnSpPr>
          <p:nvPr/>
        </p:nvCxnSpPr>
        <p:spPr>
          <a:xfrm flipV="1">
            <a:off x="8836004" y="1352797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A03FB2F6-305B-8164-6237-260E5A53ABF1}"/>
              </a:ext>
            </a:extLst>
          </p:cNvPr>
          <p:cNvSpPr/>
          <p:nvPr/>
        </p:nvSpPr>
        <p:spPr>
          <a:xfrm>
            <a:off x="6136009" y="1645755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card (ADHD &amp; Plushy)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Word search + sudoku page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0D267C-14D9-D8DD-EADF-310ACBC9FE7E}"/>
              </a:ext>
            </a:extLst>
          </p:cNvPr>
          <p:cNvSpPr/>
          <p:nvPr/>
        </p:nvSpPr>
        <p:spPr>
          <a:xfrm>
            <a:off x="8850723" y="1654158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number (0 blue)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hobbies pieces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Sticker with IV blue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7CFB0C5-0D91-416B-7F6B-55E35561D380}"/>
              </a:ext>
            </a:extLst>
          </p:cNvPr>
          <p:cNvSpPr/>
          <p:nvPr/>
        </p:nvSpPr>
        <p:spPr>
          <a:xfrm>
            <a:off x="6136004" y="2417235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279869-83C4-D00B-CE07-812CA4217C81}"/>
              </a:ext>
            </a:extLst>
          </p:cNvPr>
          <p:cNvSpPr/>
          <p:nvPr/>
        </p:nvSpPr>
        <p:spPr>
          <a:xfrm>
            <a:off x="6450434" y="2414482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Word search draws a 7 and a 3 (from the words in the note) and the highlighted box in the sudoku is a 4. </a:t>
            </a:r>
            <a:endParaRPr lang="en-CA" sz="1600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61" name="Graphic 60" descr="Lightbulb with solid fill">
            <a:extLst>
              <a:ext uri="{FF2B5EF4-FFF2-40B4-BE49-F238E27FC236}">
                <a16:creationId xmlns:a16="http://schemas.microsoft.com/office/drawing/2014/main" id="{C7065CB2-7A7B-6991-72B3-06352D3A09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54004" y="2426423"/>
            <a:ext cx="360000" cy="36000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FE1E0DB4-67FC-A5C3-46E6-1BDDE8C02AF9}"/>
              </a:ext>
            </a:extLst>
          </p:cNvPr>
          <p:cNvSpPr/>
          <p:nvPr/>
        </p:nvSpPr>
        <p:spPr>
          <a:xfrm>
            <a:off x="6128663" y="941234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64" name="Graphic 63" descr="Backpack with solid fill">
            <a:extLst>
              <a:ext uri="{FF2B5EF4-FFF2-40B4-BE49-F238E27FC236}">
                <a16:creationId xmlns:a16="http://schemas.microsoft.com/office/drawing/2014/main" id="{B23026C0-5552-8EF8-5C6D-C9D0DB7B57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88901" y="956272"/>
            <a:ext cx="324000" cy="324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04594A45-905F-F7C7-66EF-B22A56177F71}"/>
              </a:ext>
            </a:extLst>
          </p:cNvPr>
          <p:cNvSpPr/>
          <p:nvPr/>
        </p:nvSpPr>
        <p:spPr>
          <a:xfrm>
            <a:off x="6143351" y="3902996"/>
            <a:ext cx="5400000" cy="288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1B0AE78-6926-9950-8DCA-A9FEFC5D8412}"/>
              </a:ext>
            </a:extLst>
          </p:cNvPr>
          <p:cNvSpPr/>
          <p:nvPr/>
        </p:nvSpPr>
        <p:spPr>
          <a:xfrm>
            <a:off x="6143350" y="3902995"/>
            <a:ext cx="5399999" cy="36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000" b="1" dirty="0">
                <a:latin typeface="Architects Daughter" pitchFamily="2" charset="0"/>
              </a:rPr>
              <a:t>4 – Large Compartment</a:t>
            </a:r>
          </a:p>
        </p:txBody>
      </p:sp>
      <p:pic>
        <p:nvPicPr>
          <p:cNvPr id="67" name="Graphic 66" descr="Backpack with solid fill">
            <a:extLst>
              <a:ext uri="{FF2B5EF4-FFF2-40B4-BE49-F238E27FC236}">
                <a16:creationId xmlns:a16="http://schemas.microsoft.com/office/drawing/2014/main" id="{CB5D1F4D-C499-836E-9210-EFE90EB906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1345" y="3911924"/>
            <a:ext cx="324000" cy="324000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324F6D6-9B08-14E8-3AC7-14135C058327}"/>
              </a:ext>
            </a:extLst>
          </p:cNvPr>
          <p:cNvSpPr/>
          <p:nvPr/>
        </p:nvSpPr>
        <p:spPr>
          <a:xfrm>
            <a:off x="6143350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Code:</a:t>
            </a:r>
          </a:p>
          <a:p>
            <a:pPr algn="ctr"/>
            <a:r>
              <a:rPr lang="en-CA" sz="1600" b="1" dirty="0">
                <a:latin typeface="Architects Daughter" pitchFamily="2" charset="0"/>
              </a:rPr>
              <a:t>6 2 3</a:t>
            </a:r>
          </a:p>
          <a:p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pic>
        <p:nvPicPr>
          <p:cNvPr id="69" name="Graphic 68" descr="Key with solid fill">
            <a:extLst>
              <a:ext uri="{FF2B5EF4-FFF2-40B4-BE49-F238E27FC236}">
                <a16:creationId xmlns:a16="http://schemas.microsoft.com/office/drawing/2014/main" id="{E9CC66DC-28C6-25A0-6CE8-CFE29DA59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2700000">
            <a:off x="6203369" y="6221847"/>
            <a:ext cx="540000" cy="540000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F145208A-D386-FAA6-E4C1-49944ECA6D5A}"/>
              </a:ext>
            </a:extLst>
          </p:cNvPr>
          <p:cNvSpPr/>
          <p:nvPr/>
        </p:nvSpPr>
        <p:spPr>
          <a:xfrm>
            <a:off x="8843348" y="6242996"/>
            <a:ext cx="2700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1200" u="sng" dirty="0">
                <a:latin typeface="Architects Daughter" pitchFamily="2" charset="0"/>
              </a:rPr>
              <a:t>Unlocks:</a:t>
            </a:r>
          </a:p>
          <a:p>
            <a:pPr algn="ctr"/>
            <a:r>
              <a:rPr lang="en-CA" sz="1400" b="1" dirty="0">
                <a:latin typeface="Architects Daughter" pitchFamily="2" charset="0"/>
              </a:rPr>
              <a:t>Top Pocket</a:t>
            </a:r>
            <a:endParaRPr lang="en-CA" sz="1200" b="1" dirty="0">
              <a:latin typeface="Architects Daughter" pitchFamily="2" charset="0"/>
            </a:endParaRPr>
          </a:p>
        </p:txBody>
      </p:sp>
      <p:pic>
        <p:nvPicPr>
          <p:cNvPr id="71" name="Graphic 70" descr="Lock with solid fill">
            <a:extLst>
              <a:ext uri="{FF2B5EF4-FFF2-40B4-BE49-F238E27FC236}">
                <a16:creationId xmlns:a16="http://schemas.microsoft.com/office/drawing/2014/main" id="{34D4E2DB-DD5F-4A74-914D-4EC97E15AB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0179" y="6221847"/>
            <a:ext cx="540000" cy="540000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C8DCD40-29CC-6FE4-4582-34F1A5616F1E}"/>
              </a:ext>
            </a:extLst>
          </p:cNvPr>
          <p:cNvCxnSpPr>
            <a:cxnSpLocks/>
          </p:cNvCxnSpPr>
          <p:nvPr/>
        </p:nvCxnSpPr>
        <p:spPr>
          <a:xfrm flipV="1">
            <a:off x="8843348" y="6278996"/>
            <a:ext cx="0" cy="468000"/>
          </a:xfrm>
          <a:prstGeom prst="line">
            <a:avLst/>
          </a:prstGeom>
          <a:ln w="285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3" name="Graphic 72" descr="Box with solid fill">
            <a:extLst>
              <a:ext uri="{FF2B5EF4-FFF2-40B4-BE49-F238E27FC236}">
                <a16:creationId xmlns:a16="http://schemas.microsoft.com/office/drawing/2014/main" id="{A27F3C77-D571-9A65-CA07-23029D206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43345" y="4259457"/>
            <a:ext cx="360000" cy="360000"/>
          </a:xfrm>
          <a:prstGeom prst="rect">
            <a:avLst/>
          </a:prstGeom>
        </p:spPr>
      </p:pic>
      <p:pic>
        <p:nvPicPr>
          <p:cNvPr id="74" name="Graphic 73" descr="Box with solid fill">
            <a:extLst>
              <a:ext uri="{FF2B5EF4-FFF2-40B4-BE49-F238E27FC236}">
                <a16:creationId xmlns:a16="http://schemas.microsoft.com/office/drawing/2014/main" id="{3187145D-FF27-EB1F-41C6-D7AEE9990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58062" y="4254404"/>
            <a:ext cx="360000" cy="360000"/>
          </a:xfrm>
          <a:prstGeom prst="rect">
            <a:avLst/>
          </a:prstGeom>
        </p:spPr>
      </p:pic>
      <p:sp>
        <p:nvSpPr>
          <p:cNvPr id="75" name="Rectangle 74">
            <a:extLst>
              <a:ext uri="{FF2B5EF4-FFF2-40B4-BE49-F238E27FC236}">
                <a16:creationId xmlns:a16="http://schemas.microsoft.com/office/drawing/2014/main" id="{79922A98-61B9-F17D-B448-B47FB6906608}"/>
              </a:ext>
            </a:extLst>
          </p:cNvPr>
          <p:cNvSpPr/>
          <p:nvPr/>
        </p:nvSpPr>
        <p:spPr>
          <a:xfrm>
            <a:off x="6463833" y="4269909"/>
            <a:ext cx="2179699" cy="3037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Includes (needed):</a:t>
            </a:r>
            <a:r>
              <a:rPr lang="en-CA" sz="1600" b="1" dirty="0">
                <a:latin typeface="Architects Daughter" pitchFamily="2" charset="0"/>
              </a:rPr>
              <a:t> 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E269022-16AF-C956-D66C-FFE54443CC02}"/>
              </a:ext>
            </a:extLst>
          </p:cNvPr>
          <p:cNvSpPr/>
          <p:nvPr/>
        </p:nvSpPr>
        <p:spPr>
          <a:xfrm>
            <a:off x="9178544" y="4252889"/>
            <a:ext cx="2179699" cy="2589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Includes (for later):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77FDAB-01B2-C1DD-62DE-24ACF79FE236}"/>
              </a:ext>
            </a:extLst>
          </p:cNvPr>
          <p:cNvCxnSpPr>
            <a:cxnSpLocks/>
          </p:cNvCxnSpPr>
          <p:nvPr/>
        </p:nvCxnSpPr>
        <p:spPr>
          <a:xfrm flipV="1">
            <a:off x="8843345" y="4314558"/>
            <a:ext cx="0" cy="1008000"/>
          </a:xfrm>
          <a:prstGeom prst="line">
            <a:avLst/>
          </a:prstGeom>
          <a:ln w="28575" cap="rnd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E8B2BA82-87D1-DF71-BC1A-36F6CEBAD499}"/>
              </a:ext>
            </a:extLst>
          </p:cNvPr>
          <p:cNvSpPr/>
          <p:nvPr/>
        </p:nvSpPr>
        <p:spPr>
          <a:xfrm>
            <a:off x="6143350" y="4607516"/>
            <a:ext cx="2641348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Periodic table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Note about stars and ISS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accent5">
                    <a:lumMod val="75000"/>
                  </a:schemeClr>
                </a:solidFill>
                <a:latin typeface="Architects Daughter" pitchFamily="2" charset="0"/>
              </a:rPr>
              <a:t>Calculator 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endParaRPr lang="en-CA" sz="1200" dirty="0">
              <a:solidFill>
                <a:schemeClr val="accent5">
                  <a:lumMod val="75000"/>
                </a:schemeClr>
              </a:solidFill>
              <a:latin typeface="Architects Daughter" pitchFamily="2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E98D30B-3822-62B5-A252-7C5B2C1E7FD5}"/>
              </a:ext>
            </a:extLst>
          </p:cNvPr>
          <p:cNvSpPr/>
          <p:nvPr/>
        </p:nvSpPr>
        <p:spPr>
          <a:xfrm>
            <a:off x="8858064" y="4615919"/>
            <a:ext cx="2595537" cy="79595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Locked pouch + final bag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ISS instructions + Note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cube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CA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Architects Daughter" pitchFamily="2" charset="0"/>
              </a:rPr>
              <a:t>Lego jobs pieces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EFF0C398-D126-EB5B-BF62-A4073DE62D8E}"/>
              </a:ext>
            </a:extLst>
          </p:cNvPr>
          <p:cNvSpPr/>
          <p:nvPr/>
        </p:nvSpPr>
        <p:spPr>
          <a:xfrm>
            <a:off x="6143345" y="5378996"/>
            <a:ext cx="5400000" cy="864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71F59BAE-F8ED-E730-4988-D87170213CE2}"/>
              </a:ext>
            </a:extLst>
          </p:cNvPr>
          <p:cNvSpPr/>
          <p:nvPr/>
        </p:nvSpPr>
        <p:spPr>
          <a:xfrm>
            <a:off x="6457775" y="5376243"/>
            <a:ext cx="5085559" cy="8667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CA" sz="1600" b="1" u="sng" dirty="0">
                <a:solidFill>
                  <a:schemeClr val="bg1"/>
                </a:solidFill>
                <a:latin typeface="Architects Daughter" pitchFamily="2" charset="0"/>
              </a:rPr>
              <a:t>Solution:</a:t>
            </a:r>
          </a:p>
          <a:p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Solution is the sum of each number of the elements mentioned in the ISS note (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KNoWN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 </a:t>
            </a:r>
            <a:r>
              <a:rPr lang="en-CA" sz="1200" dirty="0" err="1">
                <a:solidFill>
                  <a:schemeClr val="bg1"/>
                </a:solidFill>
                <a:latin typeface="Architects Daughter" pitchFamily="2" charset="0"/>
              </a:rPr>
              <a:t>PHYSiCs</a:t>
            </a:r>
            <a:r>
              <a:rPr lang="en-CA" sz="1200" dirty="0">
                <a:solidFill>
                  <a:schemeClr val="bg1"/>
                </a:solidFill>
                <a:latin typeface="Architects Daughter" pitchFamily="2" charset="0"/>
              </a:rPr>
              <a:t>).</a:t>
            </a:r>
            <a:endParaRPr lang="en-CA" sz="1600" b="1" u="sng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pic>
        <p:nvPicPr>
          <p:cNvPr id="83" name="Graphic 82" descr="Lightbulb with solid fill">
            <a:extLst>
              <a:ext uri="{FF2B5EF4-FFF2-40B4-BE49-F238E27FC236}">
                <a16:creationId xmlns:a16="http://schemas.microsoft.com/office/drawing/2014/main" id="{9394FE89-9E05-342E-1D0D-BCFDFD059F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61345" y="5388184"/>
            <a:ext cx="360000" cy="36000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C62744C8-DF5F-3C89-4564-C9881CFF86D7}"/>
              </a:ext>
            </a:extLst>
          </p:cNvPr>
          <p:cNvSpPr/>
          <p:nvPr/>
        </p:nvSpPr>
        <p:spPr>
          <a:xfrm>
            <a:off x="6136004" y="3902995"/>
            <a:ext cx="5400000" cy="28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pic>
        <p:nvPicPr>
          <p:cNvPr id="86" name="Graphic 85" descr="Backpack with solid fill">
            <a:extLst>
              <a:ext uri="{FF2B5EF4-FFF2-40B4-BE49-F238E27FC236}">
                <a16:creationId xmlns:a16="http://schemas.microsoft.com/office/drawing/2014/main" id="{D65D5188-24CF-C88D-1542-DB7D92D85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96242" y="3918033"/>
            <a:ext cx="324000" cy="324000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40892F80-22F5-22A4-93A0-0E5ABED899B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30517" y="3505128"/>
            <a:ext cx="255452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1FE25506-7C8E-6292-E5D2-2D1F07D13D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54510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98FF233E-9BD6-AC67-2BCB-74C29EF8A3A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24901" y="6491847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9214A53E-ED77-D8AD-E5E8-690647BAD07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2807" y="3500794"/>
            <a:ext cx="252000" cy="25200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340374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Chevron 7">
            <a:extLst>
              <a:ext uri="{FF2B5EF4-FFF2-40B4-BE49-F238E27FC236}">
                <a16:creationId xmlns:a16="http://schemas.microsoft.com/office/drawing/2014/main" id="{B8DDE2CE-E354-5E59-AAF8-038DBD64A808}"/>
              </a:ext>
            </a:extLst>
          </p:cNvPr>
          <p:cNvSpPr/>
          <p:nvPr/>
        </p:nvSpPr>
        <p:spPr>
          <a:xfrm>
            <a:off x="8885066" y="4322366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Final Pouch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4130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043E8AF4-A79B-3062-40F7-5284DA794E54}"/>
              </a:ext>
            </a:extLst>
          </p:cNvPr>
          <p:cNvSpPr/>
          <p:nvPr/>
        </p:nvSpPr>
        <p:spPr>
          <a:xfrm>
            <a:off x="6771641" y="4333082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Smaller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263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Map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Agenda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87EA3341-EDCA-B0AA-C2B7-BC2EAA214A9F}"/>
              </a:ext>
            </a:extLst>
          </p:cNvPr>
          <p:cNvSpPr/>
          <p:nvPr/>
        </p:nvSpPr>
        <p:spPr>
          <a:xfrm>
            <a:off x="4672976" y="4322367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Large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DICK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Notepad with riddle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" name="Arrow: Chevron 2">
            <a:extLst>
              <a:ext uri="{FF2B5EF4-FFF2-40B4-BE49-F238E27FC236}">
                <a16:creationId xmlns:a16="http://schemas.microsoft.com/office/drawing/2014/main" id="{E535D4A4-40E3-CE24-584F-AD49C379DB3F}"/>
              </a:ext>
            </a:extLst>
          </p:cNvPr>
          <p:cNvSpPr/>
          <p:nvPr/>
        </p:nvSpPr>
        <p:spPr>
          <a:xfrm>
            <a:off x="2584505" y="4333083"/>
            <a:ext cx="2160000" cy="2271710"/>
          </a:xfrm>
          <a:prstGeom prst="chevron">
            <a:avLst>
              <a:gd name="adj" fmla="val 12076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Outside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518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Last Lego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Previous puzzles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102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</a:t>
            </a:r>
            <a:r>
              <a:rPr lang="en-US" sz="1200" b="1" dirty="0">
                <a:solidFill>
                  <a:schemeClr val="bg1"/>
                </a:solidFill>
              </a:rPr>
              <a:t>414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326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MOON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main pocket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Solution: 749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000" dirty="0"/>
              <a:t>-&gt; Opens medium pocket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 734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100" dirty="0"/>
              <a:t>Opens front pocket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7077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42476" y="5314221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C1C5B-A448-ABAA-39C0-7BA048796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463BE-EA19-C4BC-6F97-C15726045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 fontScale="92500" lnSpcReduction="10000"/>
          </a:bodyPr>
          <a:lstStyle/>
          <a:p>
            <a:r>
              <a:rPr lang="en-CA" sz="1600" dirty="0"/>
              <a:t>Start of the backpack:</a:t>
            </a:r>
          </a:p>
          <a:p>
            <a:pPr lvl="1"/>
            <a:r>
              <a:rPr lang="en-CA" sz="1200" dirty="0"/>
              <a:t>Includes (mandatory): Water bottle 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card with QR code (in the side pocket)</a:t>
            </a:r>
          </a:p>
          <a:p>
            <a:pPr lvl="1"/>
            <a:r>
              <a:rPr lang="en-CA" sz="1200" dirty="0"/>
              <a:t>Solution is 749 (numbers hidden on animals)</a:t>
            </a:r>
          </a:p>
          <a:p>
            <a:r>
              <a:rPr lang="en-CA" sz="1600" dirty="0"/>
              <a:t>Opens the front compartment:</a:t>
            </a:r>
          </a:p>
          <a:p>
            <a:pPr lvl="1"/>
            <a:r>
              <a:rPr lang="en-CA" sz="1200" dirty="0"/>
              <a:t>Includes (mandatory): ADHD note + Word Search + pen</a:t>
            </a:r>
          </a:p>
          <a:p>
            <a:pPr lvl="1"/>
            <a:r>
              <a:rPr lang="en-CA" sz="1200" dirty="0"/>
              <a:t>Needs from previous: Lego Zero Blue</a:t>
            </a:r>
          </a:p>
          <a:p>
            <a:pPr lvl="1"/>
            <a:r>
              <a:rPr lang="en-CA" sz="1200" dirty="0"/>
              <a:t>Includes (later): Number IV in blue for last clue + Hobbies pieces</a:t>
            </a:r>
          </a:p>
          <a:p>
            <a:pPr lvl="1"/>
            <a:r>
              <a:rPr lang="en-CA" sz="1200" dirty="0"/>
              <a:t>Solution is 734 (numbers in word search + sudoku box)</a:t>
            </a:r>
          </a:p>
          <a:p>
            <a:r>
              <a:rPr lang="en-CA" sz="1600" dirty="0"/>
              <a:t>Opens the front pocket:</a:t>
            </a:r>
          </a:p>
          <a:p>
            <a:pPr lvl="1"/>
            <a:r>
              <a:rPr lang="en-CA" sz="1200" dirty="0"/>
              <a:t>Includes (mandatory): Includes a card from grandparents + a news clipping 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v value for ISS equation at the back</a:t>
            </a:r>
          </a:p>
          <a:p>
            <a:pPr lvl="1"/>
            <a:r>
              <a:rPr lang="en-CA" sz="1200" dirty="0"/>
              <a:t>Solution is MOON (name on the collar)</a:t>
            </a:r>
          </a:p>
          <a:p>
            <a:r>
              <a:rPr lang="en-CA" sz="1600" dirty="0"/>
              <a:t>Opens the main compartment:</a:t>
            </a:r>
          </a:p>
          <a:p>
            <a:pPr lvl="1"/>
            <a:r>
              <a:rPr lang="en-CA" sz="1200" dirty="0"/>
              <a:t>Includes (mandatory): Periodic Table + Stars notes</a:t>
            </a:r>
          </a:p>
          <a:p>
            <a:pPr lvl="1"/>
            <a:r>
              <a:rPr lang="en-CA" sz="1200" dirty="0"/>
              <a:t>Needs from previous: N/A</a:t>
            </a:r>
          </a:p>
          <a:p>
            <a:pPr lvl="1"/>
            <a:r>
              <a:rPr lang="en-CA" sz="1200" dirty="0"/>
              <a:t>Includes (later): Lego instructions + ISS equation Notes + Calculator + Final Pouch + Locked Pouch + Lego Cube + Jobs Pieces</a:t>
            </a:r>
          </a:p>
          <a:p>
            <a:pPr lvl="1"/>
            <a:r>
              <a:rPr lang="en-CA" sz="1200" dirty="0"/>
              <a:t>Solution is 326 (sum of elements on periodic table)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724850-74D9-9525-70BD-196F2328D03E}"/>
              </a:ext>
            </a:extLst>
          </p:cNvPr>
          <p:cNvSpPr txBox="1">
            <a:spLocks/>
          </p:cNvSpPr>
          <p:nvPr/>
        </p:nvSpPr>
        <p:spPr>
          <a:xfrm>
            <a:off x="6096000" y="1508760"/>
            <a:ext cx="6096000" cy="47504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8" indent="-228608" algn="l" defTabSz="91443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2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42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60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77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94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11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28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45" indent="-228608" algn="l" defTabSz="91443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1600" dirty="0"/>
              <a:t>Opens top of the backpack:</a:t>
            </a:r>
          </a:p>
          <a:p>
            <a:pPr lvl="1"/>
            <a:r>
              <a:rPr lang="en-CA" sz="1200" dirty="0"/>
              <a:t>Includes (mandatory): Lego pieces for satellite</a:t>
            </a:r>
          </a:p>
          <a:p>
            <a:pPr lvl="1"/>
            <a:r>
              <a:rPr lang="en-CA" sz="1200" dirty="0"/>
              <a:t>Needs from previous:  ISS Note + Calculator</a:t>
            </a:r>
          </a:p>
          <a:p>
            <a:pPr lvl="1"/>
            <a:r>
              <a:rPr lang="en-CA" sz="1200" dirty="0"/>
              <a:t>Includes (later): Lego Four Orange + Pets pieces</a:t>
            </a:r>
          </a:p>
          <a:p>
            <a:pPr lvl="1"/>
            <a:r>
              <a:rPr lang="en-CA" sz="1200" dirty="0"/>
              <a:t>Solution is 414 (equation + six)</a:t>
            </a:r>
          </a:p>
          <a:p>
            <a:r>
              <a:rPr lang="en-CA" sz="1600" dirty="0"/>
              <a:t>Opens the inside backpack pocket:</a:t>
            </a:r>
          </a:p>
          <a:p>
            <a:pPr lvl="1"/>
            <a:r>
              <a:rPr lang="en-CA" sz="1200" dirty="0"/>
              <a:t>Includes (mandatory): Otter puzzle + Hockey Cards</a:t>
            </a:r>
          </a:p>
          <a:p>
            <a:pPr lvl="1"/>
            <a:r>
              <a:rPr lang="en-CA" sz="1200" dirty="0"/>
              <a:t>Needs from previous:</a:t>
            </a:r>
          </a:p>
          <a:p>
            <a:pPr lvl="1"/>
            <a:r>
              <a:rPr lang="en-CA" sz="1200" dirty="0"/>
              <a:t>Includes (later): Square Lego Puzzle + Heads pieces</a:t>
            </a:r>
          </a:p>
          <a:p>
            <a:pPr lvl="1"/>
            <a:r>
              <a:rPr lang="en-CA" sz="1200" dirty="0"/>
              <a:t>Solution is 102 (sum of all Canadian born hockey players cards)</a:t>
            </a:r>
          </a:p>
          <a:p>
            <a:r>
              <a:rPr lang="en-CA" sz="1600" dirty="0"/>
              <a:t>Opens the front pouch pocket:</a:t>
            </a:r>
          </a:p>
          <a:p>
            <a:pPr lvl="1"/>
            <a:r>
              <a:rPr lang="en-CA" sz="1200" dirty="0"/>
              <a:t>Includes (mandatory): Flat Lego  puzzle </a:t>
            </a:r>
          </a:p>
          <a:p>
            <a:pPr lvl="1"/>
            <a:r>
              <a:rPr lang="en-CA" sz="1200" dirty="0"/>
              <a:t>Needs from previous:  2 other Lego puzzles + Grandparents card </a:t>
            </a:r>
          </a:p>
          <a:p>
            <a:pPr lvl="1"/>
            <a:r>
              <a:rPr lang="en-CA" sz="1200" dirty="0"/>
              <a:t>Includes (later): Hair Pieces</a:t>
            </a:r>
          </a:p>
          <a:p>
            <a:pPr lvl="1"/>
            <a:r>
              <a:rPr lang="en-CA" sz="1200" dirty="0"/>
              <a:t>Solution is 518 (numbers on the Lego puzzles, order from the card)</a:t>
            </a:r>
          </a:p>
          <a:p>
            <a:r>
              <a:rPr lang="en-CA" sz="1600" dirty="0"/>
              <a:t>Opens the pouch compartment:</a:t>
            </a:r>
          </a:p>
          <a:p>
            <a:pPr lvl="1"/>
            <a:r>
              <a:rPr lang="en-CA" sz="1200" dirty="0"/>
              <a:t>Includes (mandatory): Notepad with clues + Names Pieces</a:t>
            </a:r>
          </a:p>
          <a:p>
            <a:pPr lvl="1"/>
            <a:r>
              <a:rPr lang="en-CA" sz="1200" dirty="0"/>
              <a:t>Needs from previous: Lego pieces for characters</a:t>
            </a:r>
          </a:p>
          <a:p>
            <a:pPr lvl="1"/>
            <a:r>
              <a:rPr lang="en-CA" sz="1200" dirty="0"/>
              <a:t>Includes (later): Lego One Brown</a:t>
            </a:r>
          </a:p>
          <a:p>
            <a:pPr lvl="1"/>
            <a:r>
              <a:rPr lang="en-CA" sz="1200" dirty="0"/>
              <a:t>Solution is DICK (sum of elements on periodic table)</a:t>
            </a:r>
          </a:p>
        </p:txBody>
      </p:sp>
    </p:spTree>
    <p:extLst>
      <p:ext uri="{BB962C8B-B14F-4D97-AF65-F5344CB8AC3E}">
        <p14:creationId xmlns:p14="http://schemas.microsoft.com/office/powerpoint/2010/main" val="325352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F99D-E383-061A-1F94-40DC1E93B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B43D-3402-8461-8656-F9AA8F358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Backpack flowchart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B86C3-7D38-A355-FA32-711735F16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6096000" cy="4704779"/>
          </a:xfrm>
        </p:spPr>
        <p:txBody>
          <a:bodyPr>
            <a:normAutofit/>
          </a:bodyPr>
          <a:lstStyle/>
          <a:p>
            <a:r>
              <a:rPr lang="en-CA" sz="1600" dirty="0"/>
              <a:t>Opens back pouch pocket:</a:t>
            </a:r>
          </a:p>
          <a:p>
            <a:pPr lvl="1"/>
            <a:r>
              <a:rPr lang="en-CA" sz="1200" dirty="0"/>
              <a:t>Includes (mandatory): Map in pieces + Agenda</a:t>
            </a:r>
          </a:p>
          <a:p>
            <a:pPr lvl="1"/>
            <a:r>
              <a:rPr lang="en-CA" sz="1200" dirty="0"/>
              <a:t>Needs from previous: Names of all characters</a:t>
            </a:r>
          </a:p>
          <a:p>
            <a:pPr lvl="1"/>
            <a:r>
              <a:rPr lang="en-CA" sz="1200" dirty="0"/>
              <a:t>Includes (later): </a:t>
            </a:r>
          </a:p>
          <a:p>
            <a:pPr lvl="1"/>
            <a:r>
              <a:rPr lang="en-CA" sz="1200" dirty="0"/>
              <a:t>Solution is 263 (2 from map, 6 3 from date)</a:t>
            </a:r>
          </a:p>
          <a:p>
            <a:r>
              <a:rPr lang="en-CA" sz="1600" dirty="0"/>
              <a:t>Opens inside pouch pocket:</a:t>
            </a:r>
          </a:p>
          <a:p>
            <a:pPr lvl="1"/>
            <a:r>
              <a:rPr lang="en-CA" sz="1200" dirty="0"/>
              <a:t>Includes (mandatory):  Number 3 red in Lego</a:t>
            </a:r>
          </a:p>
          <a:p>
            <a:pPr lvl="1"/>
            <a:r>
              <a:rPr lang="en-CA" sz="1200" dirty="0"/>
              <a:t>Needs from previous: Other Lego numbers + inscription on order</a:t>
            </a:r>
          </a:p>
          <a:p>
            <a:pPr lvl="1"/>
            <a:r>
              <a:rPr lang="en-CA" sz="1200" dirty="0"/>
              <a:t>Includes (later): Solution is 4130 (Lego numbers + correct order)</a:t>
            </a:r>
          </a:p>
          <a:p>
            <a:r>
              <a:rPr lang="en-CA" sz="1600" dirty="0"/>
              <a:t>Opens the final pouch:</a:t>
            </a:r>
          </a:p>
          <a:p>
            <a:pPr lvl="1"/>
            <a:r>
              <a:rPr lang="en-CA" sz="1200" dirty="0"/>
              <a:t>Get the gift + congrats card</a:t>
            </a:r>
          </a:p>
        </p:txBody>
      </p:sp>
    </p:spTree>
    <p:extLst>
      <p:ext uri="{BB962C8B-B14F-4D97-AF65-F5344CB8AC3E}">
        <p14:creationId xmlns:p14="http://schemas.microsoft.com/office/powerpoint/2010/main" val="180998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  <p:sp>
        <p:nvSpPr>
          <p:cNvPr id="78" name="Oval 77">
            <a:extLst>
              <a:ext uri="{FF2B5EF4-FFF2-40B4-BE49-F238E27FC236}">
                <a16:creationId xmlns:a16="http://schemas.microsoft.com/office/drawing/2014/main" id="{23725DCA-4258-AA34-8AEE-D5D2FB8AB4FE}"/>
              </a:ext>
            </a:extLst>
          </p:cNvPr>
          <p:cNvSpPr/>
          <p:nvPr/>
        </p:nvSpPr>
        <p:spPr>
          <a:xfrm>
            <a:off x="9124894" y="1078689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2932E-8713-C2B7-40BE-F2386388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 v2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C2C1B2-46CD-D263-225A-25EA1210E8E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911" t="14735" r="34298" b="14576"/>
          <a:stretch>
            <a:fillRect/>
          </a:stretch>
        </p:blipFill>
        <p:spPr>
          <a:xfrm>
            <a:off x="422639" y="5446418"/>
            <a:ext cx="415561" cy="504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5F6EFB-BEAD-0777-C6C1-442C557AC640}"/>
              </a:ext>
            </a:extLst>
          </p:cNvPr>
          <p:cNvSpPr txBox="1"/>
          <p:nvPr/>
        </p:nvSpPr>
        <p:spPr>
          <a:xfrm>
            <a:off x="455531" y="5526853"/>
            <a:ext cx="34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bg1"/>
                </a:solidFill>
              </a:rPr>
              <a:t>1</a:t>
            </a:r>
            <a:endParaRPr lang="en-CA" sz="2800" b="1" dirty="0">
              <a:solidFill>
                <a:schemeClr val="bg1"/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8A9F0F-4BD2-943D-2B1F-F23CB52FAFB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9AF09BB-0448-F6DA-0F2A-3283AD49FA6B}"/>
              </a:ext>
            </a:extLst>
          </p:cNvPr>
          <p:cNvSpPr txBox="1"/>
          <p:nvPr/>
        </p:nvSpPr>
        <p:spPr>
          <a:xfrm>
            <a:off x="1840205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1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2C260E9-531F-7A7F-BE7B-664A5EA5631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BC7B7C0-EA2E-BECA-549A-1E1A3A40AAB3}"/>
              </a:ext>
            </a:extLst>
          </p:cNvPr>
          <p:cNvSpPr txBox="1"/>
          <p:nvPr/>
        </p:nvSpPr>
        <p:spPr>
          <a:xfrm>
            <a:off x="2590810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2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07DBA0D-1FCF-C0D1-96C2-8316D7D5459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14FAB07-7FDC-A7D1-2650-500A71FA9608}"/>
              </a:ext>
            </a:extLst>
          </p:cNvPr>
          <p:cNvSpPr txBox="1"/>
          <p:nvPr/>
        </p:nvSpPr>
        <p:spPr>
          <a:xfrm>
            <a:off x="3345962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3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CB81F94-E8E3-9C4A-24A9-6DC46267ADC8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438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BAD1AE9-B171-18E0-1CF0-9B55739A84A2}"/>
              </a:ext>
            </a:extLst>
          </p:cNvPr>
          <p:cNvSpPr txBox="1"/>
          <p:nvPr/>
        </p:nvSpPr>
        <p:spPr>
          <a:xfrm>
            <a:off x="411022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4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2C1ECD1-45DD-ED63-573B-DEAE618F2A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2318085"/>
            <a:ext cx="405337" cy="46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197C083-25AD-DBF8-6F48-80E9C32AF0B4}"/>
              </a:ext>
            </a:extLst>
          </p:cNvPr>
          <p:cNvSpPr txBox="1"/>
          <p:nvPr/>
        </p:nvSpPr>
        <p:spPr>
          <a:xfrm>
            <a:off x="4870481" y="2425538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5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5BC25B7-8D7F-B31E-AABD-C8C7438AEAF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1784372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E2B3EA2-21D1-8896-60F3-BF17C582C2A7}"/>
              </a:ext>
            </a:extLst>
          </p:cNvPr>
          <p:cNvSpPr txBox="1"/>
          <p:nvPr/>
        </p:nvSpPr>
        <p:spPr>
          <a:xfrm>
            <a:off x="1840205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6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22AE326-8273-4BCC-531A-A5B3892D1E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2534977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EB98699-1915-5F3C-72E7-8BB8F011ED44}"/>
              </a:ext>
            </a:extLst>
          </p:cNvPr>
          <p:cNvSpPr txBox="1"/>
          <p:nvPr/>
        </p:nvSpPr>
        <p:spPr>
          <a:xfrm>
            <a:off x="2590810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7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1EEABECC-5B87-4EF3-6C26-E8701D0EF89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3290129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34E1FF7-EFCB-6063-D06A-E2ECD1A2C782}"/>
              </a:ext>
            </a:extLst>
          </p:cNvPr>
          <p:cNvSpPr txBox="1"/>
          <p:nvPr/>
        </p:nvSpPr>
        <p:spPr>
          <a:xfrm>
            <a:off x="3345962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8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3467647D-D893-85A6-BF54-58966FC701F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055801" y="3136751"/>
            <a:ext cx="405337" cy="46800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95A2909-C9E2-51A2-0AC4-68896C20795B}"/>
              </a:ext>
            </a:extLst>
          </p:cNvPr>
          <p:cNvSpPr txBox="1"/>
          <p:nvPr/>
        </p:nvSpPr>
        <p:spPr>
          <a:xfrm>
            <a:off x="4111634" y="3244204"/>
            <a:ext cx="2936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600" b="1" dirty="0">
                <a:solidFill>
                  <a:schemeClr val="bg1"/>
                </a:solidFill>
              </a:rPr>
              <a:t>9</a:t>
            </a:r>
            <a:endParaRPr lang="en-CA" b="1" dirty="0">
              <a:solidFill>
                <a:schemeClr val="bg1"/>
              </a:solidFill>
            </a:endParaRP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A387251-89C5-5565-872D-3D690C330B9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42969" y1="22917" x2="42969" y2="22917"/>
                        <a14:foregroundMark x1="39560" y1="28776" x2="39560" y2="28776"/>
                        <a14:foregroundMark x1="61364" y1="30729" x2="61364" y2="30729"/>
                        <a14:backgroundMark x1="50426" y1="30339" x2="50426" y2="30339"/>
                        <a14:backgroundMark x1="40838" y1="38932" x2="40838" y2="38932"/>
                        <a14:backgroundMark x1="39844" y1="43880" x2="39844" y2="43880"/>
                        <a14:backgroundMark x1="59801" y1="41667" x2="59801" y2="4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503" t="4971" r="28113" b="3197"/>
          <a:stretch>
            <a:fillRect/>
          </a:stretch>
        </p:blipFill>
        <p:spPr>
          <a:xfrm>
            <a:off x="4814648" y="3136751"/>
            <a:ext cx="405337" cy="468000"/>
          </a:xfrm>
          <a:prstGeom prst="rect">
            <a:avLst/>
          </a:prstGeom>
          <a:ln>
            <a:solidFill>
              <a:schemeClr val="accent5">
                <a:lumMod val="50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44B1E85-B08E-72C8-BB24-201C58D7D6F5}"/>
              </a:ext>
            </a:extLst>
          </p:cNvPr>
          <p:cNvSpPr txBox="1"/>
          <p:nvPr/>
        </p:nvSpPr>
        <p:spPr>
          <a:xfrm>
            <a:off x="4823194" y="3244204"/>
            <a:ext cx="3770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b="1" dirty="0">
                <a:solidFill>
                  <a:schemeClr val="bg1"/>
                </a:solidFill>
              </a:rPr>
              <a:t>10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7C929D8-4AC3-4A96-78A0-4237C8AA990F}"/>
              </a:ext>
            </a:extLst>
          </p:cNvPr>
          <p:cNvSpPr/>
          <p:nvPr/>
        </p:nvSpPr>
        <p:spPr>
          <a:xfrm>
            <a:off x="8817939" y="2426085"/>
            <a:ext cx="360000" cy="360000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C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E3029CC-1AE3-4196-C962-43128D283939}"/>
              </a:ext>
            </a:extLst>
          </p:cNvPr>
          <p:cNvSpPr/>
          <p:nvPr/>
        </p:nvSpPr>
        <p:spPr>
          <a:xfrm>
            <a:off x="7894978" y="2426085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B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FA55A3B-BD58-6B38-F608-B1F96B007B33}"/>
              </a:ext>
            </a:extLst>
          </p:cNvPr>
          <p:cNvSpPr/>
          <p:nvPr/>
        </p:nvSpPr>
        <p:spPr>
          <a:xfrm>
            <a:off x="6972017" y="2426085"/>
            <a:ext cx="360000" cy="360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A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665EFEC-BF57-FC08-6167-E16B7D6F2C36}"/>
              </a:ext>
            </a:extLst>
          </p:cNvPr>
          <p:cNvSpPr/>
          <p:nvPr/>
        </p:nvSpPr>
        <p:spPr>
          <a:xfrm>
            <a:off x="9740900" y="2426085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latin typeface="Architects Daughter" pitchFamily="2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845597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FFCA9B-E66D-4DE9-F05D-16FD3D7B3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968" y="928338"/>
            <a:ext cx="7440063" cy="500132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BFC5F4-125D-5E8D-4333-A0703871CA71}"/>
              </a:ext>
            </a:extLst>
          </p:cNvPr>
          <p:cNvSpPr/>
          <p:nvPr/>
        </p:nvSpPr>
        <p:spPr>
          <a:xfrm>
            <a:off x="2603365" y="1746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39DF74-F35C-1AF0-0265-01B196026795}"/>
              </a:ext>
            </a:extLst>
          </p:cNvPr>
          <p:cNvSpPr/>
          <p:nvPr/>
        </p:nvSpPr>
        <p:spPr>
          <a:xfrm>
            <a:off x="2603365" y="2961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CA48DD-E20F-7256-80FA-E9E916EF20B9}"/>
              </a:ext>
            </a:extLst>
          </p:cNvPr>
          <p:cNvSpPr/>
          <p:nvPr/>
        </p:nvSpPr>
        <p:spPr>
          <a:xfrm>
            <a:off x="2603365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CEB4D-ACA8-4F3D-E903-A7602DA12016}"/>
              </a:ext>
            </a:extLst>
          </p:cNvPr>
          <p:cNvSpPr/>
          <p:nvPr/>
        </p:nvSpPr>
        <p:spPr>
          <a:xfrm>
            <a:off x="3403465" y="3357514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FD98B8-94DC-518E-7FE9-29F36229DAD3}"/>
              </a:ext>
            </a:extLst>
          </p:cNvPr>
          <p:cNvSpPr/>
          <p:nvPr/>
        </p:nvSpPr>
        <p:spPr>
          <a:xfrm>
            <a:off x="4571812" y="374717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D2C7D-93D6-F28A-127E-BA79FDBE878E}"/>
              </a:ext>
            </a:extLst>
          </p:cNvPr>
          <p:cNvSpPr/>
          <p:nvPr/>
        </p:nvSpPr>
        <p:spPr>
          <a:xfrm>
            <a:off x="8899390" y="505210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5733BD-BB06-C9AA-E3EC-D9977A3DB159}"/>
              </a:ext>
            </a:extLst>
          </p:cNvPr>
          <p:cNvSpPr/>
          <p:nvPr/>
        </p:nvSpPr>
        <p:spPr>
          <a:xfrm>
            <a:off x="8118340" y="2142926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CEA8CE-EF1E-0D94-A2CC-B841325747B4}"/>
              </a:ext>
            </a:extLst>
          </p:cNvPr>
          <p:cNvSpPr/>
          <p:nvPr/>
        </p:nvSpPr>
        <p:spPr>
          <a:xfrm>
            <a:off x="8118340" y="2555989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65F8CA-0A1E-9FEB-DB2C-EE2CF6CC3FCB}"/>
              </a:ext>
            </a:extLst>
          </p:cNvPr>
          <p:cNvSpPr/>
          <p:nvPr/>
        </p:nvSpPr>
        <p:spPr>
          <a:xfrm>
            <a:off x="8514340" y="2548451"/>
            <a:ext cx="396000" cy="396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66856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AD21951-4B52-1E17-CEE0-52C833EB9FBD}"/>
              </a:ext>
            </a:extLst>
          </p:cNvPr>
          <p:cNvSpPr/>
          <p:nvPr/>
        </p:nvSpPr>
        <p:spPr>
          <a:xfrm>
            <a:off x="1584051" y="477709"/>
            <a:ext cx="7200000" cy="36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B65FD1-52E3-5A7F-57C4-79B69791A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4051" y="492109"/>
            <a:ext cx="2400000" cy="180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6DBE73-C342-48B0-5CB9-54A2AEEA6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051" y="492109"/>
            <a:ext cx="2400000" cy="18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952938-E26E-459E-32A0-CF7E4EB468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051" y="2292109"/>
            <a:ext cx="2400000" cy="18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F0E5431-33B1-0251-E493-673557BA90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4051" y="2292109"/>
            <a:ext cx="2400000" cy="180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32FDEE-2097-0F9A-AEC0-4B2115F58D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051" y="492109"/>
            <a:ext cx="24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7190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D82AD-31C8-87A6-F90C-EC2971E16366}"/>
              </a:ext>
            </a:extLst>
          </p:cNvPr>
          <p:cNvSpPr/>
          <p:nvPr/>
        </p:nvSpPr>
        <p:spPr>
          <a:xfrm>
            <a:off x="327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DCE-5AC2-05EC-3108-8AA9CE446877}"/>
              </a:ext>
            </a:extLst>
          </p:cNvPr>
          <p:cNvSpPr/>
          <p:nvPr/>
        </p:nvSpPr>
        <p:spPr>
          <a:xfrm>
            <a:off x="4143919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6C1785-CA44-0E83-A304-3100E85DA278}"/>
              </a:ext>
            </a:extLst>
          </p:cNvPr>
          <p:cNvSpPr/>
          <p:nvPr/>
        </p:nvSpPr>
        <p:spPr>
          <a:xfrm>
            <a:off x="7967433" y="324362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E01C26-59E7-F192-D255-604F14C29F4A}"/>
              </a:ext>
            </a:extLst>
          </p:cNvPr>
          <p:cNvSpPr/>
          <p:nvPr/>
        </p:nvSpPr>
        <p:spPr>
          <a:xfrm>
            <a:off x="327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DEC09-A292-A045-B7D3-518B428C5277}"/>
              </a:ext>
            </a:extLst>
          </p:cNvPr>
          <p:cNvSpPr/>
          <p:nvPr/>
        </p:nvSpPr>
        <p:spPr>
          <a:xfrm>
            <a:off x="4143919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AA0AA-1BB7-9DFF-8395-FF5FE751D6E3}"/>
              </a:ext>
            </a:extLst>
          </p:cNvPr>
          <p:cNvSpPr/>
          <p:nvPr/>
        </p:nvSpPr>
        <p:spPr>
          <a:xfrm>
            <a:off x="7967433" y="23730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D40706-ED5F-8EBE-2A0A-6E2F6D24C9FE}"/>
              </a:ext>
            </a:extLst>
          </p:cNvPr>
          <p:cNvSpPr/>
          <p:nvPr/>
        </p:nvSpPr>
        <p:spPr>
          <a:xfrm>
            <a:off x="327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8831CB-E839-F2C2-E2CA-967E001E6489}"/>
              </a:ext>
            </a:extLst>
          </p:cNvPr>
          <p:cNvSpPr/>
          <p:nvPr/>
        </p:nvSpPr>
        <p:spPr>
          <a:xfrm>
            <a:off x="4143919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4E87A-C26B-5C53-59A7-F4A45E39851F}"/>
              </a:ext>
            </a:extLst>
          </p:cNvPr>
          <p:cNvSpPr/>
          <p:nvPr/>
        </p:nvSpPr>
        <p:spPr>
          <a:xfrm>
            <a:off x="7967433" y="4420980"/>
            <a:ext cx="3816000" cy="2044800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7E1B97-BB50-D35E-659A-F9423D746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03" y="1217126"/>
            <a:ext cx="8916644" cy="1657581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1194406" y="1632214"/>
            <a:ext cx="901663" cy="58006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B5B238-9657-06D5-6393-DF83F4BB5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3938" y="748985"/>
            <a:ext cx="8913124" cy="1652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93A207-590F-2BAF-B935-8C05BD934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810" y="132890"/>
            <a:ext cx="7554379" cy="659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12203</TotalTime>
  <Words>1371</Words>
  <Application>Microsoft Office PowerPoint</Application>
  <PresentationFormat>Widescreen</PresentationFormat>
  <Paragraphs>339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 (1/3)</vt:lpstr>
      <vt:lpstr>Backpack flowchart (2/3)</vt:lpstr>
      <vt:lpstr>Backpack flowchart</vt:lpstr>
      <vt:lpstr>Backpack flowchart</vt:lpstr>
      <vt:lpstr>Backpack flowchart</vt:lpstr>
      <vt:lpstr>Icons for locks</vt:lpstr>
      <vt:lpstr>Icon v2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Simon Guettier</cp:lastModifiedBy>
  <cp:revision>34</cp:revision>
  <dcterms:created xsi:type="dcterms:W3CDTF">2025-11-25T00:30:23Z</dcterms:created>
  <dcterms:modified xsi:type="dcterms:W3CDTF">2026-03-29T20:25:36Z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