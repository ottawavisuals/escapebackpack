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68" r:id="rId2"/>
    <p:sldId id="272" r:id="rId3"/>
    <p:sldId id="273" r:id="rId4"/>
    <p:sldId id="269" r:id="rId5"/>
    <p:sldId id="270" r:id="rId6"/>
    <p:sldId id="271" r:id="rId7"/>
    <p:sldId id="277" r:id="rId8"/>
    <p:sldId id="262" r:id="rId9"/>
    <p:sldId id="274" r:id="rId10"/>
    <p:sldId id="278" r:id="rId11"/>
    <p:sldId id="275" r:id="rId12"/>
    <p:sldId id="276" r:id="rId13"/>
    <p:sldId id="256" r:id="rId14"/>
    <p:sldId id="257" r:id="rId15"/>
    <p:sldId id="258" r:id="rId16"/>
    <p:sldId id="259" r:id="rId17"/>
    <p:sldId id="260" r:id="rId18"/>
    <p:sldId id="261" r:id="rId19"/>
    <p:sldId id="263" r:id="rId20"/>
    <p:sldId id="264" r:id="rId21"/>
    <p:sldId id="265" r:id="rId22"/>
    <p:sldId id="266" r:id="rId23"/>
    <p:sldId id="267" r:id="rId24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814"/>
    <a:srgbClr val="A8492B"/>
    <a:srgbClr val="F4EDE0"/>
    <a:srgbClr val="D4A668"/>
    <a:srgbClr val="1F3A2E"/>
    <a:srgbClr val="0055BF"/>
    <a:srgbClr val="582A12"/>
    <a:srgbClr val="255F38"/>
    <a:srgbClr val="FFD700"/>
    <a:srgbClr val="FE8A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4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2.png"/><Relationship Id="rId5" Type="http://schemas.openxmlformats.org/officeDocument/2006/relationships/image" Target="../media/image5.svg"/><Relationship Id="rId10" Type="http://schemas.openxmlformats.org/officeDocument/2006/relationships/image" Target="../media/image11.svg"/><Relationship Id="rId4" Type="http://schemas.openxmlformats.org/officeDocument/2006/relationships/image" Target="../media/image4.sv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36.svg"/><Relationship Id="rId18" Type="http://schemas.openxmlformats.org/officeDocument/2006/relationships/image" Target="../media/image40.png"/><Relationship Id="rId26" Type="http://schemas.openxmlformats.org/officeDocument/2006/relationships/image" Target="../media/image17.png"/><Relationship Id="rId3" Type="http://schemas.openxmlformats.org/officeDocument/2006/relationships/image" Target="../media/image27.svg"/><Relationship Id="rId21" Type="http://schemas.openxmlformats.org/officeDocument/2006/relationships/image" Target="../media/image16.png"/><Relationship Id="rId7" Type="http://schemas.openxmlformats.org/officeDocument/2006/relationships/image" Target="../media/image31.svg"/><Relationship Id="rId12" Type="http://schemas.openxmlformats.org/officeDocument/2006/relationships/image" Target="../media/image35.svg"/><Relationship Id="rId17" Type="http://schemas.openxmlformats.org/officeDocument/2006/relationships/image" Target="../media/image39.png"/><Relationship Id="rId25" Type="http://schemas.openxmlformats.org/officeDocument/2006/relationships/image" Target="../media/image15.png"/><Relationship Id="rId2" Type="http://schemas.openxmlformats.org/officeDocument/2006/relationships/image" Target="../media/image26.svg"/><Relationship Id="rId16" Type="http://schemas.openxmlformats.org/officeDocument/2006/relationships/image" Target="../media/image9.png"/><Relationship Id="rId20" Type="http://schemas.openxmlformats.org/officeDocument/2006/relationships/image" Target="../media/image42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4.svg"/><Relationship Id="rId24" Type="http://schemas.openxmlformats.org/officeDocument/2006/relationships/image" Target="../media/image14.png"/><Relationship Id="rId5" Type="http://schemas.openxmlformats.org/officeDocument/2006/relationships/image" Target="../media/image29.svg"/><Relationship Id="rId15" Type="http://schemas.openxmlformats.org/officeDocument/2006/relationships/image" Target="../media/image38.svg"/><Relationship Id="rId23" Type="http://schemas.openxmlformats.org/officeDocument/2006/relationships/image" Target="../media/image13.png"/><Relationship Id="rId28" Type="http://schemas.openxmlformats.org/officeDocument/2006/relationships/image" Target="../media/image19.png"/><Relationship Id="rId10" Type="http://schemas.openxmlformats.org/officeDocument/2006/relationships/image" Target="../media/image33.svg"/><Relationship Id="rId19" Type="http://schemas.openxmlformats.org/officeDocument/2006/relationships/image" Target="../media/image41.png"/><Relationship Id="rId4" Type="http://schemas.openxmlformats.org/officeDocument/2006/relationships/image" Target="../media/image28.svg"/><Relationship Id="rId9" Type="http://schemas.openxmlformats.org/officeDocument/2006/relationships/image" Target="../media/image32.svg"/><Relationship Id="rId14" Type="http://schemas.openxmlformats.org/officeDocument/2006/relationships/image" Target="../media/image37.svg"/><Relationship Id="rId22" Type="http://schemas.openxmlformats.org/officeDocument/2006/relationships/image" Target="../media/image12.png"/><Relationship Id="rId27" Type="http://schemas.openxmlformats.org/officeDocument/2006/relationships/image" Target="../media/image18.png"/><Relationship Id="rId30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13" Type="http://schemas.openxmlformats.org/officeDocument/2006/relationships/image" Target="../media/image62.svg"/><Relationship Id="rId18" Type="http://schemas.openxmlformats.org/officeDocument/2006/relationships/image" Target="../media/image67.png"/><Relationship Id="rId26" Type="http://schemas.openxmlformats.org/officeDocument/2006/relationships/image" Target="../media/image75.svg"/><Relationship Id="rId3" Type="http://schemas.openxmlformats.org/officeDocument/2006/relationships/image" Target="../media/image52.svg"/><Relationship Id="rId21" Type="http://schemas.openxmlformats.org/officeDocument/2006/relationships/image" Target="../media/image70.png"/><Relationship Id="rId7" Type="http://schemas.openxmlformats.org/officeDocument/2006/relationships/image" Target="../media/image56.svg"/><Relationship Id="rId12" Type="http://schemas.openxmlformats.org/officeDocument/2006/relationships/image" Target="../media/image61.svg"/><Relationship Id="rId17" Type="http://schemas.openxmlformats.org/officeDocument/2006/relationships/image" Target="../media/image66.png"/><Relationship Id="rId25" Type="http://schemas.openxmlformats.org/officeDocument/2006/relationships/image" Target="../media/image74.svg"/><Relationship Id="rId2" Type="http://schemas.openxmlformats.org/officeDocument/2006/relationships/image" Target="../media/image51.svg"/><Relationship Id="rId16" Type="http://schemas.openxmlformats.org/officeDocument/2006/relationships/image" Target="../media/image65.png"/><Relationship Id="rId20" Type="http://schemas.openxmlformats.org/officeDocument/2006/relationships/image" Target="../media/image69.pn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svg"/><Relationship Id="rId11" Type="http://schemas.openxmlformats.org/officeDocument/2006/relationships/image" Target="../media/image60.svg"/><Relationship Id="rId24" Type="http://schemas.openxmlformats.org/officeDocument/2006/relationships/image" Target="../media/image73.png"/><Relationship Id="rId5" Type="http://schemas.openxmlformats.org/officeDocument/2006/relationships/image" Target="../media/image54.svg"/><Relationship Id="rId15" Type="http://schemas.openxmlformats.org/officeDocument/2006/relationships/image" Target="../media/image64.png"/><Relationship Id="rId23" Type="http://schemas.openxmlformats.org/officeDocument/2006/relationships/image" Target="../media/image72.png"/><Relationship Id="rId28" Type="http://schemas.openxmlformats.org/officeDocument/2006/relationships/image" Target="../media/image77.png"/><Relationship Id="rId10" Type="http://schemas.openxmlformats.org/officeDocument/2006/relationships/image" Target="../media/image59.svg"/><Relationship Id="rId19" Type="http://schemas.openxmlformats.org/officeDocument/2006/relationships/image" Target="../media/image68.png"/><Relationship Id="rId4" Type="http://schemas.openxmlformats.org/officeDocument/2006/relationships/image" Target="../media/image53.svg"/><Relationship Id="rId9" Type="http://schemas.openxmlformats.org/officeDocument/2006/relationships/image" Target="../media/image58.svg"/><Relationship Id="rId14" Type="http://schemas.openxmlformats.org/officeDocument/2006/relationships/image" Target="../media/image63.png"/><Relationship Id="rId22" Type="http://schemas.openxmlformats.org/officeDocument/2006/relationships/image" Target="../media/image71.png"/><Relationship Id="rId27" Type="http://schemas.openxmlformats.org/officeDocument/2006/relationships/image" Target="../media/image76.svg"/><Relationship Id="rId30" Type="http://schemas.openxmlformats.org/officeDocument/2006/relationships/image" Target="../media/image7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3.png"/><Relationship Id="rId7" Type="http://schemas.openxmlformats.org/officeDocument/2006/relationships/image" Target="../media/image87.tmp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tmp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tm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100.svg"/><Relationship Id="rId3" Type="http://schemas.openxmlformats.org/officeDocument/2006/relationships/image" Target="../media/image81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9.png"/><Relationship Id="rId2" Type="http://schemas.openxmlformats.org/officeDocument/2006/relationships/image" Target="../media/image80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0.png"/><Relationship Id="rId19" Type="http://schemas.openxmlformats.org/officeDocument/2006/relationships/image" Target="../media/image101.png"/><Relationship Id="rId4" Type="http://schemas.openxmlformats.org/officeDocument/2006/relationships/image" Target="../media/image63.png"/><Relationship Id="rId9" Type="http://schemas.openxmlformats.org/officeDocument/2006/relationships/image" Target="../media/image69.png"/><Relationship Id="rId1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32ED-34B1-2AC7-BCF7-5B484C09C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0FEA5A-5C02-B288-C8D6-E8A48009AD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46" t="2489"/>
          <a:stretch>
            <a:fillRect/>
          </a:stretch>
        </p:blipFill>
        <p:spPr>
          <a:xfrm>
            <a:off x="3328893" y="2103647"/>
            <a:ext cx="2022095" cy="1755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3FA855-4348-E0FD-D2BE-FF576D80B0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93" r="21754"/>
          <a:stretch>
            <a:fillRect/>
          </a:stretch>
        </p:blipFill>
        <p:spPr>
          <a:xfrm>
            <a:off x="5036112" y="2133948"/>
            <a:ext cx="1877900" cy="17137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BAB5E2-546B-219F-F674-F37C4A519A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746" b="5226"/>
          <a:stretch>
            <a:fillRect/>
          </a:stretch>
        </p:blipFill>
        <p:spPr>
          <a:xfrm>
            <a:off x="3286003" y="3626924"/>
            <a:ext cx="2022097" cy="17059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563F2F-5E5E-955C-151F-571C725C42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775" b="13879"/>
          <a:stretch>
            <a:fillRect/>
          </a:stretch>
        </p:blipFill>
        <p:spPr>
          <a:xfrm>
            <a:off x="4879259" y="3723497"/>
            <a:ext cx="2093391" cy="1550173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9E704A82-0224-DAFD-852C-5586F28212F1}"/>
              </a:ext>
            </a:extLst>
          </p:cNvPr>
          <p:cNvSpPr/>
          <p:nvPr/>
        </p:nvSpPr>
        <p:spPr>
          <a:xfrm rot="3800265">
            <a:off x="3891815" y="3049042"/>
            <a:ext cx="518343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D122B-E913-4E71-3D53-09F772608241}"/>
              </a:ext>
            </a:extLst>
          </p:cNvPr>
          <p:cNvSpPr txBox="1"/>
          <p:nvPr/>
        </p:nvSpPr>
        <p:spPr>
          <a:xfrm>
            <a:off x="3627962" y="38764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246A1A1-BFFB-A464-8A5E-2AC9A61B8582}"/>
              </a:ext>
            </a:extLst>
          </p:cNvPr>
          <p:cNvSpPr/>
          <p:nvPr/>
        </p:nvSpPr>
        <p:spPr>
          <a:xfrm rot="19985477">
            <a:off x="4221544" y="2771626"/>
            <a:ext cx="433850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FCBA82-FA60-F165-5B1D-2042936092AB}"/>
              </a:ext>
            </a:extLst>
          </p:cNvPr>
          <p:cNvSpPr txBox="1"/>
          <p:nvPr/>
        </p:nvSpPr>
        <p:spPr>
          <a:xfrm>
            <a:off x="4150986" y="2599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5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43AC853-B131-2E25-2416-9EF260825C02}"/>
              </a:ext>
            </a:extLst>
          </p:cNvPr>
          <p:cNvSpPr/>
          <p:nvPr/>
        </p:nvSpPr>
        <p:spPr>
          <a:xfrm rot="8262300">
            <a:off x="5942834" y="2779084"/>
            <a:ext cx="433850" cy="256294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2F36DA-7FE9-443E-31CF-DE6BB0C7D1C0}"/>
              </a:ext>
            </a:extLst>
          </p:cNvPr>
          <p:cNvSpPr txBox="1"/>
          <p:nvPr/>
        </p:nvSpPr>
        <p:spPr>
          <a:xfrm>
            <a:off x="6137045" y="279079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3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ED2DD028-9514-CDE8-7422-2A4AA2C23EB6}"/>
              </a:ext>
            </a:extLst>
          </p:cNvPr>
          <p:cNvSpPr/>
          <p:nvPr/>
        </p:nvSpPr>
        <p:spPr>
          <a:xfrm>
            <a:off x="4856112" y="2218015"/>
            <a:ext cx="360000" cy="360000"/>
          </a:xfrm>
          <a:prstGeom prst="circular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01599263-11A4-E0AF-91C3-E2251DACF99F}"/>
              </a:ext>
            </a:extLst>
          </p:cNvPr>
          <p:cNvSpPr/>
          <p:nvPr/>
        </p:nvSpPr>
        <p:spPr>
          <a:xfrm rot="12692196">
            <a:off x="3854803" y="3951606"/>
            <a:ext cx="360000" cy="216000"/>
          </a:xfrm>
          <a:prstGeom prst="rightArrow">
            <a:avLst>
              <a:gd name="adj1" fmla="val 24111"/>
              <a:gd name="adj2" fmla="val 49328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4ED02C7B-0C2A-AE11-E894-409FC0F24676}"/>
              </a:ext>
            </a:extLst>
          </p:cNvPr>
          <p:cNvSpPr/>
          <p:nvPr/>
        </p:nvSpPr>
        <p:spPr>
          <a:xfrm rot="18585547">
            <a:off x="4269278" y="4287819"/>
            <a:ext cx="338383" cy="172820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287E51-28F9-0BD5-07AC-A71AFC796C93}"/>
              </a:ext>
            </a:extLst>
          </p:cNvPr>
          <p:cNvSpPr txBox="1"/>
          <p:nvPr/>
        </p:nvSpPr>
        <p:spPr>
          <a:xfrm>
            <a:off x="4062966" y="41777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AE60B-AE8F-E639-0E81-2AD94FB1B6A2}"/>
              </a:ext>
            </a:extLst>
          </p:cNvPr>
          <p:cNvSpPr txBox="1"/>
          <p:nvPr/>
        </p:nvSpPr>
        <p:spPr>
          <a:xfrm>
            <a:off x="3754868" y="27428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33EBB51A-6589-FB07-308B-9A299144CA37}"/>
              </a:ext>
            </a:extLst>
          </p:cNvPr>
          <p:cNvSpPr/>
          <p:nvPr/>
        </p:nvSpPr>
        <p:spPr>
          <a:xfrm rot="2555119">
            <a:off x="5535313" y="4284618"/>
            <a:ext cx="339143" cy="173013"/>
          </a:xfrm>
          <a:prstGeom prst="rightArrow">
            <a:avLst>
              <a:gd name="adj1" fmla="val 24111"/>
              <a:gd name="adj2" fmla="val 49328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8B2C7E-1C1F-7118-E3A2-5607FBE42589}"/>
              </a:ext>
            </a:extLst>
          </p:cNvPr>
          <p:cNvSpPr txBox="1"/>
          <p:nvPr/>
        </p:nvSpPr>
        <p:spPr>
          <a:xfrm>
            <a:off x="5789796" y="42826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3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9370AEE5-A630-E681-41F2-B6620B7EBF9B}"/>
              </a:ext>
            </a:extLst>
          </p:cNvPr>
          <p:cNvSpPr/>
          <p:nvPr/>
        </p:nvSpPr>
        <p:spPr>
          <a:xfrm>
            <a:off x="4789544" y="3775434"/>
            <a:ext cx="360000" cy="360000"/>
          </a:xfrm>
          <a:prstGeom prst="circular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604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929D8-4AC3-4A96-78A0-4237C8AA990F}"/>
              </a:ext>
            </a:extLst>
          </p:cNvPr>
          <p:cNvSpPr/>
          <p:nvPr/>
        </p:nvSpPr>
        <p:spPr>
          <a:xfrm>
            <a:off x="8817939" y="2426085"/>
            <a:ext cx="360000" cy="360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3029CC-1AE3-4196-C962-43128D283939}"/>
              </a:ext>
            </a:extLst>
          </p:cNvPr>
          <p:cNvSpPr/>
          <p:nvPr/>
        </p:nvSpPr>
        <p:spPr>
          <a:xfrm>
            <a:off x="7894978" y="2426085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FA55A3B-BD58-6B38-F608-B1F96B007B33}"/>
              </a:ext>
            </a:extLst>
          </p:cNvPr>
          <p:cNvSpPr/>
          <p:nvPr/>
        </p:nvSpPr>
        <p:spPr>
          <a:xfrm>
            <a:off x="6972017" y="2426085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665EFEC-BF57-FC08-6167-E16B7D6F2C36}"/>
              </a:ext>
            </a:extLst>
          </p:cNvPr>
          <p:cNvSpPr/>
          <p:nvPr/>
        </p:nvSpPr>
        <p:spPr>
          <a:xfrm>
            <a:off x="9740900" y="2426085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A2DD8EB-727D-C2CE-C133-7E189F51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56" y="4232147"/>
            <a:ext cx="3206774" cy="49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5D86C-C2EF-D1C7-79AA-D8C88701A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F9E8-7D39-FE06-E92F-EC3D53643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Design</a:t>
            </a:r>
            <a:endParaRPr lang="en-CA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EC2DE8-64B2-F948-ACD9-28E0481817EA}"/>
              </a:ext>
            </a:extLst>
          </p:cNvPr>
          <p:cNvSpPr/>
          <p:nvPr/>
        </p:nvSpPr>
        <p:spPr>
          <a:xfrm>
            <a:off x="590550" y="1690689"/>
            <a:ext cx="1946394" cy="914400"/>
          </a:xfrm>
          <a:prstGeom prst="rect">
            <a:avLst/>
          </a:prstGeom>
          <a:solidFill>
            <a:srgbClr val="1F3A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#1f3a2e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BF1EE3-20C0-58AC-6A63-CBF07DFEAEDF}"/>
              </a:ext>
            </a:extLst>
          </p:cNvPr>
          <p:cNvSpPr/>
          <p:nvPr/>
        </p:nvSpPr>
        <p:spPr>
          <a:xfrm>
            <a:off x="1100460" y="3429000"/>
            <a:ext cx="1946394" cy="914400"/>
          </a:xfrm>
          <a:prstGeom prst="rect">
            <a:avLst/>
          </a:prstGeom>
          <a:solidFill>
            <a:srgbClr val="D4A66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#d4a668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39E40C-F631-CEF4-E6B1-CD09EE0C06D6}"/>
              </a:ext>
            </a:extLst>
          </p:cNvPr>
          <p:cNvSpPr/>
          <p:nvPr/>
        </p:nvSpPr>
        <p:spPr>
          <a:xfrm>
            <a:off x="7468029" y="2971800"/>
            <a:ext cx="1946394" cy="914400"/>
          </a:xfrm>
          <a:prstGeom prst="rect">
            <a:avLst/>
          </a:prstGeom>
          <a:solidFill>
            <a:srgbClr val="F4ED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#f4ede0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F78119-DB7E-2B5C-553C-A1627787C344}"/>
              </a:ext>
            </a:extLst>
          </p:cNvPr>
          <p:cNvSpPr/>
          <p:nvPr/>
        </p:nvSpPr>
        <p:spPr>
          <a:xfrm>
            <a:off x="1307861" y="4710111"/>
            <a:ext cx="1946394" cy="914400"/>
          </a:xfrm>
          <a:prstGeom prst="rect">
            <a:avLst/>
          </a:prstGeom>
          <a:solidFill>
            <a:srgbClr val="A8492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#a8492b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4FA1B1-7BE6-1391-7F66-48388C34F6AD}"/>
              </a:ext>
            </a:extLst>
          </p:cNvPr>
          <p:cNvSpPr/>
          <p:nvPr/>
        </p:nvSpPr>
        <p:spPr>
          <a:xfrm>
            <a:off x="3646570" y="4710111"/>
            <a:ext cx="1946394" cy="914400"/>
          </a:xfrm>
          <a:prstGeom prst="rect">
            <a:avLst/>
          </a:prstGeom>
          <a:solidFill>
            <a:srgbClr val="1A181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#1a1814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9E5D01-AE4F-45E3-5C31-ABEE7D08B241}"/>
              </a:ext>
            </a:extLst>
          </p:cNvPr>
          <p:cNvSpPr/>
          <p:nvPr/>
        </p:nvSpPr>
        <p:spPr>
          <a:xfrm>
            <a:off x="3886057" y="3107012"/>
            <a:ext cx="1946394" cy="914400"/>
          </a:xfrm>
          <a:prstGeom prst="rect">
            <a:avLst/>
          </a:prstGeom>
          <a:solidFill>
            <a:srgbClr val="D4A66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#d4a668</a:t>
            </a:r>
          </a:p>
        </p:txBody>
      </p:sp>
    </p:spTree>
    <p:extLst>
      <p:ext uri="{BB962C8B-B14F-4D97-AF65-F5344CB8AC3E}">
        <p14:creationId xmlns:p14="http://schemas.microsoft.com/office/powerpoint/2010/main" val="14957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FFCA9B-E66D-4DE9-F05D-16FD3D7B3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968" y="928338"/>
            <a:ext cx="7440063" cy="50013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BFC5F4-125D-5E8D-4333-A0703871CA71}"/>
              </a:ext>
            </a:extLst>
          </p:cNvPr>
          <p:cNvSpPr/>
          <p:nvPr/>
        </p:nvSpPr>
        <p:spPr>
          <a:xfrm>
            <a:off x="2603365" y="1746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39DF74-F35C-1AF0-0265-01B196026795}"/>
              </a:ext>
            </a:extLst>
          </p:cNvPr>
          <p:cNvSpPr/>
          <p:nvPr/>
        </p:nvSpPr>
        <p:spPr>
          <a:xfrm>
            <a:off x="2603365" y="2961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A48DD-E20F-7256-80FA-E9E916EF20B9}"/>
              </a:ext>
            </a:extLst>
          </p:cNvPr>
          <p:cNvSpPr/>
          <p:nvPr/>
        </p:nvSpPr>
        <p:spPr>
          <a:xfrm>
            <a:off x="2603365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CEB4D-ACA8-4F3D-E903-A7602DA12016}"/>
              </a:ext>
            </a:extLst>
          </p:cNvPr>
          <p:cNvSpPr/>
          <p:nvPr/>
        </p:nvSpPr>
        <p:spPr>
          <a:xfrm>
            <a:off x="3403465" y="3357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D98B8-94DC-518E-7FE9-29F36229DAD3}"/>
              </a:ext>
            </a:extLst>
          </p:cNvPr>
          <p:cNvSpPr/>
          <p:nvPr/>
        </p:nvSpPr>
        <p:spPr>
          <a:xfrm>
            <a:off x="4571812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D2C7D-93D6-F28A-127E-BA79FDBE878E}"/>
              </a:ext>
            </a:extLst>
          </p:cNvPr>
          <p:cNvSpPr/>
          <p:nvPr/>
        </p:nvSpPr>
        <p:spPr>
          <a:xfrm>
            <a:off x="8899390" y="505210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5733BD-BB06-C9AA-E3EC-D9977A3DB159}"/>
              </a:ext>
            </a:extLst>
          </p:cNvPr>
          <p:cNvSpPr/>
          <p:nvPr/>
        </p:nvSpPr>
        <p:spPr>
          <a:xfrm>
            <a:off x="8118340" y="2142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CEA8CE-EF1E-0D94-A2CC-B841325747B4}"/>
              </a:ext>
            </a:extLst>
          </p:cNvPr>
          <p:cNvSpPr/>
          <p:nvPr/>
        </p:nvSpPr>
        <p:spPr>
          <a:xfrm>
            <a:off x="8118340" y="2555989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65F8CA-0A1E-9FEB-DB2C-EE2CF6CC3FCB}"/>
              </a:ext>
            </a:extLst>
          </p:cNvPr>
          <p:cNvSpPr/>
          <p:nvPr/>
        </p:nvSpPr>
        <p:spPr>
          <a:xfrm>
            <a:off x="8514340" y="254845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6856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AD21951-4B52-1E17-CEE0-52C833EB9FBD}"/>
              </a:ext>
            </a:extLst>
          </p:cNvPr>
          <p:cNvSpPr/>
          <p:nvPr/>
        </p:nvSpPr>
        <p:spPr>
          <a:xfrm>
            <a:off x="2000250" y="506509"/>
            <a:ext cx="4392176" cy="32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B65FD1-52E3-5A7F-57C4-79B69791AA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00" t="800" r="17342" b="-800"/>
          <a:stretch>
            <a:fillRect/>
          </a:stretch>
        </p:blipFill>
        <p:spPr>
          <a:xfrm>
            <a:off x="3294349" y="506509"/>
            <a:ext cx="1659801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6DBE73-C342-48B0-5CB9-54A2AEEA6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42" r="19158"/>
          <a:stretch>
            <a:fillRect/>
          </a:stretch>
        </p:blipFill>
        <p:spPr>
          <a:xfrm>
            <a:off x="2000250" y="492109"/>
            <a:ext cx="1524000" cy="18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952938-E26E-459E-32A0-CF7E4EB468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34548" y="1949209"/>
            <a:ext cx="2400000" cy="18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0E5431-33B1-0251-E493-673557BA90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280" t="400" r="20679" b="-400"/>
          <a:stretch>
            <a:fillRect/>
          </a:stretch>
        </p:blipFill>
        <p:spPr>
          <a:xfrm>
            <a:off x="2692824" y="1934809"/>
            <a:ext cx="1704975" cy="18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2FDEE-2097-0F9A-AEC0-4B2115F58D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779" r="24293"/>
          <a:stretch>
            <a:fillRect/>
          </a:stretch>
        </p:blipFill>
        <p:spPr>
          <a:xfrm>
            <a:off x="4954150" y="499309"/>
            <a:ext cx="1438276" cy="1800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407DE9F-27F1-C8D3-ED2F-E09475E46F76}"/>
              </a:ext>
            </a:extLst>
          </p:cNvPr>
          <p:cNvSpPr/>
          <p:nvPr/>
        </p:nvSpPr>
        <p:spPr>
          <a:xfrm>
            <a:off x="2079187" y="556008"/>
            <a:ext cx="1399010" cy="1577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1719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D82AD-31C8-87A6-F90C-EC2971E16366}"/>
              </a:ext>
            </a:extLst>
          </p:cNvPr>
          <p:cNvSpPr/>
          <p:nvPr/>
        </p:nvSpPr>
        <p:spPr>
          <a:xfrm>
            <a:off x="327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DCE-5AC2-05EC-3108-8AA9CE446877}"/>
              </a:ext>
            </a:extLst>
          </p:cNvPr>
          <p:cNvSpPr/>
          <p:nvPr/>
        </p:nvSpPr>
        <p:spPr>
          <a:xfrm>
            <a:off x="4143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6C1785-CA44-0E83-A304-3100E85DA278}"/>
              </a:ext>
            </a:extLst>
          </p:cNvPr>
          <p:cNvSpPr/>
          <p:nvPr/>
        </p:nvSpPr>
        <p:spPr>
          <a:xfrm>
            <a:off x="7967433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01C26-59E7-F192-D255-604F14C29F4A}"/>
              </a:ext>
            </a:extLst>
          </p:cNvPr>
          <p:cNvSpPr/>
          <p:nvPr/>
        </p:nvSpPr>
        <p:spPr>
          <a:xfrm>
            <a:off x="327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DEC09-A292-A045-B7D3-518B428C5277}"/>
              </a:ext>
            </a:extLst>
          </p:cNvPr>
          <p:cNvSpPr/>
          <p:nvPr/>
        </p:nvSpPr>
        <p:spPr>
          <a:xfrm>
            <a:off x="4143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AA0AA-1BB7-9DFF-8395-FF5FE751D6E3}"/>
              </a:ext>
            </a:extLst>
          </p:cNvPr>
          <p:cNvSpPr/>
          <p:nvPr/>
        </p:nvSpPr>
        <p:spPr>
          <a:xfrm>
            <a:off x="7967433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40706-ED5F-8EBE-2A0A-6E2F6D24C9FE}"/>
              </a:ext>
            </a:extLst>
          </p:cNvPr>
          <p:cNvSpPr/>
          <p:nvPr/>
        </p:nvSpPr>
        <p:spPr>
          <a:xfrm>
            <a:off x="327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8831CB-E839-F2C2-E2CA-967E001E6489}"/>
              </a:ext>
            </a:extLst>
          </p:cNvPr>
          <p:cNvSpPr/>
          <p:nvPr/>
        </p:nvSpPr>
        <p:spPr>
          <a:xfrm>
            <a:off x="4143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4E87A-C26B-5C53-59A7-F4A45E39851F}"/>
              </a:ext>
            </a:extLst>
          </p:cNvPr>
          <p:cNvSpPr/>
          <p:nvPr/>
        </p:nvSpPr>
        <p:spPr>
          <a:xfrm>
            <a:off x="7967433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12447</TotalTime>
  <Words>1391</Words>
  <Application>Microsoft Office PowerPoint</Application>
  <PresentationFormat>Widescreen</PresentationFormat>
  <Paragraphs>352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PowerPoint Presentation</vt:lpstr>
      <vt:lpstr>Icons for locks</vt:lpstr>
      <vt:lpstr>Icon v2</vt:lpstr>
      <vt:lpstr>Website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Guettier, Simon (he, him | il, lui)</cp:lastModifiedBy>
  <cp:revision>39</cp:revision>
  <dcterms:created xsi:type="dcterms:W3CDTF">2025-11-25T00:30:23Z</dcterms:created>
  <dcterms:modified xsi:type="dcterms:W3CDTF">2026-04-20T20:34:51Z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