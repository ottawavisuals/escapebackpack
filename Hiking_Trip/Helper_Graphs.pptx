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8" r:id="rId2"/>
    <p:sldId id="272" r:id="rId3"/>
    <p:sldId id="273" r:id="rId4"/>
    <p:sldId id="269" r:id="rId5"/>
    <p:sldId id="270" r:id="rId6"/>
    <p:sldId id="271" r:id="rId7"/>
    <p:sldId id="262" r:id="rId8"/>
    <p:sldId id="274" r:id="rId9"/>
    <p:sldId id="275" r:id="rId10"/>
    <p:sldId id="276" r:id="rId11"/>
    <p:sldId id="256" r:id="rId12"/>
    <p:sldId id="257" r:id="rId13"/>
    <p:sldId id="258" r:id="rId14"/>
    <p:sldId id="259" r:id="rId15"/>
    <p:sldId id="260" r:id="rId16"/>
    <p:sldId id="261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5BF"/>
    <a:srgbClr val="582A12"/>
    <a:srgbClr val="255F38"/>
    <a:srgbClr val="FFD700"/>
    <a:srgbClr val="FE8A18"/>
    <a:srgbClr val="C91A09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2026-04-03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4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2.png"/><Relationship Id="rId5" Type="http://schemas.openxmlformats.org/officeDocument/2006/relationships/image" Target="../media/image5.svg"/><Relationship Id="rId10" Type="http://schemas.openxmlformats.org/officeDocument/2006/relationships/image" Target="../media/image11.svg"/><Relationship Id="rId4" Type="http://schemas.openxmlformats.org/officeDocument/2006/relationships/image" Target="../media/image4.sv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32.svg"/><Relationship Id="rId18" Type="http://schemas.openxmlformats.org/officeDocument/2006/relationships/image" Target="../media/image36.png"/><Relationship Id="rId26" Type="http://schemas.openxmlformats.org/officeDocument/2006/relationships/image" Target="../media/image17.png"/><Relationship Id="rId3" Type="http://schemas.openxmlformats.org/officeDocument/2006/relationships/image" Target="../media/image23.svg"/><Relationship Id="rId21" Type="http://schemas.openxmlformats.org/officeDocument/2006/relationships/image" Target="../media/image16.png"/><Relationship Id="rId7" Type="http://schemas.openxmlformats.org/officeDocument/2006/relationships/image" Target="../media/image27.svg"/><Relationship Id="rId12" Type="http://schemas.openxmlformats.org/officeDocument/2006/relationships/image" Target="../media/image31.svg"/><Relationship Id="rId17" Type="http://schemas.openxmlformats.org/officeDocument/2006/relationships/image" Target="../media/image35.png"/><Relationship Id="rId25" Type="http://schemas.openxmlformats.org/officeDocument/2006/relationships/image" Target="../media/image15.png"/><Relationship Id="rId2" Type="http://schemas.openxmlformats.org/officeDocument/2006/relationships/image" Target="../media/image22.svg"/><Relationship Id="rId16" Type="http://schemas.openxmlformats.org/officeDocument/2006/relationships/image" Target="../media/image9.png"/><Relationship Id="rId20" Type="http://schemas.openxmlformats.org/officeDocument/2006/relationships/image" Target="../media/image38.pn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30.svg"/><Relationship Id="rId24" Type="http://schemas.openxmlformats.org/officeDocument/2006/relationships/image" Target="../media/image14.png"/><Relationship Id="rId5" Type="http://schemas.openxmlformats.org/officeDocument/2006/relationships/image" Target="../media/image25.svg"/><Relationship Id="rId15" Type="http://schemas.openxmlformats.org/officeDocument/2006/relationships/image" Target="../media/image34.svg"/><Relationship Id="rId23" Type="http://schemas.openxmlformats.org/officeDocument/2006/relationships/image" Target="../media/image13.png"/><Relationship Id="rId28" Type="http://schemas.openxmlformats.org/officeDocument/2006/relationships/image" Target="../media/image19.png"/><Relationship Id="rId10" Type="http://schemas.openxmlformats.org/officeDocument/2006/relationships/image" Target="../media/image29.svg"/><Relationship Id="rId19" Type="http://schemas.openxmlformats.org/officeDocument/2006/relationships/image" Target="../media/image37.png"/><Relationship Id="rId4" Type="http://schemas.openxmlformats.org/officeDocument/2006/relationships/image" Target="../media/image24.svg"/><Relationship Id="rId9" Type="http://schemas.openxmlformats.org/officeDocument/2006/relationships/image" Target="../media/image28.svg"/><Relationship Id="rId14" Type="http://schemas.openxmlformats.org/officeDocument/2006/relationships/image" Target="../media/image33.svg"/><Relationship Id="rId22" Type="http://schemas.openxmlformats.org/officeDocument/2006/relationships/image" Target="../media/image12.png"/><Relationship Id="rId27" Type="http://schemas.openxmlformats.org/officeDocument/2006/relationships/image" Target="../media/image18.png"/><Relationship Id="rId30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13" Type="http://schemas.openxmlformats.org/officeDocument/2006/relationships/image" Target="../media/image58.svg"/><Relationship Id="rId18" Type="http://schemas.openxmlformats.org/officeDocument/2006/relationships/image" Target="../media/image63.png"/><Relationship Id="rId26" Type="http://schemas.openxmlformats.org/officeDocument/2006/relationships/image" Target="../media/image71.svg"/><Relationship Id="rId3" Type="http://schemas.openxmlformats.org/officeDocument/2006/relationships/image" Target="../media/image48.svg"/><Relationship Id="rId21" Type="http://schemas.openxmlformats.org/officeDocument/2006/relationships/image" Target="../media/image66.png"/><Relationship Id="rId7" Type="http://schemas.openxmlformats.org/officeDocument/2006/relationships/image" Target="../media/image52.svg"/><Relationship Id="rId12" Type="http://schemas.openxmlformats.org/officeDocument/2006/relationships/image" Target="../media/image57.svg"/><Relationship Id="rId17" Type="http://schemas.openxmlformats.org/officeDocument/2006/relationships/image" Target="../media/image62.png"/><Relationship Id="rId25" Type="http://schemas.openxmlformats.org/officeDocument/2006/relationships/image" Target="../media/image70.svg"/><Relationship Id="rId2" Type="http://schemas.openxmlformats.org/officeDocument/2006/relationships/image" Target="../media/image47.sv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svg"/><Relationship Id="rId11" Type="http://schemas.openxmlformats.org/officeDocument/2006/relationships/image" Target="../media/image56.svg"/><Relationship Id="rId24" Type="http://schemas.openxmlformats.org/officeDocument/2006/relationships/image" Target="../media/image69.png"/><Relationship Id="rId5" Type="http://schemas.openxmlformats.org/officeDocument/2006/relationships/image" Target="../media/image50.sv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5.svg"/><Relationship Id="rId19" Type="http://schemas.openxmlformats.org/officeDocument/2006/relationships/image" Target="../media/image64.png"/><Relationship Id="rId4" Type="http://schemas.openxmlformats.org/officeDocument/2006/relationships/image" Target="../media/image49.svg"/><Relationship Id="rId9" Type="http://schemas.openxmlformats.org/officeDocument/2006/relationships/image" Target="../media/image54.sv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svg"/><Relationship Id="rId30" Type="http://schemas.openxmlformats.org/officeDocument/2006/relationships/image" Target="../media/image7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77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5.png"/><Relationship Id="rId2" Type="http://schemas.openxmlformats.org/officeDocument/2006/relationships/image" Target="../media/image76.pn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3.png"/><Relationship Id="rId10" Type="http://schemas.openxmlformats.org/officeDocument/2006/relationships/image" Target="../media/image66.png"/><Relationship Id="rId4" Type="http://schemas.openxmlformats.org/officeDocument/2006/relationships/image" Target="../media/image59.png"/><Relationship Id="rId9" Type="http://schemas.openxmlformats.org/officeDocument/2006/relationships/image" Target="../media/image65.png"/><Relationship Id="rId14" Type="http://schemas.openxmlformats.org/officeDocument/2006/relationships/image" Target="../media/image6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77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5.png"/><Relationship Id="rId2" Type="http://schemas.openxmlformats.org/officeDocument/2006/relationships/image" Target="../media/image76.pn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3.png"/><Relationship Id="rId10" Type="http://schemas.openxmlformats.org/officeDocument/2006/relationships/image" Target="../media/image66.png"/><Relationship Id="rId4" Type="http://schemas.openxmlformats.org/officeDocument/2006/relationships/image" Target="../media/image59.png"/><Relationship Id="rId9" Type="http://schemas.openxmlformats.org/officeDocument/2006/relationships/image" Target="../media/image65.png"/><Relationship Id="rId14" Type="http://schemas.openxmlformats.org/officeDocument/2006/relationships/image" Target="../media/image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77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5.png"/><Relationship Id="rId2" Type="http://schemas.openxmlformats.org/officeDocument/2006/relationships/image" Target="../media/image76.pn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3.png"/><Relationship Id="rId10" Type="http://schemas.openxmlformats.org/officeDocument/2006/relationships/image" Target="../media/image66.png"/><Relationship Id="rId4" Type="http://schemas.openxmlformats.org/officeDocument/2006/relationships/image" Target="../media/image59.png"/><Relationship Id="rId9" Type="http://schemas.openxmlformats.org/officeDocument/2006/relationships/image" Target="../media/image65.png"/><Relationship Id="rId1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tmp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tmp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tm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9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18" Type="http://schemas.openxmlformats.org/officeDocument/2006/relationships/image" Target="../media/image91.svg"/><Relationship Id="rId3" Type="http://schemas.openxmlformats.org/officeDocument/2006/relationships/image" Target="../media/image77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5.png"/><Relationship Id="rId2" Type="http://schemas.openxmlformats.org/officeDocument/2006/relationships/image" Target="../media/image76.pn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3.png"/><Relationship Id="rId10" Type="http://schemas.openxmlformats.org/officeDocument/2006/relationships/image" Target="../media/image66.png"/><Relationship Id="rId19" Type="http://schemas.openxmlformats.org/officeDocument/2006/relationships/image" Target="../media/image92.png"/><Relationship Id="rId4" Type="http://schemas.openxmlformats.org/officeDocument/2006/relationships/image" Target="../media/image59.png"/><Relationship Id="rId9" Type="http://schemas.openxmlformats.org/officeDocument/2006/relationships/image" Target="../media/image65.png"/><Relationship Id="rId1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32E-8713-C2B7-40BE-F2386388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 v2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C2C1B2-46CD-D263-225A-25EA1210E8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911" t="14735" r="34298" b="14576"/>
          <a:stretch>
            <a:fillRect/>
          </a:stretch>
        </p:blipFill>
        <p:spPr>
          <a:xfrm>
            <a:off x="422639" y="5446418"/>
            <a:ext cx="415561" cy="504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5F6EFB-BEAD-0777-C6C1-442C557AC640}"/>
              </a:ext>
            </a:extLst>
          </p:cNvPr>
          <p:cNvSpPr txBox="1"/>
          <p:nvPr/>
        </p:nvSpPr>
        <p:spPr>
          <a:xfrm>
            <a:off x="455531" y="5526853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bg1"/>
                </a:solidFill>
              </a:rPr>
              <a:t>1</a:t>
            </a:r>
            <a:endParaRPr lang="en-CA" sz="2800" b="1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8A9F0F-4BD2-943D-2B1F-F23CB52FAF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9AF09BB-0448-F6DA-0F2A-3283AD49FA6B}"/>
              </a:ext>
            </a:extLst>
          </p:cNvPr>
          <p:cNvSpPr txBox="1"/>
          <p:nvPr/>
        </p:nvSpPr>
        <p:spPr>
          <a:xfrm>
            <a:off x="1840205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1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2C260E9-531F-7A7F-BE7B-664A5EA5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C7B7C0-EA2E-BECA-549A-1E1A3A40AAB3}"/>
              </a:ext>
            </a:extLst>
          </p:cNvPr>
          <p:cNvSpPr txBox="1"/>
          <p:nvPr/>
        </p:nvSpPr>
        <p:spPr>
          <a:xfrm>
            <a:off x="2590810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2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7DBA0D-1FCF-C0D1-96C2-8316D7D545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14FAB07-7FDC-A7D1-2650-500A71FA9608}"/>
              </a:ext>
            </a:extLst>
          </p:cNvPr>
          <p:cNvSpPr txBox="1"/>
          <p:nvPr/>
        </p:nvSpPr>
        <p:spPr>
          <a:xfrm>
            <a:off x="3345962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3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CB81F94-E8E3-9C4A-24A9-6DC46267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438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BAD1AE9-B171-18E0-1CF0-9B55739A84A2}"/>
              </a:ext>
            </a:extLst>
          </p:cNvPr>
          <p:cNvSpPr txBox="1"/>
          <p:nvPr/>
        </p:nvSpPr>
        <p:spPr>
          <a:xfrm>
            <a:off x="411022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4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2C1ECD1-45DD-ED63-573B-DEAE618F2A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197C083-25AD-DBF8-6F48-80E9C32AF0B4}"/>
              </a:ext>
            </a:extLst>
          </p:cNvPr>
          <p:cNvSpPr txBox="1"/>
          <p:nvPr/>
        </p:nvSpPr>
        <p:spPr>
          <a:xfrm>
            <a:off x="487048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5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BC25B7-8D7F-B31E-AABD-C8C7438AEA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E2B3EA2-21D1-8896-60F3-BF17C582C2A7}"/>
              </a:ext>
            </a:extLst>
          </p:cNvPr>
          <p:cNvSpPr txBox="1"/>
          <p:nvPr/>
        </p:nvSpPr>
        <p:spPr>
          <a:xfrm>
            <a:off x="1840205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6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22AE326-8273-4BCC-531A-A5B3892D1E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EB98699-1915-5F3C-72E7-8BB8F011ED44}"/>
              </a:ext>
            </a:extLst>
          </p:cNvPr>
          <p:cNvSpPr txBox="1"/>
          <p:nvPr/>
        </p:nvSpPr>
        <p:spPr>
          <a:xfrm>
            <a:off x="2590810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7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EEABECC-5B87-4EF3-6C26-E8701D0EF89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4E1FF7-EFCB-6063-D06A-E2ECD1A2C782}"/>
              </a:ext>
            </a:extLst>
          </p:cNvPr>
          <p:cNvSpPr txBox="1"/>
          <p:nvPr/>
        </p:nvSpPr>
        <p:spPr>
          <a:xfrm>
            <a:off x="3345962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8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467647D-D893-85A6-BF54-58966FC701F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5801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95A2909-C9E2-51A2-0AC4-68896C20795B}"/>
              </a:ext>
            </a:extLst>
          </p:cNvPr>
          <p:cNvSpPr txBox="1"/>
          <p:nvPr/>
        </p:nvSpPr>
        <p:spPr>
          <a:xfrm>
            <a:off x="4111634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9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A387251-89C5-5565-872D-3D690C330B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3136751"/>
            <a:ext cx="405337" cy="468000"/>
          </a:xfrm>
          <a:prstGeom prst="rect">
            <a:avLst/>
          </a:prstGeom>
          <a:ln>
            <a:solidFill>
              <a:schemeClr val="accent5">
                <a:lumMod val="50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44B1E85-B08E-72C8-BB24-201C58D7D6F5}"/>
              </a:ext>
            </a:extLst>
          </p:cNvPr>
          <p:cNvSpPr txBox="1"/>
          <p:nvPr/>
        </p:nvSpPr>
        <p:spPr>
          <a:xfrm>
            <a:off x="4823194" y="3244204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929D8-4AC3-4A96-78A0-4237C8AA990F}"/>
              </a:ext>
            </a:extLst>
          </p:cNvPr>
          <p:cNvSpPr/>
          <p:nvPr/>
        </p:nvSpPr>
        <p:spPr>
          <a:xfrm>
            <a:off x="8817939" y="2426085"/>
            <a:ext cx="360000" cy="360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E3029CC-1AE3-4196-C962-43128D283939}"/>
              </a:ext>
            </a:extLst>
          </p:cNvPr>
          <p:cNvSpPr/>
          <p:nvPr/>
        </p:nvSpPr>
        <p:spPr>
          <a:xfrm>
            <a:off x="7894978" y="2426085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FA55A3B-BD58-6B38-F608-B1F96B007B33}"/>
              </a:ext>
            </a:extLst>
          </p:cNvPr>
          <p:cNvSpPr/>
          <p:nvPr/>
        </p:nvSpPr>
        <p:spPr>
          <a:xfrm>
            <a:off x="6972017" y="2426085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665EFEC-BF57-FC08-6167-E16B7D6F2C36}"/>
              </a:ext>
            </a:extLst>
          </p:cNvPr>
          <p:cNvSpPr/>
          <p:nvPr/>
        </p:nvSpPr>
        <p:spPr>
          <a:xfrm>
            <a:off x="9740900" y="2426085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A2DD8EB-727D-C2CE-C133-7E189F51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56" y="4232147"/>
            <a:ext cx="3206774" cy="499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597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FFCA9B-E66D-4DE9-F05D-16FD3D7B3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968" y="928338"/>
            <a:ext cx="7440063" cy="500132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BFC5F4-125D-5E8D-4333-A0703871CA71}"/>
              </a:ext>
            </a:extLst>
          </p:cNvPr>
          <p:cNvSpPr/>
          <p:nvPr/>
        </p:nvSpPr>
        <p:spPr>
          <a:xfrm>
            <a:off x="2603365" y="1746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39DF74-F35C-1AF0-0265-01B196026795}"/>
              </a:ext>
            </a:extLst>
          </p:cNvPr>
          <p:cNvSpPr/>
          <p:nvPr/>
        </p:nvSpPr>
        <p:spPr>
          <a:xfrm>
            <a:off x="2603365" y="2961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CA48DD-E20F-7256-80FA-E9E916EF20B9}"/>
              </a:ext>
            </a:extLst>
          </p:cNvPr>
          <p:cNvSpPr/>
          <p:nvPr/>
        </p:nvSpPr>
        <p:spPr>
          <a:xfrm>
            <a:off x="2603365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CCEB4D-ACA8-4F3D-E903-A7602DA12016}"/>
              </a:ext>
            </a:extLst>
          </p:cNvPr>
          <p:cNvSpPr/>
          <p:nvPr/>
        </p:nvSpPr>
        <p:spPr>
          <a:xfrm>
            <a:off x="3403465" y="3357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D98B8-94DC-518E-7FE9-29F36229DAD3}"/>
              </a:ext>
            </a:extLst>
          </p:cNvPr>
          <p:cNvSpPr/>
          <p:nvPr/>
        </p:nvSpPr>
        <p:spPr>
          <a:xfrm>
            <a:off x="4571812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3D2C7D-93D6-F28A-127E-BA79FDBE878E}"/>
              </a:ext>
            </a:extLst>
          </p:cNvPr>
          <p:cNvSpPr/>
          <p:nvPr/>
        </p:nvSpPr>
        <p:spPr>
          <a:xfrm>
            <a:off x="8899390" y="505210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5733BD-BB06-C9AA-E3EC-D9977A3DB159}"/>
              </a:ext>
            </a:extLst>
          </p:cNvPr>
          <p:cNvSpPr/>
          <p:nvPr/>
        </p:nvSpPr>
        <p:spPr>
          <a:xfrm>
            <a:off x="8118340" y="2142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CEA8CE-EF1E-0D94-A2CC-B841325747B4}"/>
              </a:ext>
            </a:extLst>
          </p:cNvPr>
          <p:cNvSpPr/>
          <p:nvPr/>
        </p:nvSpPr>
        <p:spPr>
          <a:xfrm>
            <a:off x="8118340" y="2555989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65F8CA-0A1E-9FEB-DB2C-EE2CF6CC3FCB}"/>
              </a:ext>
            </a:extLst>
          </p:cNvPr>
          <p:cNvSpPr/>
          <p:nvPr/>
        </p:nvSpPr>
        <p:spPr>
          <a:xfrm>
            <a:off x="8514340" y="254845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6856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AD21951-4B52-1E17-CEE0-52C833EB9FBD}"/>
              </a:ext>
            </a:extLst>
          </p:cNvPr>
          <p:cNvSpPr/>
          <p:nvPr/>
        </p:nvSpPr>
        <p:spPr>
          <a:xfrm>
            <a:off x="1584051" y="477709"/>
            <a:ext cx="7200000" cy="36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B65FD1-52E3-5A7F-57C4-79B69791AA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4051" y="492109"/>
            <a:ext cx="2400000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6DBE73-C342-48B0-5CB9-54A2AEEA6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051" y="492109"/>
            <a:ext cx="2400000" cy="18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952938-E26E-459E-32A0-CF7E4EB468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051" y="2292109"/>
            <a:ext cx="2400000" cy="180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0E5431-33B1-0251-E493-673557BA90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4051" y="2292109"/>
            <a:ext cx="2400000" cy="18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32FDEE-2097-0F9A-AEC0-4B2115F58D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051" y="492109"/>
            <a:ext cx="24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719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AD82AD-31C8-87A6-F90C-EC2971E16366}"/>
              </a:ext>
            </a:extLst>
          </p:cNvPr>
          <p:cNvSpPr/>
          <p:nvPr/>
        </p:nvSpPr>
        <p:spPr>
          <a:xfrm>
            <a:off x="327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DCE-5AC2-05EC-3108-8AA9CE446877}"/>
              </a:ext>
            </a:extLst>
          </p:cNvPr>
          <p:cNvSpPr/>
          <p:nvPr/>
        </p:nvSpPr>
        <p:spPr>
          <a:xfrm>
            <a:off x="4143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6C1785-CA44-0E83-A304-3100E85DA278}"/>
              </a:ext>
            </a:extLst>
          </p:cNvPr>
          <p:cNvSpPr/>
          <p:nvPr/>
        </p:nvSpPr>
        <p:spPr>
          <a:xfrm>
            <a:off x="7967433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E01C26-59E7-F192-D255-604F14C29F4A}"/>
              </a:ext>
            </a:extLst>
          </p:cNvPr>
          <p:cNvSpPr/>
          <p:nvPr/>
        </p:nvSpPr>
        <p:spPr>
          <a:xfrm>
            <a:off x="327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DEC09-A292-A045-B7D3-518B428C5277}"/>
              </a:ext>
            </a:extLst>
          </p:cNvPr>
          <p:cNvSpPr/>
          <p:nvPr/>
        </p:nvSpPr>
        <p:spPr>
          <a:xfrm>
            <a:off x="4143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AA0AA-1BB7-9DFF-8395-FF5FE751D6E3}"/>
              </a:ext>
            </a:extLst>
          </p:cNvPr>
          <p:cNvSpPr/>
          <p:nvPr/>
        </p:nvSpPr>
        <p:spPr>
          <a:xfrm>
            <a:off x="7967433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40706-ED5F-8EBE-2A0A-6E2F6D24C9FE}"/>
              </a:ext>
            </a:extLst>
          </p:cNvPr>
          <p:cNvSpPr/>
          <p:nvPr/>
        </p:nvSpPr>
        <p:spPr>
          <a:xfrm>
            <a:off x="327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8831CB-E839-F2C2-E2CA-967E001E6489}"/>
              </a:ext>
            </a:extLst>
          </p:cNvPr>
          <p:cNvSpPr/>
          <p:nvPr/>
        </p:nvSpPr>
        <p:spPr>
          <a:xfrm>
            <a:off x="4143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E4E87A-C26B-5C53-59A7-F4A45E39851F}"/>
              </a:ext>
            </a:extLst>
          </p:cNvPr>
          <p:cNvSpPr/>
          <p:nvPr/>
        </p:nvSpPr>
        <p:spPr>
          <a:xfrm>
            <a:off x="7967433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12220</TotalTime>
  <Words>1371</Words>
  <Application>Microsoft Office PowerPoint</Application>
  <PresentationFormat>Widescreen</PresentationFormat>
  <Paragraphs>339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Icons for locks</vt:lpstr>
      <vt:lpstr>Icon v2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35</cp:revision>
  <dcterms:created xsi:type="dcterms:W3CDTF">2025-11-25T00:30:23Z</dcterms:created>
  <dcterms:modified xsi:type="dcterms:W3CDTF">2026-04-03T18:14:26Z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