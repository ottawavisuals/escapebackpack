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8" r:id="rId2"/>
    <p:sldId id="272" r:id="rId3"/>
    <p:sldId id="273" r:id="rId4"/>
    <p:sldId id="269" r:id="rId5"/>
    <p:sldId id="270" r:id="rId6"/>
    <p:sldId id="271" r:id="rId7"/>
    <p:sldId id="262" r:id="rId8"/>
    <p:sldId id="256" r:id="rId9"/>
    <p:sldId id="257" r:id="rId10"/>
    <p:sldId id="258" r:id="rId11"/>
    <p:sldId id="259" r:id="rId12"/>
    <p:sldId id="260" r:id="rId13"/>
    <p:sldId id="261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F38"/>
    <a:srgbClr val="FFD700"/>
    <a:srgbClr val="FE8A18"/>
    <a:srgbClr val="0055BF"/>
    <a:srgbClr val="C91A09"/>
    <a:srgbClr val="582A12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AA9-618E-6709-FA1E-61274B90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55714-89A2-894A-FC75-E72D6A97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15784-EC31-35F0-3AD5-AFC56155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44473-6574-3D00-2BB6-1AD30D1E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2025-12-27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19" Type="http://schemas.openxmlformats.org/officeDocument/2006/relationships/image" Target="../media/image19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sv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6.svg"/><Relationship Id="rId10" Type="http://schemas.openxmlformats.org/officeDocument/2006/relationships/image" Target="../media/image10.svg"/><Relationship Id="rId19" Type="http://schemas.openxmlformats.org/officeDocument/2006/relationships/image" Target="../media/image20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8.png"/><Relationship Id="rId7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7.png"/><Relationship Id="rId5" Type="http://schemas.openxmlformats.org/officeDocument/2006/relationships/image" Target="../media/image20.png"/><Relationship Id="rId10" Type="http://schemas.openxmlformats.org/officeDocument/2006/relationships/image" Target="../media/image26.png"/><Relationship Id="rId4" Type="http://schemas.openxmlformats.org/officeDocument/2006/relationships/image" Target="../media/image19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9.svg"/><Relationship Id="rId18" Type="http://schemas.openxmlformats.org/officeDocument/2006/relationships/image" Target="../media/image42.png"/><Relationship Id="rId26" Type="http://schemas.openxmlformats.org/officeDocument/2006/relationships/image" Target="../media/image50.svg"/><Relationship Id="rId39" Type="http://schemas.openxmlformats.org/officeDocument/2006/relationships/image" Target="../media/image23.png"/><Relationship Id="rId21" Type="http://schemas.openxmlformats.org/officeDocument/2006/relationships/image" Target="../media/image45.png"/><Relationship Id="rId34" Type="http://schemas.openxmlformats.org/officeDocument/2006/relationships/image" Target="../media/image22.png"/><Relationship Id="rId42" Type="http://schemas.openxmlformats.org/officeDocument/2006/relationships/image" Target="../media/image26.pn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svg"/><Relationship Id="rId29" Type="http://schemas.openxmlformats.org/officeDocument/2006/relationships/image" Target="../media/image15.png"/><Relationship Id="rId41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24" Type="http://schemas.openxmlformats.org/officeDocument/2006/relationships/image" Target="../media/image48.svg"/><Relationship Id="rId32" Type="http://schemas.openxmlformats.org/officeDocument/2006/relationships/image" Target="../media/image55.png"/><Relationship Id="rId37" Type="http://schemas.openxmlformats.org/officeDocument/2006/relationships/image" Target="../media/image20.png"/><Relationship Id="rId40" Type="http://schemas.openxmlformats.org/officeDocument/2006/relationships/image" Target="../media/image24.png"/><Relationship Id="rId5" Type="http://schemas.openxmlformats.org/officeDocument/2006/relationships/image" Target="../media/image31.svg"/><Relationship Id="rId15" Type="http://schemas.openxmlformats.org/officeDocument/2006/relationships/image" Target="../media/image4.svg"/><Relationship Id="rId23" Type="http://schemas.openxmlformats.org/officeDocument/2006/relationships/image" Target="../media/image47.png"/><Relationship Id="rId28" Type="http://schemas.openxmlformats.org/officeDocument/2006/relationships/image" Target="../media/image52.svg"/><Relationship Id="rId36" Type="http://schemas.openxmlformats.org/officeDocument/2006/relationships/image" Target="../media/image19.png"/><Relationship Id="rId10" Type="http://schemas.openxmlformats.org/officeDocument/2006/relationships/image" Target="../media/image36.png"/><Relationship Id="rId19" Type="http://schemas.openxmlformats.org/officeDocument/2006/relationships/image" Target="../media/image43.svg"/><Relationship Id="rId31" Type="http://schemas.openxmlformats.org/officeDocument/2006/relationships/image" Target="../media/image54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Relationship Id="rId14" Type="http://schemas.openxmlformats.org/officeDocument/2006/relationships/image" Target="../media/image3.png"/><Relationship Id="rId22" Type="http://schemas.openxmlformats.org/officeDocument/2006/relationships/image" Target="../media/image46.svg"/><Relationship Id="rId27" Type="http://schemas.openxmlformats.org/officeDocument/2006/relationships/image" Target="../media/image51.png"/><Relationship Id="rId30" Type="http://schemas.openxmlformats.org/officeDocument/2006/relationships/image" Target="../media/image53.png"/><Relationship Id="rId35" Type="http://schemas.openxmlformats.org/officeDocument/2006/relationships/image" Target="../media/image18.png"/><Relationship Id="rId43" Type="http://schemas.openxmlformats.org/officeDocument/2006/relationships/image" Target="../media/image27.png"/><Relationship Id="rId8" Type="http://schemas.openxmlformats.org/officeDocument/2006/relationships/image" Target="../media/image34.png"/><Relationship Id="rId3" Type="http://schemas.openxmlformats.org/officeDocument/2006/relationships/image" Target="../media/image29.svg"/><Relationship Id="rId12" Type="http://schemas.openxmlformats.org/officeDocument/2006/relationships/image" Target="../media/image38.png"/><Relationship Id="rId17" Type="http://schemas.openxmlformats.org/officeDocument/2006/relationships/image" Target="../media/image41.svg"/><Relationship Id="rId25" Type="http://schemas.openxmlformats.org/officeDocument/2006/relationships/image" Target="../media/image49.png"/><Relationship Id="rId33" Type="http://schemas.openxmlformats.org/officeDocument/2006/relationships/image" Target="../media/image56.png"/><Relationship Id="rId38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8.svg"/><Relationship Id="rId18" Type="http://schemas.openxmlformats.org/officeDocument/2006/relationships/image" Target="../media/image73.png"/><Relationship Id="rId26" Type="http://schemas.openxmlformats.org/officeDocument/2006/relationships/image" Target="../media/image81.png"/><Relationship Id="rId39" Type="http://schemas.openxmlformats.org/officeDocument/2006/relationships/image" Target="../media/image94.png"/><Relationship Id="rId21" Type="http://schemas.openxmlformats.org/officeDocument/2006/relationships/image" Target="../media/image76.svg"/><Relationship Id="rId34" Type="http://schemas.openxmlformats.org/officeDocument/2006/relationships/image" Target="../media/image89.png"/><Relationship Id="rId42" Type="http://schemas.openxmlformats.org/officeDocument/2006/relationships/image" Target="../media/image97.svg"/><Relationship Id="rId7" Type="http://schemas.openxmlformats.org/officeDocument/2006/relationships/image" Target="../media/image62.svg"/><Relationship Id="rId2" Type="http://schemas.openxmlformats.org/officeDocument/2006/relationships/image" Target="../media/image57.png"/><Relationship Id="rId16" Type="http://schemas.openxmlformats.org/officeDocument/2006/relationships/image" Target="../media/image71.png"/><Relationship Id="rId29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svg"/><Relationship Id="rId24" Type="http://schemas.openxmlformats.org/officeDocument/2006/relationships/image" Target="../media/image79.png"/><Relationship Id="rId32" Type="http://schemas.openxmlformats.org/officeDocument/2006/relationships/image" Target="../media/image87.png"/><Relationship Id="rId37" Type="http://schemas.openxmlformats.org/officeDocument/2006/relationships/image" Target="../media/image92.png"/><Relationship Id="rId40" Type="http://schemas.openxmlformats.org/officeDocument/2006/relationships/image" Target="../media/image95.svg"/><Relationship Id="rId45" Type="http://schemas.openxmlformats.org/officeDocument/2006/relationships/image" Target="../media/image100.png"/><Relationship Id="rId5" Type="http://schemas.openxmlformats.org/officeDocument/2006/relationships/image" Target="../media/image60.svg"/><Relationship Id="rId15" Type="http://schemas.openxmlformats.org/officeDocument/2006/relationships/image" Target="../media/image70.svg"/><Relationship Id="rId23" Type="http://schemas.openxmlformats.org/officeDocument/2006/relationships/image" Target="../media/image78.svg"/><Relationship Id="rId28" Type="http://schemas.openxmlformats.org/officeDocument/2006/relationships/image" Target="../media/image83.png"/><Relationship Id="rId36" Type="http://schemas.openxmlformats.org/officeDocument/2006/relationships/image" Target="../media/image91.png"/><Relationship Id="rId10" Type="http://schemas.openxmlformats.org/officeDocument/2006/relationships/image" Target="../media/image65.png"/><Relationship Id="rId19" Type="http://schemas.openxmlformats.org/officeDocument/2006/relationships/image" Target="../media/image74.svg"/><Relationship Id="rId31" Type="http://schemas.openxmlformats.org/officeDocument/2006/relationships/image" Target="../media/image86.png"/><Relationship Id="rId44" Type="http://schemas.openxmlformats.org/officeDocument/2006/relationships/image" Target="../media/image99.png"/><Relationship Id="rId4" Type="http://schemas.openxmlformats.org/officeDocument/2006/relationships/image" Target="../media/image59.png"/><Relationship Id="rId9" Type="http://schemas.openxmlformats.org/officeDocument/2006/relationships/image" Target="../media/image64.svg"/><Relationship Id="rId14" Type="http://schemas.openxmlformats.org/officeDocument/2006/relationships/image" Target="../media/image69.png"/><Relationship Id="rId22" Type="http://schemas.openxmlformats.org/officeDocument/2006/relationships/image" Target="../media/image77.png"/><Relationship Id="rId27" Type="http://schemas.openxmlformats.org/officeDocument/2006/relationships/image" Target="../media/image82.png"/><Relationship Id="rId30" Type="http://schemas.openxmlformats.org/officeDocument/2006/relationships/image" Target="../media/image85.png"/><Relationship Id="rId35" Type="http://schemas.openxmlformats.org/officeDocument/2006/relationships/image" Target="../media/image90.png"/><Relationship Id="rId43" Type="http://schemas.openxmlformats.org/officeDocument/2006/relationships/image" Target="../media/image98.png"/><Relationship Id="rId8" Type="http://schemas.openxmlformats.org/officeDocument/2006/relationships/image" Target="../media/image63.png"/><Relationship Id="rId3" Type="http://schemas.openxmlformats.org/officeDocument/2006/relationships/image" Target="../media/image58.svg"/><Relationship Id="rId12" Type="http://schemas.openxmlformats.org/officeDocument/2006/relationships/image" Target="../media/image67.png"/><Relationship Id="rId17" Type="http://schemas.openxmlformats.org/officeDocument/2006/relationships/image" Target="../media/image72.svg"/><Relationship Id="rId25" Type="http://schemas.openxmlformats.org/officeDocument/2006/relationships/image" Target="../media/image80.svg"/><Relationship Id="rId33" Type="http://schemas.openxmlformats.org/officeDocument/2006/relationships/image" Target="../media/image88.png"/><Relationship Id="rId38" Type="http://schemas.openxmlformats.org/officeDocument/2006/relationships/image" Target="../media/image93.svg"/><Relationship Id="rId20" Type="http://schemas.openxmlformats.org/officeDocument/2006/relationships/image" Target="../media/image75.png"/><Relationship Id="rId41" Type="http://schemas.openxmlformats.org/officeDocument/2006/relationships/image" Target="../media/image9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image" Target="../media/image101.png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98.png"/><Relationship Id="rId10" Type="http://schemas.openxmlformats.org/officeDocument/2006/relationships/image" Target="../media/image88.png"/><Relationship Id="rId4" Type="http://schemas.openxmlformats.org/officeDocument/2006/relationships/image" Target="../media/image81.png"/><Relationship Id="rId9" Type="http://schemas.openxmlformats.org/officeDocument/2006/relationships/image" Target="../media/image87.png"/><Relationship Id="rId14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image" Target="../media/image101.png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98.png"/><Relationship Id="rId10" Type="http://schemas.openxmlformats.org/officeDocument/2006/relationships/image" Target="../media/image88.png"/><Relationship Id="rId4" Type="http://schemas.openxmlformats.org/officeDocument/2006/relationships/image" Target="../media/image81.png"/><Relationship Id="rId9" Type="http://schemas.openxmlformats.org/officeDocument/2006/relationships/image" Target="../media/image87.png"/><Relationship Id="rId14" Type="http://schemas.openxmlformats.org/officeDocument/2006/relationships/image" Target="../media/image8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image" Target="../media/image101.png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98.png"/><Relationship Id="rId10" Type="http://schemas.openxmlformats.org/officeDocument/2006/relationships/image" Target="../media/image88.png"/><Relationship Id="rId4" Type="http://schemas.openxmlformats.org/officeDocument/2006/relationships/image" Target="../media/image81.png"/><Relationship Id="rId9" Type="http://schemas.openxmlformats.org/officeDocument/2006/relationships/image" Target="../media/image87.png"/><Relationship Id="rId14" Type="http://schemas.openxmlformats.org/officeDocument/2006/relationships/image" Target="../media/image8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4.png"/><Relationship Id="rId7" Type="http://schemas.openxmlformats.org/officeDocument/2006/relationships/image" Target="../media/image108.tmp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tmp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2.tm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7" Type="http://schemas.openxmlformats.org/officeDocument/2006/relationships/image" Target="../media/image12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18" Type="http://schemas.openxmlformats.org/officeDocument/2006/relationships/image" Target="../media/image121.png"/><Relationship Id="rId3" Type="http://schemas.openxmlformats.org/officeDocument/2006/relationships/image" Target="../media/image102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17" Type="http://schemas.openxmlformats.org/officeDocument/2006/relationships/image" Target="../media/image100.png"/><Relationship Id="rId2" Type="http://schemas.openxmlformats.org/officeDocument/2006/relationships/image" Target="../media/image101.png"/><Relationship Id="rId16" Type="http://schemas.openxmlformats.org/officeDocument/2006/relationships/image" Target="../media/image99.png"/><Relationship Id="rId20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98.png"/><Relationship Id="rId10" Type="http://schemas.openxmlformats.org/officeDocument/2006/relationships/image" Target="../media/image88.png"/><Relationship Id="rId19" Type="http://schemas.openxmlformats.org/officeDocument/2006/relationships/image" Target="../media/image122.svg"/><Relationship Id="rId4" Type="http://schemas.openxmlformats.org/officeDocument/2006/relationships/image" Target="../media/image81.png"/><Relationship Id="rId9" Type="http://schemas.openxmlformats.org/officeDocument/2006/relationships/image" Target="../media/image87.png"/><Relationship Id="rId14" Type="http://schemas.openxmlformats.org/officeDocument/2006/relationships/image" Target="../media/image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6150" y="5689858"/>
            <a:ext cx="838200" cy="97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(1/3)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54510" y="3521157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AB6CC8-1FA0-631D-F33D-75BEA6DA089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DA377-2B3F-3437-9C19-30153364D640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4201C99D-802D-7979-EB52-F5BAA7551E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32222F1-6F60-7A49-A426-AA04191E88FE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DAAAF663-DC26-CB87-48E3-5F471A463D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B1D4E3D-E199-B5ED-695D-740F824E9B99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F331609C-DCF9-2D2D-EE25-30694FEA6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34DB18-1205-1199-CAB6-91A884735957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842A6F0-27F7-EB2F-F142-6DA300ACDC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E1A242C1-28A4-26BB-A5A1-3ECADBDDDFD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1D3B9A2-4CED-B978-74C4-D10465DA7203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6DEEE-EEB7-8DFE-05B5-D235175AD4B9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59461F9-DE29-1C31-242D-EA2E819F35F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C494AB3-9948-2C36-7113-D06F47B56EFE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C8179-27A4-7D8A-139D-74FE821384DA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46F00-8EBD-82CE-A880-17B85E8B6BF0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38EDE1-D340-FDE2-ED71-EA21586486B6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789757F3-36A3-EB4C-AAA7-EDB0EE7DF30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F9AA02C-8DD8-67EF-56A6-9F9BCE644722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014FF813-0C01-EC79-29F9-E3AE5A44A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37C82FF-53F8-DB52-969E-D831C3E19154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A1657C-DD2B-1F19-CF29-903C612BA57C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FA04CF48-0777-0FAD-BA7D-3A413D744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0A2748C-BCA7-0401-9439-B03B8CE043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93BD2451-E267-E212-0452-75F2C9C180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F21DA35-4E1F-183A-618B-83DC930BB143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A147223B-E93C-399C-54E8-BFF24D78DA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E9A60E7-D461-1386-A791-DA290D4430B5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708AECB3-90EB-58EC-DB97-AD825ECA65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A72D2988-F1CA-D75D-23BF-F1F357E990A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A1844FE9-EEFB-9804-05DB-3DE5CC8597DA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8F7D06-C57E-4C2B-9B6E-5ED581D7196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21DAD4-945A-F75B-46E5-DE38C70838FB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7DABCBE-A650-A3AA-A663-A99C4CDC3425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FE8ACA5-01A3-290F-EDD1-AC54717AF2A9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82C14F8-8616-5A48-64ED-203B0AFD58A2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026CDBC-016E-AFD4-5AB7-12FAB18443E3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1A37AC88-CB29-E805-7682-CDD66B5D986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2CB49251-A6B6-BD9D-E564-E172B73B8A78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3CA85433-7851-1FDF-4C1A-240E54439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13E552-EF76-0084-8E30-B20C6FEA1573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7BCD93-3FEA-609C-FAE5-4964280F9D9E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FA7D5FBA-1685-49C8-2AA6-ACA201A0C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056EC3-1C41-6850-6E78-411245B971F1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0D34C0A2-1C11-E04A-6015-80899E2748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B78080FD-E3E9-EF68-57F4-529A475779BB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F1CEA795-CD27-F8CF-311F-1D310BD2F6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40ABE69-BC1B-69D4-AA64-E075C6767A73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F73ED5F2-A46D-A2BF-40DA-16FBAC0FBF8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E764A635-5902-99B5-EF23-0E154FAC29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8E4EE20A-DA6B-A810-A56E-D358D3FDE2EB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D854A5F-3321-5432-A816-867E063D8B7A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CA9E3B9-3081-063F-886A-15EB961A2BB7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54DC33BA-8D18-D449-E022-DCE82BB120A0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64815-F70D-C8F2-B6F1-77E415ADDDC8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AB052C-AB54-4D2C-610F-21A338ED6E05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F809B0-F942-AC67-7414-20610C02DA5F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041E0EEA-1934-9F61-FC7A-EFB3CFC9E4F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C85E99-994F-0197-1880-EC02F568B41E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2474CAEB-8355-63C3-AF65-7A5807972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7AA685A-48FC-4F84-2453-1BEEE809E7A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00EA5A3-E785-81F2-4114-E3D58C1CAF0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A3A7F8D5-14FA-C693-50A4-99BB77C1552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82C8-8B0C-1BA3-5954-EB71528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2326-F31C-A1A7-D0ED-52580E5F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(2/3)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3B670-DCB7-DCF4-6D4A-EEEFA80CE1A2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1573A2-1D7D-F29B-54B1-C692CBFBF32C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5 – Top Pocket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78159C3C-5831-2958-95EE-3583437B43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FE6C760-792D-DB4A-6495-5BA24B38045E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8 1 4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A5BE54E2-EBC3-4674-AB8F-3B9174F9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30855E8-92D5-BC79-255D-E4029B5E3541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CD4117EB-10C6-41C9-0DB1-D6420098DF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4F793E-5543-F716-3056-5CF7D057AFFE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08D6F781-290C-E54B-E65F-1F1CCC64266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9B86FE9B-89B3-8917-8548-88DA03E7F6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B9BB15-BC8D-019F-EA4F-91176403144C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B8947A-F408-79C6-EBC8-3A5E8529B7D8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E4952C-88C0-1339-131B-B03349ADE030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F2F61AC-589E-0759-1C12-29F284F134E6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Lego pieces for satellite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DAB8B1-0F26-3024-52FA-4A210F69AFB4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(4 orange)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pets' pieces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49F4A9-57AC-99C2-2176-5E7C7D653F6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6BB599-AD77-2A43-F258-60227753D3FE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E644CEFB-8EBE-9B5D-8282-5A5C3A26BC7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6FC61BE-D650-4390-7E06-CFC924DAE7BC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AA1FDFB3-B7C4-CB17-915F-74864E21D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8DDD4D-6597-177A-5343-E464A7C152C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EDA81-5D0B-C790-657E-62EB57C2A8B4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F1DEF7B2-652B-2DC4-EDD2-CAF55505C9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32D738-4641-5766-2137-0A22288A6E33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40DDB096-4AE6-8E68-253B-CBDF49883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16BDD1E-5DB3-0485-48D5-E23604D6B513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037B9E7A-C38E-9E2B-231C-7D7948FA12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EF31E-9526-B76F-C998-305F7B5FC4B2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9925C9A-743F-E9B4-D274-1BAAF77A8E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0E343E8E-B663-CE05-8FBD-BEE9AC8767F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2EB6A25-0BBA-C203-61F3-A7572EB53E42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051AC-0357-F4FE-F941-1A1E19BAA081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64FF0A-C34E-9F94-3279-576BD6BE5D6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EDB91A9-79A3-6A8C-40C7-1F9B33BBE635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67E7D3-27FC-6EA1-E9D8-8C179B0D0572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4B4EAE-6719-5660-565E-FB953E96EB18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94C5710-0E92-7380-FDED-D5634EE6144E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B141E0F6-BB9C-7E55-650B-D2E28A9A3F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5030856-3FC7-E2FF-1B4C-49613E19FD56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6B028863-9FEC-E61D-60BE-D88D9B41E0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1DF54C16-DC9E-BDB6-3B39-823BD2AA4AAF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275A4F-44B9-4BA5-59DE-32270F2026D0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73558A53-44F7-799B-6373-B95B4D2F17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9424E05C-1176-CC0A-9A53-8E66F75E3A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5867DA11-66D0-1606-ADC2-7237889276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E995D96-941A-379C-600A-27CAEFD3A36E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10C16493-9273-6B44-2371-01D6B04F50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6E9445-4D26-EA16-CE38-165F15BC9F07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13916E2F-8093-1357-D782-86EFB30419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37BA1585-CA38-1097-55BD-39ACC621C12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C2F65F9-7920-2820-0B1E-28F590BCE221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76CCC12-FBE3-881B-209E-8977C53C274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F48A628-D5C6-DF78-FD28-E95ECF6699FC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A03FB2F6-305B-8164-6237-260E5A53ABF1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0D267C-14D9-D8DD-EADF-310ACBC9FE7E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CFB0C5-0D91-416B-7F6B-55E35561D380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279869-83C4-D00B-CE07-812CA4217C81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C7065CB2-7A7B-6991-72B3-06352D3A09D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FE1E0DB4-67FC-A5C3-46E6-1BDDE8C02AF9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B23026C0-5552-8EF8-5C6D-C9D0DB7B57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4594A45-905F-F7C7-66EF-B22A56177F71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1B0AE78-6926-9950-8DCA-A9FEFC5D8412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CB5D1F4D-C499-836E-9210-EFE90EB906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324F6D6-9B08-14E8-3AC7-14135C058327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E9CC66DC-28C6-25A0-6CE8-CFE29DA590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F145208A-D386-FAA6-E4C1-49944ECA6D5A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4D4E2DB-DD5F-4A74-914D-4EC97E15AB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C8DCD40-29CC-6FE4-4582-34F1A5616F1E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A27F3C77-D571-9A65-CA07-23029D2066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3187145D-FF27-EB1F-41C6-D7AEE999021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79922A98-61B9-F17D-B448-B47FB6906608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269022-16AF-C956-D66C-FFE54443CC02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77FDAB-01B2-C1DD-62DE-24ACF79FE236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E8B2BA82-87D1-DF71-BC1A-36F6CEBAD499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E98D30B-3822-62B5-A252-7C5B2C1E7FD5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FF0C398-D126-EB5B-BF62-A4073DE62D8E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F59BAE-F8ED-E730-4988-D87170213CE2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9394FE89-9E05-342E-1D0D-BCFDFD059F6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C62744C8-DF5F-3C89-4564-C9881CFF86D7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D65D5188-24CF-C88D-1542-DB7D92D85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0892F80-22F5-22A4-93A0-0E5ABED899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FE25506-7C8E-6292-E5D2-2D1F07D13D5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8FF233E-9BD6-AC67-2BCB-74C29EF8A3A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214A53E-ED77-D8AD-E5E8-690647BAD07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52807" y="3500794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40374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chemeClr val="bg1"/>
                </a:solidFill>
              </a:rPr>
              <a:t>414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414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E1B97-BB50-D35E-659A-F9423D746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03" y="1217126"/>
            <a:ext cx="8916644" cy="165758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1194406" y="1632214"/>
            <a:ext cx="901663" cy="5800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B238-9657-06D5-6393-DF83F4BB5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938" y="748985"/>
            <a:ext cx="8913124" cy="1652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93A207-590F-2BAF-B935-8C05BD934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810" y="132890"/>
            <a:ext cx="7554379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11164</TotalTime>
  <Words>1353</Words>
  <Application>Microsoft Office PowerPoint</Application>
  <PresentationFormat>Widescreen</PresentationFormat>
  <Paragraphs>322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 (1/3)</vt:lpstr>
      <vt:lpstr>Backpack flowchart (2/3)</vt:lpstr>
      <vt:lpstr>Backpack flowchart</vt:lpstr>
      <vt:lpstr>Backpack flowchart</vt:lpstr>
      <vt:lpstr>Backpack flowchart</vt:lpstr>
      <vt:lpstr>Icons for locks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Simon Guettier</cp:lastModifiedBy>
  <cp:revision>26</cp:revision>
  <dcterms:created xsi:type="dcterms:W3CDTF">2025-11-25T00:30:23Z</dcterms:created>
  <dcterms:modified xsi:type="dcterms:W3CDTF">2025-12-27T20:22:13Z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