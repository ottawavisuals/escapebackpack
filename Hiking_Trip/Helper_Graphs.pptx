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1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88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69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8A18"/>
    <a:srgbClr val="0055BF"/>
    <a:srgbClr val="C91A09"/>
    <a:srgbClr val="582A12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6BA806-BC8F-4D94-B324-6888291636E2}" v="172" dt="2025-12-07T03:35:25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on Guettier" userId="aecb12b45723362e" providerId="LiveId" clId="{93106A41-72F2-4D58-BE20-2D0BA65C9A85}"/>
    <pc:docChg chg="undo custSel addSld delSld modSld sldOrd modMainMaster">
      <pc:chgData name="Simon Guettier" userId="aecb12b45723362e" providerId="LiveId" clId="{93106A41-72F2-4D58-BE20-2D0BA65C9A85}" dt="2025-12-07T03:35:27.783" v="1289" actId="14100"/>
      <pc:docMkLst>
        <pc:docMk/>
      </pc:docMkLst>
      <pc:sldChg chg="addSp modSp mod">
        <pc:chgData name="Simon Guettier" userId="aecb12b45723362e" providerId="LiveId" clId="{93106A41-72F2-4D58-BE20-2D0BA65C9A85}" dt="2025-12-06T00:39:54.002" v="476"/>
        <pc:sldMkLst>
          <pc:docMk/>
          <pc:sldMk cId="4212650458" sldId="256"/>
        </pc:sldMkLst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4212650458" sldId="256"/>
            <ac:spMk id="18" creationId="{BB7E9B04-9AB5-4910-865B-83464D2529B9}"/>
          </ac:spMkLst>
        </pc:spChg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4212650458" sldId="256"/>
            <ac:spMk id="19" creationId="{C350B7BE-1350-6E92-6580-B78AB9364FD9}"/>
          </ac:spMkLst>
        </pc:spChg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4212650458" sldId="256"/>
            <ac:spMk id="20" creationId="{8429142E-A2B9-3458-2878-C33D1E671358}"/>
          </ac:spMkLst>
        </pc:spChg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4212650458" sldId="256"/>
            <ac:spMk id="21" creationId="{193D0EB1-2224-B616-F86B-99675AB07DC2}"/>
          </ac:spMkLst>
        </pc:spChg>
        <pc:cxnChg chg="mod">
          <ac:chgData name="Simon Guettier" userId="aecb12b45723362e" providerId="LiveId" clId="{93106A41-72F2-4D58-BE20-2D0BA65C9A85}" dt="2025-12-06T00:39:54.002" v="476"/>
          <ac:cxnSpMkLst>
            <pc:docMk/>
            <pc:sldMk cId="4212650458" sldId="256"/>
            <ac:cxnSpMk id="7" creationId="{2D9975CA-4453-3B19-59E6-A2F42B69CC20}"/>
          </ac:cxnSpMkLst>
        </pc:cxnChg>
        <pc:cxnChg chg="mod">
          <ac:chgData name="Simon Guettier" userId="aecb12b45723362e" providerId="LiveId" clId="{93106A41-72F2-4D58-BE20-2D0BA65C9A85}" dt="2025-12-06T00:39:54.002" v="476"/>
          <ac:cxnSpMkLst>
            <pc:docMk/>
            <pc:sldMk cId="4212650458" sldId="256"/>
            <ac:cxnSpMk id="11" creationId="{B7900F1C-81B4-EA75-1F85-4E3F97BE7F71}"/>
          </ac:cxnSpMkLst>
        </pc:cxnChg>
        <pc:cxnChg chg="mod">
          <ac:chgData name="Simon Guettier" userId="aecb12b45723362e" providerId="LiveId" clId="{93106A41-72F2-4D58-BE20-2D0BA65C9A85}" dt="2025-12-06T00:39:54.002" v="476"/>
          <ac:cxnSpMkLst>
            <pc:docMk/>
            <pc:sldMk cId="4212650458" sldId="256"/>
            <ac:cxnSpMk id="13" creationId="{FA101BD4-7D1C-E6DA-C859-50C06B3CC39A}"/>
          </ac:cxnSpMkLst>
        </pc:cxnChg>
        <pc:cxnChg chg="mod">
          <ac:chgData name="Simon Guettier" userId="aecb12b45723362e" providerId="LiveId" clId="{93106A41-72F2-4D58-BE20-2D0BA65C9A85}" dt="2025-12-06T00:39:54.002" v="476"/>
          <ac:cxnSpMkLst>
            <pc:docMk/>
            <pc:sldMk cId="4212650458" sldId="256"/>
            <ac:cxnSpMk id="14" creationId="{1114557E-EBB8-2AB1-DA0B-FA0EBB2B8A9B}"/>
          </ac:cxnSpMkLst>
        </pc:cxnChg>
        <pc:cxnChg chg="add mod">
          <ac:chgData name="Simon Guettier" userId="aecb12b45723362e" providerId="LiveId" clId="{93106A41-72F2-4D58-BE20-2D0BA65C9A85}" dt="2025-12-06T00:39:54.002" v="476"/>
          <ac:cxnSpMkLst>
            <pc:docMk/>
            <pc:sldMk cId="4212650458" sldId="256"/>
            <ac:cxnSpMk id="16" creationId="{D623E894-85AF-A911-54B3-F6B7AB5C241C}"/>
          </ac:cxnSpMkLst>
        </pc:cxnChg>
        <pc:cxnChg chg="add mod">
          <ac:chgData name="Simon Guettier" userId="aecb12b45723362e" providerId="LiveId" clId="{93106A41-72F2-4D58-BE20-2D0BA65C9A85}" dt="2025-12-06T00:39:54.002" v="476"/>
          <ac:cxnSpMkLst>
            <pc:docMk/>
            <pc:sldMk cId="4212650458" sldId="256"/>
            <ac:cxnSpMk id="17" creationId="{97E64FB8-643A-533A-B85C-2F19AD8D07C8}"/>
          </ac:cxnSpMkLst>
        </pc:cxnChg>
      </pc:sldChg>
      <pc:sldChg chg="addSp modSp add mod">
        <pc:chgData name="Simon Guettier" userId="aecb12b45723362e" providerId="LiveId" clId="{93106A41-72F2-4D58-BE20-2D0BA65C9A85}" dt="2025-12-06T00:39:54.002" v="476"/>
        <pc:sldMkLst>
          <pc:docMk/>
          <pc:sldMk cId="2675522248" sldId="257"/>
        </pc:sldMkLst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2675522248" sldId="257"/>
            <ac:spMk id="2" creationId="{659D3EA0-9CA7-E095-C679-3D02A6CA868A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2675522248" sldId="257"/>
            <ac:spMk id="18" creationId="{0CD30731-4FEE-96CF-83A6-7C99B2FF2DB8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2675522248" sldId="257"/>
            <ac:spMk id="19" creationId="{27A7C80B-4CE5-2686-4758-C47C463EC95D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2675522248" sldId="257"/>
            <ac:spMk id="20" creationId="{6EEE2C0E-F917-103D-723F-DFAB8AFD3034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2675522248" sldId="257"/>
            <ac:spMk id="21" creationId="{20D2645C-926C-8EA9-454A-315FC0D20368}"/>
          </ac:spMkLst>
        </pc:spChg>
        <pc:grpChg chg="add mod">
          <ac:chgData name="Simon Guettier" userId="aecb12b45723362e" providerId="LiveId" clId="{93106A41-72F2-4D58-BE20-2D0BA65C9A85}" dt="2025-12-06T00:39:54.002" v="476"/>
          <ac:grpSpMkLst>
            <pc:docMk/>
            <pc:sldMk cId="2675522248" sldId="257"/>
            <ac:grpSpMk id="6" creationId="{F2296634-BD09-49CF-0C23-C05676BBBFCE}"/>
          </ac:grpSpMkLst>
        </pc:grpChg>
        <pc:grpChg chg="add mod">
          <ac:chgData name="Simon Guettier" userId="aecb12b45723362e" providerId="LiveId" clId="{93106A41-72F2-4D58-BE20-2D0BA65C9A85}" dt="2025-12-06T00:39:54.002" v="476"/>
          <ac:grpSpMkLst>
            <pc:docMk/>
            <pc:sldMk cId="2675522248" sldId="257"/>
            <ac:grpSpMk id="8" creationId="{11DD6893-9C76-1171-B926-ED01ADC5F15A}"/>
          </ac:grpSpMkLst>
        </pc:grpChg>
        <pc:cxnChg chg="add mod">
          <ac:chgData name="Simon Guettier" userId="aecb12b45723362e" providerId="LiveId" clId="{93106A41-72F2-4D58-BE20-2D0BA65C9A85}" dt="2025-12-06T00:39:54.002" v="476"/>
          <ac:cxnSpMkLst>
            <pc:docMk/>
            <pc:sldMk cId="2675522248" sldId="257"/>
            <ac:cxnSpMk id="4" creationId="{C7BDEB93-9F4F-AD29-7742-6911B83F2E20}"/>
          </ac:cxnSpMkLst>
        </pc:cxnChg>
        <pc:cxnChg chg="mod">
          <ac:chgData name="Simon Guettier" userId="aecb12b45723362e" providerId="LiveId" clId="{93106A41-72F2-4D58-BE20-2D0BA65C9A85}" dt="2025-12-06T00:39:54.002" v="476"/>
          <ac:cxnSpMkLst>
            <pc:docMk/>
            <pc:sldMk cId="2675522248" sldId="257"/>
            <ac:cxnSpMk id="5" creationId="{60EE9A2C-CE6E-2259-CFF2-FB332075D844}"/>
          </ac:cxnSpMkLst>
        </pc:cxnChg>
        <pc:cxnChg chg="mod">
          <ac:chgData name="Simon Guettier" userId="aecb12b45723362e" providerId="LiveId" clId="{93106A41-72F2-4D58-BE20-2D0BA65C9A85}" dt="2025-11-25T00:54:23.346" v="29" actId="164"/>
          <ac:cxnSpMkLst>
            <pc:docMk/>
            <pc:sldMk cId="2675522248" sldId="257"/>
            <ac:cxnSpMk id="7" creationId="{0DB54CC9-7298-12B6-9AE6-1BCAA087048D}"/>
          </ac:cxnSpMkLst>
        </pc:cxnChg>
        <pc:cxnChg chg="mod">
          <ac:chgData name="Simon Guettier" userId="aecb12b45723362e" providerId="LiveId" clId="{93106A41-72F2-4D58-BE20-2D0BA65C9A85}" dt="2025-11-25T00:54:23.346" v="29" actId="164"/>
          <ac:cxnSpMkLst>
            <pc:docMk/>
            <pc:sldMk cId="2675522248" sldId="257"/>
            <ac:cxnSpMk id="10" creationId="{80154A10-2463-01F8-075F-5055EBA893ED}"/>
          </ac:cxnSpMkLst>
        </pc:cxnChg>
        <pc:cxnChg chg="mod">
          <ac:chgData name="Simon Guettier" userId="aecb12b45723362e" providerId="LiveId" clId="{93106A41-72F2-4D58-BE20-2D0BA65C9A85}" dt="2025-12-06T00:39:54.002" v="476"/>
          <ac:cxnSpMkLst>
            <pc:docMk/>
            <pc:sldMk cId="2675522248" sldId="257"/>
            <ac:cxnSpMk id="11" creationId="{64AF09ED-33BD-2CC7-B6B5-6708C6C8F12D}"/>
          </ac:cxnSpMkLst>
        </pc:cxnChg>
        <pc:cxnChg chg="mod">
          <ac:chgData name="Simon Guettier" userId="aecb12b45723362e" providerId="LiveId" clId="{93106A41-72F2-4D58-BE20-2D0BA65C9A85}" dt="2025-11-25T00:54:23.346" v="29" actId="164"/>
          <ac:cxnSpMkLst>
            <pc:docMk/>
            <pc:sldMk cId="2675522248" sldId="257"/>
            <ac:cxnSpMk id="17" creationId="{612835C1-DD56-2ED5-7BD5-E52D61337AAB}"/>
          </ac:cxnSpMkLst>
        </pc:cxnChg>
      </pc:sldChg>
      <pc:sldChg chg="addSp delSp modSp new mod">
        <pc:chgData name="Simon Guettier" userId="aecb12b45723362e" providerId="LiveId" clId="{93106A41-72F2-4D58-BE20-2D0BA65C9A85}" dt="2025-12-06T00:39:54.002" v="476"/>
        <pc:sldMkLst>
          <pc:docMk/>
          <pc:sldMk cId="1238460746" sldId="258"/>
        </pc:sldMkLst>
        <pc:spChg chg="add mod">
          <ac:chgData name="Simon Guettier" userId="aecb12b45723362e" providerId="LiveId" clId="{93106A41-72F2-4D58-BE20-2D0BA65C9A85}" dt="2025-12-04T01:46:04.588" v="115" actId="164"/>
          <ac:spMkLst>
            <pc:docMk/>
            <pc:sldMk cId="1238460746" sldId="258"/>
            <ac:spMk id="3" creationId="{3B76B0BB-A7A2-8E5C-0DC7-EAAD5F801F7D}"/>
          </ac:spMkLst>
        </pc:spChg>
        <pc:spChg chg="add mod topLvl">
          <ac:chgData name="Simon Guettier" userId="aecb12b45723362e" providerId="LiveId" clId="{93106A41-72F2-4D58-BE20-2D0BA65C9A85}" dt="2025-12-06T00:39:54.002" v="476"/>
          <ac:spMkLst>
            <pc:docMk/>
            <pc:sldMk cId="1238460746" sldId="258"/>
            <ac:spMk id="8" creationId="{40E758CB-D980-ABF8-D4BA-F9325663F9A8}"/>
          </ac:spMkLst>
        </pc:spChg>
        <pc:spChg chg="add mod topLvl">
          <ac:chgData name="Simon Guettier" userId="aecb12b45723362e" providerId="LiveId" clId="{93106A41-72F2-4D58-BE20-2D0BA65C9A85}" dt="2025-12-06T00:39:54.002" v="476"/>
          <ac:spMkLst>
            <pc:docMk/>
            <pc:sldMk cId="1238460746" sldId="258"/>
            <ac:spMk id="9" creationId="{B73D02E9-A029-FEF4-1E33-F02304730ABA}"/>
          </ac:spMkLst>
        </pc:spChg>
        <pc:spChg chg="add mod topLvl">
          <ac:chgData name="Simon Guettier" userId="aecb12b45723362e" providerId="LiveId" clId="{93106A41-72F2-4D58-BE20-2D0BA65C9A85}" dt="2025-12-06T00:39:54.002" v="476"/>
          <ac:spMkLst>
            <pc:docMk/>
            <pc:sldMk cId="1238460746" sldId="258"/>
            <ac:spMk id="11" creationId="{36EC83F7-0B9D-C5CE-F68A-FF282E070C83}"/>
          </ac:spMkLst>
        </pc:spChg>
        <pc:spChg chg="add mod">
          <ac:chgData name="Simon Guettier" userId="aecb12b45723362e" providerId="LiveId" clId="{93106A41-72F2-4D58-BE20-2D0BA65C9A85}" dt="2025-12-04T01:46:04.588" v="115" actId="164"/>
          <ac:spMkLst>
            <pc:docMk/>
            <pc:sldMk cId="1238460746" sldId="258"/>
            <ac:spMk id="12" creationId="{A0A18392-FE67-0570-7177-0415ACC1EDDA}"/>
          </ac:spMkLst>
        </pc:spChg>
        <pc:spChg chg="add mod">
          <ac:chgData name="Simon Guettier" userId="aecb12b45723362e" providerId="LiveId" clId="{93106A41-72F2-4D58-BE20-2D0BA65C9A85}" dt="2025-12-04T01:46:04.588" v="115" actId="164"/>
          <ac:spMkLst>
            <pc:docMk/>
            <pc:sldMk cId="1238460746" sldId="258"/>
            <ac:spMk id="13" creationId="{6516E600-D826-B517-7DB9-03810C224EB1}"/>
          </ac:spMkLst>
        </pc:spChg>
        <pc:spChg chg="add mod">
          <ac:chgData name="Simon Guettier" userId="aecb12b45723362e" providerId="LiveId" clId="{93106A41-72F2-4D58-BE20-2D0BA65C9A85}" dt="2025-12-04T01:46:04.588" v="115" actId="164"/>
          <ac:spMkLst>
            <pc:docMk/>
            <pc:sldMk cId="1238460746" sldId="258"/>
            <ac:spMk id="14" creationId="{43C4F8DB-6FB7-3757-6B88-E985B2925004}"/>
          </ac:spMkLst>
        </pc:spChg>
        <pc:spChg chg="add mod ord">
          <ac:chgData name="Simon Guettier" userId="aecb12b45723362e" providerId="LiveId" clId="{93106A41-72F2-4D58-BE20-2D0BA65C9A85}" dt="2025-12-04T02:10:03.751" v="242" actId="164"/>
          <ac:spMkLst>
            <pc:docMk/>
            <pc:sldMk cId="1238460746" sldId="258"/>
            <ac:spMk id="23" creationId="{4044A9CF-B67E-3212-EE02-BE40F623FACF}"/>
          </ac:spMkLst>
        </pc:spChg>
        <pc:spChg chg="add mod ord">
          <ac:chgData name="Simon Guettier" userId="aecb12b45723362e" providerId="LiveId" clId="{93106A41-72F2-4D58-BE20-2D0BA65C9A85}" dt="2025-12-06T00:39:54.002" v="476"/>
          <ac:spMkLst>
            <pc:docMk/>
            <pc:sldMk cId="1238460746" sldId="258"/>
            <ac:spMk id="24" creationId="{CB4DD48E-8012-3519-35C0-D8C48BD222F8}"/>
          </ac:spMkLst>
        </pc:spChg>
        <pc:spChg chg="add mod">
          <ac:chgData name="Simon Guettier" userId="aecb12b45723362e" providerId="LiveId" clId="{93106A41-72F2-4D58-BE20-2D0BA65C9A85}" dt="2025-12-04T02:10:19.575" v="246" actId="164"/>
          <ac:spMkLst>
            <pc:docMk/>
            <pc:sldMk cId="1238460746" sldId="258"/>
            <ac:spMk id="25" creationId="{394EAD16-5192-0F70-3595-5B26E320DC9C}"/>
          </ac:spMkLst>
        </pc:spChg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1238460746" sldId="258"/>
            <ac:spMk id="27" creationId="{D905340D-F683-3704-DC90-3F8CD6B4952F}"/>
          </ac:spMkLst>
        </pc:spChg>
        <pc:spChg chg="add mod">
          <ac:chgData name="Simon Guettier" userId="aecb12b45723362e" providerId="LiveId" clId="{93106A41-72F2-4D58-BE20-2D0BA65C9A85}" dt="2025-12-04T02:10:07.847" v="243" actId="164"/>
          <ac:spMkLst>
            <pc:docMk/>
            <pc:sldMk cId="1238460746" sldId="258"/>
            <ac:spMk id="28" creationId="{66CC9726-3E1F-9860-1FA5-0D43E2783109}"/>
          </ac:spMkLst>
        </pc:spChg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1238460746" sldId="258"/>
            <ac:spMk id="29" creationId="{5AE25794-E487-509E-5BA6-B4381B96926B}"/>
          </ac:spMkLst>
        </pc:spChg>
        <pc:spChg chg="add mod">
          <ac:chgData name="Simon Guettier" userId="aecb12b45723362e" providerId="LiveId" clId="{93106A41-72F2-4D58-BE20-2D0BA65C9A85}" dt="2025-12-04T02:10:34.675" v="250" actId="164"/>
          <ac:spMkLst>
            <pc:docMk/>
            <pc:sldMk cId="1238460746" sldId="258"/>
            <ac:spMk id="30" creationId="{A9BECD68-A5C0-239C-97C1-831EF0E1D5F4}"/>
          </ac:spMkLst>
        </pc:spChg>
        <pc:spChg chg="add mod">
          <ac:chgData name="Simon Guettier" userId="aecb12b45723362e" providerId="LiveId" clId="{93106A41-72F2-4D58-BE20-2D0BA65C9A85}" dt="2025-12-04T02:10:22.572" v="247" actId="164"/>
          <ac:spMkLst>
            <pc:docMk/>
            <pc:sldMk cId="1238460746" sldId="258"/>
            <ac:spMk id="31" creationId="{8E4B0193-34E4-5D70-3C4B-2FF9035CA81D}"/>
          </ac:spMkLst>
        </pc:spChg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1238460746" sldId="258"/>
            <ac:spMk id="32" creationId="{E9F453FC-96EF-F80B-05D4-E609AF472B43}"/>
          </ac:spMkLst>
        </pc:spChg>
        <pc:spChg chg="add mod">
          <ac:chgData name="Simon Guettier" userId="aecb12b45723362e" providerId="LiveId" clId="{93106A41-72F2-4D58-BE20-2D0BA65C9A85}" dt="2025-12-04T02:10:37.812" v="251" actId="164"/>
          <ac:spMkLst>
            <pc:docMk/>
            <pc:sldMk cId="1238460746" sldId="258"/>
            <ac:spMk id="55" creationId="{EBBA40AA-E006-A359-6F4E-7B7405F1873C}"/>
          </ac:spMkLst>
        </pc:spChg>
        <pc:spChg chg="add mod topLvl">
          <ac:chgData name="Simon Guettier" userId="aecb12b45723362e" providerId="LiveId" clId="{93106A41-72F2-4D58-BE20-2D0BA65C9A85}" dt="2025-12-06T00:39:54.002" v="476"/>
          <ac:spMkLst>
            <pc:docMk/>
            <pc:sldMk cId="1238460746" sldId="258"/>
            <ac:spMk id="56" creationId="{AFC07B00-D21F-9F6B-A7CC-27CC36DD3CA4}"/>
          </ac:spMkLst>
        </pc:spChg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1238460746" sldId="258"/>
            <ac:spMk id="57" creationId="{E7D41531-FF9D-93EB-B325-B07B68360606}"/>
          </ac:spMkLst>
        </pc:spChg>
        <pc:spChg chg="add mod">
          <ac:chgData name="Simon Guettier" userId="aecb12b45723362e" providerId="LiveId" clId="{93106A41-72F2-4D58-BE20-2D0BA65C9A85}" dt="2025-12-04T02:19:17.363" v="322" actId="1076"/>
          <ac:spMkLst>
            <pc:docMk/>
            <pc:sldMk cId="1238460746" sldId="258"/>
            <ac:spMk id="90" creationId="{2E7490FD-A1DA-D9F4-3A67-11441EF32CC9}"/>
          </ac:spMkLst>
        </pc:spChg>
        <pc:spChg chg="add mod">
          <ac:chgData name="Simon Guettier" userId="aecb12b45723362e" providerId="LiveId" clId="{93106A41-72F2-4D58-BE20-2D0BA65C9A85}" dt="2025-12-04T02:19:21.769" v="324" actId="1076"/>
          <ac:spMkLst>
            <pc:docMk/>
            <pc:sldMk cId="1238460746" sldId="258"/>
            <ac:spMk id="91" creationId="{66AA5901-E5FD-EDF6-D747-7ECB889B5454}"/>
          </ac:spMkLst>
        </pc:spChg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1238460746" sldId="258"/>
            <ac:spMk id="92" creationId="{5A65B6C7-CB2F-5603-702E-FFD9BEAFFD46}"/>
          </ac:spMkLst>
        </pc:spChg>
        <pc:grpChg chg="add mod">
          <ac:chgData name="Simon Guettier" userId="aecb12b45723362e" providerId="LiveId" clId="{93106A41-72F2-4D58-BE20-2D0BA65C9A85}" dt="2025-12-04T01:46:04.588" v="115" actId="164"/>
          <ac:grpSpMkLst>
            <pc:docMk/>
            <pc:sldMk cId="1238460746" sldId="258"/>
            <ac:grpSpMk id="18" creationId="{51EA37AB-B220-2399-796D-F5820B72F0E0}"/>
          </ac:grpSpMkLst>
        </pc:grpChg>
        <pc:grpChg chg="add mod">
          <ac:chgData name="Simon Guettier" userId="aecb12b45723362e" providerId="LiveId" clId="{93106A41-72F2-4D58-BE20-2D0BA65C9A85}" dt="2025-12-04T02:10:03.751" v="242" actId="164"/>
          <ac:grpSpMkLst>
            <pc:docMk/>
            <pc:sldMk cId="1238460746" sldId="258"/>
            <ac:grpSpMk id="58" creationId="{7A62B210-D44B-A368-E83E-D60A3082306C}"/>
          </ac:grpSpMkLst>
        </pc:grpChg>
        <pc:grpChg chg="add mod">
          <ac:chgData name="Simon Guettier" userId="aecb12b45723362e" providerId="LiveId" clId="{93106A41-72F2-4D58-BE20-2D0BA65C9A85}" dt="2025-12-04T02:10:07.847" v="243" actId="164"/>
          <ac:grpSpMkLst>
            <pc:docMk/>
            <pc:sldMk cId="1238460746" sldId="258"/>
            <ac:grpSpMk id="59" creationId="{AA759ED9-406E-43D2-CCE0-8C3C08A2CF41}"/>
          </ac:grpSpMkLst>
        </pc:grpChg>
        <pc:grpChg chg="add mod">
          <ac:chgData name="Simon Guettier" userId="aecb12b45723362e" providerId="LiveId" clId="{93106A41-72F2-4D58-BE20-2D0BA65C9A85}" dt="2025-12-04T02:10:12.343" v="244" actId="164"/>
          <ac:grpSpMkLst>
            <pc:docMk/>
            <pc:sldMk cId="1238460746" sldId="258"/>
            <ac:grpSpMk id="60" creationId="{40E3D145-1320-08D3-FA6A-845918E81BA4}"/>
          </ac:grpSpMkLst>
        </pc:grpChg>
        <pc:grpChg chg="add mod">
          <ac:chgData name="Simon Guettier" userId="aecb12b45723362e" providerId="LiveId" clId="{93106A41-72F2-4D58-BE20-2D0BA65C9A85}" dt="2025-12-04T02:10:16.590" v="245" actId="164"/>
          <ac:grpSpMkLst>
            <pc:docMk/>
            <pc:sldMk cId="1238460746" sldId="258"/>
            <ac:grpSpMk id="61" creationId="{83C42B7E-8ED2-0D79-31C3-52259F8BBD23}"/>
          </ac:grpSpMkLst>
        </pc:grpChg>
        <pc:grpChg chg="add mod">
          <ac:chgData name="Simon Guettier" userId="aecb12b45723362e" providerId="LiveId" clId="{93106A41-72F2-4D58-BE20-2D0BA65C9A85}" dt="2025-12-04T02:10:19.575" v="246" actId="164"/>
          <ac:grpSpMkLst>
            <pc:docMk/>
            <pc:sldMk cId="1238460746" sldId="258"/>
            <ac:grpSpMk id="62" creationId="{5F34E5AB-0263-EF1B-0BF3-B373D8490A30}"/>
          </ac:grpSpMkLst>
        </pc:grpChg>
        <pc:grpChg chg="add mod">
          <ac:chgData name="Simon Guettier" userId="aecb12b45723362e" providerId="LiveId" clId="{93106A41-72F2-4D58-BE20-2D0BA65C9A85}" dt="2025-12-04T02:10:22.572" v="247" actId="164"/>
          <ac:grpSpMkLst>
            <pc:docMk/>
            <pc:sldMk cId="1238460746" sldId="258"/>
            <ac:grpSpMk id="63" creationId="{99E249E1-54E4-587B-A185-A472A7EEB742}"/>
          </ac:grpSpMkLst>
        </pc:grpChg>
        <pc:grpChg chg="add mod">
          <ac:chgData name="Simon Guettier" userId="aecb12b45723362e" providerId="LiveId" clId="{93106A41-72F2-4D58-BE20-2D0BA65C9A85}" dt="2025-12-04T02:10:25.932" v="248" actId="164"/>
          <ac:grpSpMkLst>
            <pc:docMk/>
            <pc:sldMk cId="1238460746" sldId="258"/>
            <ac:grpSpMk id="64" creationId="{C784DB21-D6E7-B648-14B6-4B2578AE59E5}"/>
          </ac:grpSpMkLst>
        </pc:grpChg>
        <pc:grpChg chg="add mod">
          <ac:chgData name="Simon Guettier" userId="aecb12b45723362e" providerId="LiveId" clId="{93106A41-72F2-4D58-BE20-2D0BA65C9A85}" dt="2025-12-04T02:10:30.102" v="249" actId="164"/>
          <ac:grpSpMkLst>
            <pc:docMk/>
            <pc:sldMk cId="1238460746" sldId="258"/>
            <ac:grpSpMk id="65" creationId="{539F153C-A2F9-C7EF-61CB-BDE680895589}"/>
          </ac:grpSpMkLst>
        </pc:grpChg>
        <pc:grpChg chg="add mod">
          <ac:chgData name="Simon Guettier" userId="aecb12b45723362e" providerId="LiveId" clId="{93106A41-72F2-4D58-BE20-2D0BA65C9A85}" dt="2025-12-04T02:10:34.675" v="250" actId="164"/>
          <ac:grpSpMkLst>
            <pc:docMk/>
            <pc:sldMk cId="1238460746" sldId="258"/>
            <ac:grpSpMk id="66" creationId="{BD655C68-26B7-8628-3885-70EA918F680E}"/>
          </ac:grpSpMkLst>
        </pc:grpChg>
        <pc:grpChg chg="add mod">
          <ac:chgData name="Simon Guettier" userId="aecb12b45723362e" providerId="LiveId" clId="{93106A41-72F2-4D58-BE20-2D0BA65C9A85}" dt="2025-12-04T02:10:37.812" v="251" actId="164"/>
          <ac:grpSpMkLst>
            <pc:docMk/>
            <pc:sldMk cId="1238460746" sldId="258"/>
            <ac:grpSpMk id="67" creationId="{B0E6F12A-C1AB-6008-8907-FBB78DBC324B}"/>
          </ac:grpSpMkLst>
        </pc:grpChg>
        <pc:grpChg chg="add mod">
          <ac:chgData name="Simon Guettier" userId="aecb12b45723362e" providerId="LiveId" clId="{93106A41-72F2-4D58-BE20-2D0BA65C9A85}" dt="2025-12-04T02:10:44.670" v="253" actId="164"/>
          <ac:grpSpMkLst>
            <pc:docMk/>
            <pc:sldMk cId="1238460746" sldId="258"/>
            <ac:grpSpMk id="69" creationId="{73BE0BFF-F833-FBDE-7C3F-50EFAD2B27D0}"/>
          </ac:grpSpMkLst>
        </pc:grpChg>
        <pc:picChg chg="add mod">
          <ac:chgData name="Simon Guettier" userId="aecb12b45723362e" providerId="LiveId" clId="{93106A41-72F2-4D58-BE20-2D0BA65C9A85}" dt="2025-12-04T02:10:12.343" v="244" actId="164"/>
          <ac:picMkLst>
            <pc:docMk/>
            <pc:sldMk cId="1238460746" sldId="258"/>
            <ac:picMk id="20" creationId="{D9DD8823-C0A0-96A6-FB51-A495AF44099C}"/>
          </ac:picMkLst>
        </pc:picChg>
        <pc:picChg chg="add mod">
          <ac:chgData name="Simon Guettier" userId="aecb12b45723362e" providerId="LiveId" clId="{93106A41-72F2-4D58-BE20-2D0BA65C9A85}" dt="2025-12-04T02:10:03.751" v="242" actId="164"/>
          <ac:picMkLst>
            <pc:docMk/>
            <pc:sldMk cId="1238460746" sldId="258"/>
            <ac:picMk id="22" creationId="{BFB5E32D-C28D-81C4-3C99-AB09F560293D}"/>
          </ac:picMkLst>
        </pc:picChg>
        <pc:picChg chg="add mod">
          <ac:chgData name="Simon Guettier" userId="aecb12b45723362e" providerId="LiveId" clId="{93106A41-72F2-4D58-BE20-2D0BA65C9A85}" dt="2025-12-04T02:10:19.575" v="246" actId="164"/>
          <ac:picMkLst>
            <pc:docMk/>
            <pc:sldMk cId="1238460746" sldId="258"/>
            <ac:picMk id="34" creationId="{E66BEEBD-9146-B6B1-927F-1F1EC549DCE2}"/>
          </ac:picMkLst>
        </pc:picChg>
        <pc:picChg chg="add mod ord topLvl">
          <ac:chgData name="Simon Guettier" userId="aecb12b45723362e" providerId="LiveId" clId="{93106A41-72F2-4D58-BE20-2D0BA65C9A85}" dt="2025-12-04T02:19:10.167" v="320" actId="165"/>
          <ac:picMkLst>
            <pc:docMk/>
            <pc:sldMk cId="1238460746" sldId="258"/>
            <ac:picMk id="36" creationId="{3E0D0915-55F3-B4E3-E361-94F97A5322B7}"/>
          </ac:picMkLst>
        </pc:picChg>
        <pc:picChg chg="add mod">
          <ac:chgData name="Simon Guettier" userId="aecb12b45723362e" providerId="LiveId" clId="{93106A41-72F2-4D58-BE20-2D0BA65C9A85}" dt="2025-12-04T02:10:16.590" v="245" actId="164"/>
          <ac:picMkLst>
            <pc:docMk/>
            <pc:sldMk cId="1238460746" sldId="258"/>
            <ac:picMk id="38" creationId="{4A1E0754-70AE-C9BF-5D5B-43CD050D6C8C}"/>
          </ac:picMkLst>
        </pc:picChg>
        <pc:picChg chg="add mod">
          <ac:chgData name="Simon Guettier" userId="aecb12b45723362e" providerId="LiveId" clId="{93106A41-72F2-4D58-BE20-2D0BA65C9A85}" dt="2025-12-04T02:10:30.102" v="249" actId="164"/>
          <ac:picMkLst>
            <pc:docMk/>
            <pc:sldMk cId="1238460746" sldId="258"/>
            <ac:picMk id="40" creationId="{168BD216-7F90-C698-032B-BF5704080104}"/>
          </ac:picMkLst>
        </pc:picChg>
        <pc:picChg chg="add mod">
          <ac:chgData name="Simon Guettier" userId="aecb12b45723362e" providerId="LiveId" clId="{93106A41-72F2-4D58-BE20-2D0BA65C9A85}" dt="2025-12-04T02:10:25.932" v="248" actId="164"/>
          <ac:picMkLst>
            <pc:docMk/>
            <pc:sldMk cId="1238460746" sldId="258"/>
            <ac:picMk id="42" creationId="{D5E96CE9-5DDE-BA7D-AEC2-8FE40F0ED057}"/>
          </ac:picMkLst>
        </pc:picChg>
        <pc:picChg chg="add mod">
          <ac:chgData name="Simon Guettier" userId="aecb12b45723362e" providerId="LiveId" clId="{93106A41-72F2-4D58-BE20-2D0BA65C9A85}" dt="2025-12-04T02:10:22.572" v="247" actId="164"/>
          <ac:picMkLst>
            <pc:docMk/>
            <pc:sldMk cId="1238460746" sldId="258"/>
            <ac:picMk id="44" creationId="{9F85C934-FB4E-311A-10FE-9BA7972F4FCA}"/>
          </ac:picMkLst>
        </pc:picChg>
        <pc:picChg chg="add mod ord">
          <ac:chgData name="Simon Guettier" userId="aecb12b45723362e" providerId="LiveId" clId="{93106A41-72F2-4D58-BE20-2D0BA65C9A85}" dt="2025-12-04T02:10:44.670" v="253" actId="164"/>
          <ac:picMkLst>
            <pc:docMk/>
            <pc:sldMk cId="1238460746" sldId="258"/>
            <ac:picMk id="46" creationId="{A9CB4956-2B69-7CED-A4E9-1E714521C078}"/>
          </ac:picMkLst>
        </pc:picChg>
        <pc:picChg chg="add mod">
          <ac:chgData name="Simon Guettier" userId="aecb12b45723362e" providerId="LiveId" clId="{93106A41-72F2-4D58-BE20-2D0BA65C9A85}" dt="2025-12-04T02:10:07.847" v="243" actId="164"/>
          <ac:picMkLst>
            <pc:docMk/>
            <pc:sldMk cId="1238460746" sldId="258"/>
            <ac:picMk id="50" creationId="{7ECCE28C-46DC-5B23-372F-76ACC1792194}"/>
          </ac:picMkLst>
        </pc:picChg>
        <pc:picChg chg="add mod">
          <ac:chgData name="Simon Guettier" userId="aecb12b45723362e" providerId="LiveId" clId="{93106A41-72F2-4D58-BE20-2D0BA65C9A85}" dt="2025-12-04T02:10:34.675" v="250" actId="164"/>
          <ac:picMkLst>
            <pc:docMk/>
            <pc:sldMk cId="1238460746" sldId="258"/>
            <ac:picMk id="52" creationId="{E14B3DC0-EA63-A993-97BC-42EE729C49C3}"/>
          </ac:picMkLst>
        </pc:picChg>
        <pc:picChg chg="add mod ord">
          <ac:chgData name="Simon Guettier" userId="aecb12b45723362e" providerId="LiveId" clId="{93106A41-72F2-4D58-BE20-2D0BA65C9A85}" dt="2025-12-04T02:10:37.812" v="251" actId="164"/>
          <ac:picMkLst>
            <pc:docMk/>
            <pc:sldMk cId="1238460746" sldId="258"/>
            <ac:picMk id="54" creationId="{116809D5-656B-A407-48F5-3A1631BFAA38}"/>
          </ac:picMkLst>
        </pc:picChg>
        <pc:picChg chg="add mod">
          <ac:chgData name="Simon Guettier" userId="aecb12b45723362e" providerId="LiveId" clId="{93106A41-72F2-4D58-BE20-2D0BA65C9A85}" dt="2025-12-04T02:12:36.229" v="292" actId="14100"/>
          <ac:picMkLst>
            <pc:docMk/>
            <pc:sldMk cId="1238460746" sldId="258"/>
            <ac:picMk id="70" creationId="{098353FD-5545-D8BA-FB47-9AD6D8F52CA4}"/>
          </ac:picMkLst>
        </pc:picChg>
        <pc:picChg chg="add mod">
          <ac:chgData name="Simon Guettier" userId="aecb12b45723362e" providerId="LiveId" clId="{93106A41-72F2-4D58-BE20-2D0BA65C9A85}" dt="2025-12-04T02:12:36.229" v="292" actId="14100"/>
          <ac:picMkLst>
            <pc:docMk/>
            <pc:sldMk cId="1238460746" sldId="258"/>
            <ac:picMk id="71" creationId="{609EEBB1-5542-E5EA-BB9F-D8A06798259E}"/>
          </ac:picMkLst>
        </pc:picChg>
        <pc:picChg chg="add mod">
          <ac:chgData name="Simon Guettier" userId="aecb12b45723362e" providerId="LiveId" clId="{93106A41-72F2-4D58-BE20-2D0BA65C9A85}" dt="2025-12-04T02:12:36.229" v="292" actId="14100"/>
          <ac:picMkLst>
            <pc:docMk/>
            <pc:sldMk cId="1238460746" sldId="258"/>
            <ac:picMk id="72" creationId="{B31C734B-A449-968F-05BB-0DCE4440070B}"/>
          </ac:picMkLst>
        </pc:picChg>
        <pc:picChg chg="add mod">
          <ac:chgData name="Simon Guettier" userId="aecb12b45723362e" providerId="LiveId" clId="{93106A41-72F2-4D58-BE20-2D0BA65C9A85}" dt="2025-12-04T02:12:36.229" v="292" actId="14100"/>
          <ac:picMkLst>
            <pc:docMk/>
            <pc:sldMk cId="1238460746" sldId="258"/>
            <ac:picMk id="73" creationId="{A9C4E8F7-E5C4-7505-EEA1-B5EF5E2E0A74}"/>
          </ac:picMkLst>
        </pc:picChg>
        <pc:picChg chg="add mod">
          <ac:chgData name="Simon Guettier" userId="aecb12b45723362e" providerId="LiveId" clId="{93106A41-72F2-4D58-BE20-2D0BA65C9A85}" dt="2025-12-04T02:12:36.229" v="292" actId="14100"/>
          <ac:picMkLst>
            <pc:docMk/>
            <pc:sldMk cId="1238460746" sldId="258"/>
            <ac:picMk id="74" creationId="{FB1E852A-33DC-C0D8-8D50-F15DE4461CCC}"/>
          </ac:picMkLst>
        </pc:picChg>
        <pc:picChg chg="add mod">
          <ac:chgData name="Simon Guettier" userId="aecb12b45723362e" providerId="LiveId" clId="{93106A41-72F2-4D58-BE20-2D0BA65C9A85}" dt="2025-12-04T02:12:36.229" v="292" actId="14100"/>
          <ac:picMkLst>
            <pc:docMk/>
            <pc:sldMk cId="1238460746" sldId="258"/>
            <ac:picMk id="75" creationId="{B425EA70-AFB5-4A50-6023-7913166EF680}"/>
          </ac:picMkLst>
        </pc:picChg>
        <pc:picChg chg="add mod">
          <ac:chgData name="Simon Guettier" userId="aecb12b45723362e" providerId="LiveId" clId="{93106A41-72F2-4D58-BE20-2D0BA65C9A85}" dt="2025-12-04T02:11:48.372" v="267" actId="1076"/>
          <ac:picMkLst>
            <pc:docMk/>
            <pc:sldMk cId="1238460746" sldId="258"/>
            <ac:picMk id="76" creationId="{16A3CF93-80B3-88CB-3406-B7E2DD0EA119}"/>
          </ac:picMkLst>
        </pc:picChg>
        <pc:picChg chg="add mod">
          <ac:chgData name="Simon Guettier" userId="aecb12b45723362e" providerId="LiveId" clId="{93106A41-72F2-4D58-BE20-2D0BA65C9A85}" dt="2025-12-04T02:12:36.229" v="292" actId="14100"/>
          <ac:picMkLst>
            <pc:docMk/>
            <pc:sldMk cId="1238460746" sldId="258"/>
            <ac:picMk id="80" creationId="{877A64F5-56CA-1A64-BC2F-A50B8A5E3CA5}"/>
          </ac:picMkLst>
        </pc:picChg>
        <pc:picChg chg="add mod">
          <ac:chgData name="Simon Guettier" userId="aecb12b45723362e" providerId="LiveId" clId="{93106A41-72F2-4D58-BE20-2D0BA65C9A85}" dt="2025-12-04T02:12:36.229" v="292" actId="14100"/>
          <ac:picMkLst>
            <pc:docMk/>
            <pc:sldMk cId="1238460746" sldId="258"/>
            <ac:picMk id="81" creationId="{EFF136C5-ABAB-486C-0EAD-489F2626E434}"/>
          </ac:picMkLst>
        </pc:picChg>
        <pc:picChg chg="add mod">
          <ac:chgData name="Simon Guettier" userId="aecb12b45723362e" providerId="LiveId" clId="{93106A41-72F2-4D58-BE20-2D0BA65C9A85}" dt="2025-12-04T02:12:36.229" v="292" actId="14100"/>
          <ac:picMkLst>
            <pc:docMk/>
            <pc:sldMk cId="1238460746" sldId="258"/>
            <ac:picMk id="82" creationId="{C96C2832-FF89-0166-13A4-334A659E94BD}"/>
          </ac:picMkLst>
        </pc:picChg>
        <pc:picChg chg="add mod">
          <ac:chgData name="Simon Guettier" userId="aecb12b45723362e" providerId="LiveId" clId="{93106A41-72F2-4D58-BE20-2D0BA65C9A85}" dt="2025-12-04T02:12:36.229" v="292" actId="14100"/>
          <ac:picMkLst>
            <pc:docMk/>
            <pc:sldMk cId="1238460746" sldId="258"/>
            <ac:picMk id="83" creationId="{A196D9AC-E6C1-28EA-7F7B-A77C681BAC04}"/>
          </ac:picMkLst>
        </pc:picChg>
        <pc:picChg chg="add mod ord">
          <ac:chgData name="Simon Guettier" userId="aecb12b45723362e" providerId="LiveId" clId="{93106A41-72F2-4D58-BE20-2D0BA65C9A85}" dt="2025-12-04T02:19:52.690" v="344" actId="1076"/>
          <ac:picMkLst>
            <pc:docMk/>
            <pc:sldMk cId="1238460746" sldId="258"/>
            <ac:picMk id="85" creationId="{3148EC63-72BB-C4FB-F43A-77CB77193ECD}"/>
          </ac:picMkLst>
        </pc:picChg>
        <pc:picChg chg="add mod ord">
          <ac:chgData name="Simon Guettier" userId="aecb12b45723362e" providerId="LiveId" clId="{93106A41-72F2-4D58-BE20-2D0BA65C9A85}" dt="2025-12-04T02:20:00.182" v="345" actId="1076"/>
          <ac:picMkLst>
            <pc:docMk/>
            <pc:sldMk cId="1238460746" sldId="258"/>
            <ac:picMk id="87" creationId="{C48ED3F8-591D-50F1-909D-BCA214F1A92A}"/>
          </ac:picMkLst>
        </pc:picChg>
        <pc:picChg chg="add mod ord">
          <ac:chgData name="Simon Guettier" userId="aecb12b45723362e" providerId="LiveId" clId="{93106A41-72F2-4D58-BE20-2D0BA65C9A85}" dt="2025-12-04T02:19:48.305" v="343" actId="1076"/>
          <ac:picMkLst>
            <pc:docMk/>
            <pc:sldMk cId="1238460746" sldId="258"/>
            <ac:picMk id="89" creationId="{644C9747-01F5-9180-9F69-614D47F380A8}"/>
          </ac:picMkLst>
        </pc:picChg>
        <pc:picChg chg="add mod">
          <ac:chgData name="Simon Guettier" userId="aecb12b45723362e" providerId="LiveId" clId="{93106A41-72F2-4D58-BE20-2D0BA65C9A85}" dt="2025-12-04T02:20:12.378" v="348" actId="14100"/>
          <ac:picMkLst>
            <pc:docMk/>
            <pc:sldMk cId="1238460746" sldId="258"/>
            <ac:picMk id="93" creationId="{AB2C5F43-21E2-5860-F989-42DD89184811}"/>
          </ac:picMkLst>
        </pc:picChg>
        <pc:picChg chg="add mod">
          <ac:chgData name="Simon Guettier" userId="aecb12b45723362e" providerId="LiveId" clId="{93106A41-72F2-4D58-BE20-2D0BA65C9A85}" dt="2025-12-04T02:20:24.350" v="351" actId="14100"/>
          <ac:picMkLst>
            <pc:docMk/>
            <pc:sldMk cId="1238460746" sldId="258"/>
            <ac:picMk id="94" creationId="{EAAD88E7-DF0F-0436-9B99-B080E44B889E}"/>
          </ac:picMkLst>
        </pc:picChg>
        <pc:picChg chg="add mod">
          <ac:chgData name="Simon Guettier" userId="aecb12b45723362e" providerId="LiveId" clId="{93106A41-72F2-4D58-BE20-2D0BA65C9A85}" dt="2025-12-04T02:20:36.389" v="354" actId="14100"/>
          <ac:picMkLst>
            <pc:docMk/>
            <pc:sldMk cId="1238460746" sldId="258"/>
            <ac:picMk id="95" creationId="{580CC896-F819-3E5B-85C1-66E9716B697F}"/>
          </ac:picMkLst>
        </pc:picChg>
      </pc:sldChg>
      <pc:sldChg chg="addSp delSp modSp new mod">
        <pc:chgData name="Simon Guettier" userId="aecb12b45723362e" providerId="LiveId" clId="{93106A41-72F2-4D58-BE20-2D0BA65C9A85}" dt="2025-12-06T00:41:44.947" v="494" actId="404"/>
        <pc:sldMkLst>
          <pc:docMk/>
          <pc:sldMk cId="928991563" sldId="259"/>
        </pc:sldMkLst>
        <pc:spChg chg="add mod">
          <ac:chgData name="Simon Guettier" userId="aecb12b45723362e" providerId="LiveId" clId="{93106A41-72F2-4D58-BE20-2D0BA65C9A85}" dt="2025-12-06T00:41:34.286" v="491" actId="404"/>
          <ac:spMkLst>
            <pc:docMk/>
            <pc:sldMk cId="928991563" sldId="259"/>
            <ac:spMk id="34" creationId="{44223098-8813-7AA9-306B-05ACE1929C9B}"/>
          </ac:spMkLst>
        </pc:spChg>
        <pc:spChg chg="add mod">
          <ac:chgData name="Simon Guettier" userId="aecb12b45723362e" providerId="LiveId" clId="{93106A41-72F2-4D58-BE20-2D0BA65C9A85}" dt="2025-12-06T00:41:37.454" v="492" actId="404"/>
          <ac:spMkLst>
            <pc:docMk/>
            <pc:sldMk cId="928991563" sldId="259"/>
            <ac:spMk id="35" creationId="{DA36DDC4-F21D-56B3-CF87-0A66A82C3406}"/>
          </ac:spMkLst>
        </pc:spChg>
        <pc:spChg chg="add mod">
          <ac:chgData name="Simon Guettier" userId="aecb12b45723362e" providerId="LiveId" clId="{93106A41-72F2-4D58-BE20-2D0BA65C9A85}" dt="2025-12-06T00:41:41.293" v="493" actId="404"/>
          <ac:spMkLst>
            <pc:docMk/>
            <pc:sldMk cId="928991563" sldId="259"/>
            <ac:spMk id="36" creationId="{56A40FA4-F07A-A9DA-58C7-3A33B3FB3183}"/>
          </ac:spMkLst>
        </pc:spChg>
        <pc:spChg chg="add mod">
          <ac:chgData name="Simon Guettier" userId="aecb12b45723362e" providerId="LiveId" clId="{93106A41-72F2-4D58-BE20-2D0BA65C9A85}" dt="2025-12-06T00:41:28.150" v="490" actId="403"/>
          <ac:spMkLst>
            <pc:docMk/>
            <pc:sldMk cId="928991563" sldId="259"/>
            <ac:spMk id="37" creationId="{E202583E-91A0-0DC7-57EB-3BC0A8CD9798}"/>
          </ac:spMkLst>
        </pc:spChg>
        <pc:spChg chg="add mod">
          <ac:chgData name="Simon Guettier" userId="aecb12b45723362e" providerId="LiveId" clId="{93106A41-72F2-4D58-BE20-2D0BA65C9A85}" dt="2025-12-06T00:41:44.947" v="494" actId="404"/>
          <ac:spMkLst>
            <pc:docMk/>
            <pc:sldMk cId="928991563" sldId="259"/>
            <ac:spMk id="38" creationId="{5FEB8FA6-7BB7-5C01-EB62-A567B27D6F9A}"/>
          </ac:spMkLst>
        </pc:spChg>
        <pc:picChg chg="add mod">
          <ac:chgData name="Simon Guettier" userId="aecb12b45723362e" providerId="LiveId" clId="{93106A41-72F2-4D58-BE20-2D0BA65C9A85}" dt="2025-12-06T00:39:54.002" v="476"/>
          <ac:picMkLst>
            <pc:docMk/>
            <pc:sldMk cId="928991563" sldId="259"/>
            <ac:picMk id="7" creationId="{9442CEF8-E34F-DAF1-E589-49235C385B8C}"/>
          </ac:picMkLst>
        </pc:picChg>
        <pc:picChg chg="add mod">
          <ac:chgData name="Simon Guettier" userId="aecb12b45723362e" providerId="LiveId" clId="{93106A41-72F2-4D58-BE20-2D0BA65C9A85}" dt="2025-12-04T01:54:23.456" v="126" actId="1076"/>
          <ac:picMkLst>
            <pc:docMk/>
            <pc:sldMk cId="928991563" sldId="259"/>
            <ac:picMk id="8" creationId="{C438B218-2408-8F28-2006-5F94419CB6C5}"/>
          </ac:picMkLst>
        </pc:picChg>
        <pc:picChg chg="add mod">
          <ac:chgData name="Simon Guettier" userId="aecb12b45723362e" providerId="LiveId" clId="{93106A41-72F2-4D58-BE20-2D0BA65C9A85}" dt="2025-12-06T00:39:54.002" v="476"/>
          <ac:picMkLst>
            <pc:docMk/>
            <pc:sldMk cId="928991563" sldId="259"/>
            <ac:picMk id="15" creationId="{1D2ED3F2-6704-498A-C202-F1636F9DD36B}"/>
          </ac:picMkLst>
        </pc:picChg>
        <pc:picChg chg="add mod">
          <ac:chgData name="Simon Guettier" userId="aecb12b45723362e" providerId="LiveId" clId="{93106A41-72F2-4D58-BE20-2D0BA65C9A85}" dt="2025-12-04T02:12:59.809" v="295" actId="1076"/>
          <ac:picMkLst>
            <pc:docMk/>
            <pc:sldMk cId="928991563" sldId="259"/>
            <ac:picMk id="17" creationId="{1E1DB62A-B653-BEFA-6FBC-135746FAAE7D}"/>
          </ac:picMkLst>
        </pc:picChg>
        <pc:picChg chg="add mod">
          <ac:chgData name="Simon Guettier" userId="aecb12b45723362e" providerId="LiveId" clId="{93106A41-72F2-4D58-BE20-2D0BA65C9A85}" dt="2025-12-04T02:14:00.785" v="305" actId="1076"/>
          <ac:picMkLst>
            <pc:docMk/>
            <pc:sldMk cId="928991563" sldId="259"/>
            <ac:picMk id="18" creationId="{5F0D7406-FBE2-84D0-6158-432302F43662}"/>
          </ac:picMkLst>
        </pc:picChg>
        <pc:picChg chg="add mod">
          <ac:chgData name="Simon Guettier" userId="aecb12b45723362e" providerId="LiveId" clId="{93106A41-72F2-4D58-BE20-2D0BA65C9A85}" dt="2025-12-04T02:13:26.877" v="298" actId="1076"/>
          <ac:picMkLst>
            <pc:docMk/>
            <pc:sldMk cId="928991563" sldId="259"/>
            <ac:picMk id="19" creationId="{0AF2F752-6550-BC5D-72B9-737CD6D459CB}"/>
          </ac:picMkLst>
        </pc:picChg>
        <pc:picChg chg="add mod">
          <ac:chgData name="Simon Guettier" userId="aecb12b45723362e" providerId="LiveId" clId="{93106A41-72F2-4D58-BE20-2D0BA65C9A85}" dt="2025-12-04T02:13:45.190" v="302" actId="1076"/>
          <ac:picMkLst>
            <pc:docMk/>
            <pc:sldMk cId="928991563" sldId="259"/>
            <ac:picMk id="20" creationId="{00C7415F-0BDF-6876-D2BA-CCA0A4F05E82}"/>
          </ac:picMkLst>
        </pc:picChg>
        <pc:picChg chg="add mod">
          <ac:chgData name="Simon Guettier" userId="aecb12b45723362e" providerId="LiveId" clId="{93106A41-72F2-4D58-BE20-2D0BA65C9A85}" dt="2025-12-06T00:39:54.002" v="476"/>
          <ac:picMkLst>
            <pc:docMk/>
            <pc:sldMk cId="928991563" sldId="259"/>
            <ac:picMk id="21" creationId="{64EA83EF-78E6-9F74-EF7A-A3862FC88B32}"/>
          </ac:picMkLst>
        </pc:picChg>
        <pc:picChg chg="mod">
          <ac:chgData name="Simon Guettier" userId="aecb12b45723362e" providerId="LiveId" clId="{93106A41-72F2-4D58-BE20-2D0BA65C9A85}" dt="2025-12-04T02:14:04.143" v="306" actId="1076"/>
          <ac:picMkLst>
            <pc:docMk/>
            <pc:sldMk cId="928991563" sldId="259"/>
            <ac:picMk id="22" creationId="{30B29F85-9846-1095-69A9-1E036BEE28B9}"/>
          </ac:picMkLst>
        </pc:picChg>
        <pc:picChg chg="add mod">
          <ac:chgData name="Simon Guettier" userId="aecb12b45723362e" providerId="LiveId" clId="{93106A41-72F2-4D58-BE20-2D0BA65C9A85}" dt="2025-12-06T00:39:54.002" v="476"/>
          <ac:picMkLst>
            <pc:docMk/>
            <pc:sldMk cId="928991563" sldId="259"/>
            <ac:picMk id="23" creationId="{6AAE26AC-A620-EF89-4D0E-9F10C0E5BB66}"/>
          </ac:picMkLst>
        </pc:picChg>
        <pc:picChg chg="add mod">
          <ac:chgData name="Simon Guettier" userId="aecb12b45723362e" providerId="LiveId" clId="{93106A41-72F2-4D58-BE20-2D0BA65C9A85}" dt="2025-12-04T02:13:55.036" v="304" actId="1076"/>
          <ac:picMkLst>
            <pc:docMk/>
            <pc:sldMk cId="928991563" sldId="259"/>
            <ac:picMk id="24" creationId="{78776028-9698-DA90-0233-E9F885B1FB80}"/>
          </ac:picMkLst>
        </pc:picChg>
        <pc:picChg chg="add mod">
          <ac:chgData name="Simon Guettier" userId="aecb12b45723362e" providerId="LiveId" clId="{93106A41-72F2-4D58-BE20-2D0BA65C9A85}" dt="2025-12-04T02:29:18.842" v="439" actId="1076"/>
          <ac:picMkLst>
            <pc:docMk/>
            <pc:sldMk cId="928991563" sldId="259"/>
            <ac:picMk id="25" creationId="{B7A717F2-ED4F-5E7E-86A1-740595779A93}"/>
          </ac:picMkLst>
        </pc:picChg>
        <pc:picChg chg="add mod">
          <ac:chgData name="Simon Guettier" userId="aecb12b45723362e" providerId="LiveId" clId="{93106A41-72F2-4D58-BE20-2D0BA65C9A85}" dt="2025-12-04T02:29:06.671" v="437" actId="1076"/>
          <ac:picMkLst>
            <pc:docMk/>
            <pc:sldMk cId="928991563" sldId="259"/>
            <ac:picMk id="26" creationId="{A7B16AD7-EFBE-40D4-0884-A63303EAE034}"/>
          </ac:picMkLst>
        </pc:picChg>
        <pc:picChg chg="add mod">
          <ac:chgData name="Simon Guettier" userId="aecb12b45723362e" providerId="LiveId" clId="{93106A41-72F2-4D58-BE20-2D0BA65C9A85}" dt="2025-12-06T00:39:54.002" v="476"/>
          <ac:picMkLst>
            <pc:docMk/>
            <pc:sldMk cId="928991563" sldId="259"/>
            <ac:picMk id="27" creationId="{B6F7BADB-65D5-F747-F2C3-E2D7048E998F}"/>
          </ac:picMkLst>
        </pc:picChg>
        <pc:picChg chg="add mod">
          <ac:chgData name="Simon Guettier" userId="aecb12b45723362e" providerId="LiveId" clId="{93106A41-72F2-4D58-BE20-2D0BA65C9A85}" dt="2025-12-04T02:29:48.775" v="443" actId="1076"/>
          <ac:picMkLst>
            <pc:docMk/>
            <pc:sldMk cId="928991563" sldId="259"/>
            <ac:picMk id="28" creationId="{0DD5D9AF-153E-C998-598C-9CFE336AE1E8}"/>
          </ac:picMkLst>
        </pc:picChg>
        <pc:picChg chg="add mod">
          <ac:chgData name="Simon Guettier" userId="aecb12b45723362e" providerId="LiveId" clId="{93106A41-72F2-4D58-BE20-2D0BA65C9A85}" dt="2025-12-04T02:14:32.780" v="312" actId="1076"/>
          <ac:picMkLst>
            <pc:docMk/>
            <pc:sldMk cId="928991563" sldId="259"/>
            <ac:picMk id="29" creationId="{FAD494AD-3912-EB1F-31ED-E2C6F101BE51}"/>
          </ac:picMkLst>
        </pc:picChg>
        <pc:picChg chg="add mod">
          <ac:chgData name="Simon Guettier" userId="aecb12b45723362e" providerId="LiveId" clId="{93106A41-72F2-4D58-BE20-2D0BA65C9A85}" dt="2025-12-04T02:14:36.529" v="314" actId="1076"/>
          <ac:picMkLst>
            <pc:docMk/>
            <pc:sldMk cId="928991563" sldId="259"/>
            <ac:picMk id="30" creationId="{3593E5B1-DB0F-2803-6E78-06ACA02DBDDE}"/>
          </ac:picMkLst>
        </pc:picChg>
        <pc:picChg chg="add mod">
          <ac:chgData name="Simon Guettier" userId="aecb12b45723362e" providerId="LiveId" clId="{93106A41-72F2-4D58-BE20-2D0BA65C9A85}" dt="2025-12-04T02:21:05.071" v="360" actId="1076"/>
          <ac:picMkLst>
            <pc:docMk/>
            <pc:sldMk cId="928991563" sldId="259"/>
            <ac:picMk id="31" creationId="{2032025E-780D-92FD-20EB-E7EFB43E8048}"/>
          </ac:picMkLst>
        </pc:picChg>
        <pc:picChg chg="add mod">
          <ac:chgData name="Simon Guettier" userId="aecb12b45723362e" providerId="LiveId" clId="{93106A41-72F2-4D58-BE20-2D0BA65C9A85}" dt="2025-12-04T02:21:07.751" v="361" actId="1076"/>
          <ac:picMkLst>
            <pc:docMk/>
            <pc:sldMk cId="928991563" sldId="259"/>
            <ac:picMk id="32" creationId="{21FEC073-8F1E-F059-0FA1-6F80E294D3B7}"/>
          </ac:picMkLst>
        </pc:picChg>
        <pc:picChg chg="add mod">
          <ac:chgData name="Simon Guettier" userId="aecb12b45723362e" providerId="LiveId" clId="{93106A41-72F2-4D58-BE20-2D0BA65C9A85}" dt="2025-12-04T02:20:58.944" v="359" actId="1076"/>
          <ac:picMkLst>
            <pc:docMk/>
            <pc:sldMk cId="928991563" sldId="259"/>
            <ac:picMk id="33" creationId="{897D93D2-71C2-E3EB-6292-7325F93AA1D8}"/>
          </ac:picMkLst>
        </pc:picChg>
      </pc:sldChg>
      <pc:sldChg chg="addSp modSp add mod">
        <pc:chgData name="Simon Guettier" userId="aecb12b45723362e" providerId="LiveId" clId="{93106A41-72F2-4D58-BE20-2D0BA65C9A85}" dt="2025-12-06T00:40:30.766" v="478" actId="1076"/>
        <pc:sldMkLst>
          <pc:docMk/>
          <pc:sldMk cId="2843876195" sldId="260"/>
        </pc:sldMkLst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2843876195" sldId="260"/>
            <ac:spMk id="2" creationId="{66E110FF-1C48-11B0-F763-0B90660FB7CE}"/>
          </ac:spMkLst>
        </pc:spChg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2843876195" sldId="260"/>
            <ac:spMk id="3" creationId="{90D14D99-867F-0458-757E-E109E60D40D8}"/>
          </ac:spMkLst>
        </pc:spChg>
        <pc:spChg chg="add mod">
          <ac:chgData name="Simon Guettier" userId="aecb12b45723362e" providerId="LiveId" clId="{93106A41-72F2-4D58-BE20-2D0BA65C9A85}" dt="2025-12-06T00:39:54.002" v="476"/>
          <ac:spMkLst>
            <pc:docMk/>
            <pc:sldMk cId="2843876195" sldId="260"/>
            <ac:spMk id="4" creationId="{00BF19D3-FA9E-D7C2-504C-B240FA39EB6F}"/>
          </ac:spMkLst>
        </pc:spChg>
        <pc:spChg chg="add mod">
          <ac:chgData name="Simon Guettier" userId="aecb12b45723362e" providerId="LiveId" clId="{93106A41-72F2-4D58-BE20-2D0BA65C9A85}" dt="2025-12-06T00:40:30.766" v="478" actId="1076"/>
          <ac:spMkLst>
            <pc:docMk/>
            <pc:sldMk cId="2843876195" sldId="260"/>
            <ac:spMk id="5" creationId="{05B0BA05-FD7D-ECBE-0DC5-56B44E5C8857}"/>
          </ac:spMkLst>
        </pc:spChg>
        <pc:spChg chg="add mod">
          <ac:chgData name="Simon Guettier" userId="aecb12b45723362e" providerId="LiveId" clId="{93106A41-72F2-4D58-BE20-2D0BA65C9A85}" dt="2025-12-06T00:39:54.801" v="477" actId="1076"/>
          <ac:spMkLst>
            <pc:docMk/>
            <pc:sldMk cId="2843876195" sldId="260"/>
            <ac:spMk id="6" creationId="{5A25E50F-DE14-CDA3-81C0-FBCC3FE39DC5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2843876195" sldId="260"/>
            <ac:spMk id="34" creationId="{9C012A1E-DBFE-C4A7-91DC-BB3CC77F5309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2843876195" sldId="260"/>
            <ac:spMk id="35" creationId="{F2150182-6417-B70D-0347-96408223993C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2843876195" sldId="260"/>
            <ac:spMk id="36" creationId="{B75C8DB3-A84E-6896-E736-6044245EEEF2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2843876195" sldId="260"/>
            <ac:spMk id="37" creationId="{C1CEC6E9-ADBE-B61A-5344-98EF17A374C3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2843876195" sldId="260"/>
            <ac:spMk id="38" creationId="{9AA153DD-2A87-E50D-7AB5-D2E9981D7E5B}"/>
          </ac:spMkLst>
        </pc:spChg>
        <pc:picChg chg="mod">
          <ac:chgData name="Simon Guettier" userId="aecb12b45723362e" providerId="LiveId" clId="{93106A41-72F2-4D58-BE20-2D0BA65C9A85}" dt="2025-12-06T00:38:21.267" v="472" actId="1076"/>
          <ac:picMkLst>
            <pc:docMk/>
            <pc:sldMk cId="2843876195" sldId="260"/>
            <ac:picMk id="7" creationId="{4EF6C352-D1F9-2324-4DCF-C27AF813A326}"/>
          </ac:picMkLst>
        </pc:picChg>
      </pc:sldChg>
      <pc:sldChg chg="addSp delSp modSp add mod">
        <pc:chgData name="Simon Guettier" userId="aecb12b45723362e" providerId="LiveId" clId="{93106A41-72F2-4D58-BE20-2D0BA65C9A85}" dt="2025-12-06T00:39:54.002" v="476"/>
        <pc:sldMkLst>
          <pc:docMk/>
          <pc:sldMk cId="3547482597" sldId="261"/>
        </pc:sldMkLst>
        <pc:spChg chg="add del mod">
          <ac:chgData name="Simon Guettier" userId="aecb12b45723362e" providerId="LiveId" clId="{93106A41-72F2-4D58-BE20-2D0BA65C9A85}" dt="2025-12-06T00:39:54.002" v="476"/>
          <ac:spMkLst>
            <pc:docMk/>
            <pc:sldMk cId="3547482597" sldId="261"/>
            <ac:spMk id="2" creationId="{AF997941-B435-62B1-131E-A3BFB38365A0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3547482597" sldId="261"/>
            <ac:spMk id="3" creationId="{4E38523A-29AB-1CE6-FC0C-988B22158416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3547482597" sldId="261"/>
            <ac:spMk id="4" creationId="{CC856025-63A8-FB9D-BF48-13EB4062199D}"/>
          </ac:spMkLst>
        </pc:spChg>
        <pc:spChg chg="mod">
          <ac:chgData name="Simon Guettier" userId="aecb12b45723362e" providerId="LiveId" clId="{93106A41-72F2-4D58-BE20-2D0BA65C9A85}" dt="2025-12-06T00:37:01.703" v="465"/>
          <ac:spMkLst>
            <pc:docMk/>
            <pc:sldMk cId="3547482597" sldId="261"/>
            <ac:spMk id="5" creationId="{B390AA2F-AF8A-11E4-8DC3-5E37BF571352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3547482597" sldId="261"/>
            <ac:spMk id="34" creationId="{C1349555-D4EE-8738-A5A8-FC597D888D90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3547482597" sldId="261"/>
            <ac:spMk id="35" creationId="{CA302C8C-FE5E-5769-17CD-95028174AFE6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3547482597" sldId="261"/>
            <ac:spMk id="36" creationId="{92B4D515-7694-C44D-E107-629870A507AE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3547482597" sldId="261"/>
            <ac:spMk id="37" creationId="{AD7FAC55-8A35-2CE1-DF22-2DB83BC987BE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k cId="3547482597" sldId="261"/>
            <ac:spMk id="38" creationId="{E593978E-4F8B-5B66-9CFD-438F9D17FD16}"/>
          </ac:spMkLst>
        </pc:spChg>
        <pc:picChg chg="add del mod">
          <ac:chgData name="Simon Guettier" userId="aecb12b45723362e" providerId="LiveId" clId="{93106A41-72F2-4D58-BE20-2D0BA65C9A85}" dt="2025-12-06T00:37:01.703" v="465"/>
          <ac:picMkLst>
            <pc:docMk/>
            <pc:sldMk cId="3547482597" sldId="261"/>
            <ac:picMk id="7" creationId="{A1CA3FB1-D323-E58A-A4B3-3DCAE765DBB0}"/>
          </ac:picMkLst>
        </pc:picChg>
        <pc:picChg chg="mod">
          <ac:chgData name="Simon Guettier" userId="aecb12b45723362e" providerId="LiveId" clId="{93106A41-72F2-4D58-BE20-2D0BA65C9A85}" dt="2025-12-06T00:39:54.002" v="476"/>
          <ac:picMkLst>
            <pc:docMk/>
            <pc:sldMk cId="3547482597" sldId="261"/>
            <ac:picMk id="22" creationId="{9274857A-AB0A-ECE9-DE1A-5C9B6E5F37A1}"/>
          </ac:picMkLst>
        </pc:picChg>
        <pc:picChg chg="mod">
          <ac:chgData name="Simon Guettier" userId="aecb12b45723362e" providerId="LiveId" clId="{93106A41-72F2-4D58-BE20-2D0BA65C9A85}" dt="2025-12-06T00:39:54.002" v="476"/>
          <ac:picMkLst>
            <pc:docMk/>
            <pc:sldMk cId="3547482597" sldId="261"/>
            <ac:picMk id="29" creationId="{C549B984-ED7C-F714-9733-90572EFE93C2}"/>
          </ac:picMkLst>
        </pc:picChg>
      </pc:sldChg>
      <pc:sldChg chg="addSp delSp modSp new mod ord">
        <pc:chgData name="Simon Guettier" userId="aecb12b45723362e" providerId="LiveId" clId="{93106A41-72F2-4D58-BE20-2D0BA65C9A85}" dt="2025-12-06T15:05:39.395" v="1015" actId="1076"/>
        <pc:sldMkLst>
          <pc:docMk/>
          <pc:sldMk cId="3258941701" sldId="262"/>
        </pc:sldMkLst>
        <pc:spChg chg="mod">
          <ac:chgData name="Simon Guettier" userId="aecb12b45723362e" providerId="LiveId" clId="{93106A41-72F2-4D58-BE20-2D0BA65C9A85}" dt="2025-12-06T13:42:18.812" v="514" actId="20577"/>
          <ac:spMkLst>
            <pc:docMk/>
            <pc:sldMk cId="3258941701" sldId="262"/>
            <ac:spMk id="2" creationId="{299666F1-5290-56B5-75F3-835840FD79CC}"/>
          </ac:spMkLst>
        </pc:spChg>
        <pc:spChg chg="del">
          <ac:chgData name="Simon Guettier" userId="aecb12b45723362e" providerId="LiveId" clId="{93106A41-72F2-4D58-BE20-2D0BA65C9A85}" dt="2025-12-06T13:42:22.549" v="515" actId="478"/>
          <ac:spMkLst>
            <pc:docMk/>
            <pc:sldMk cId="3258941701" sldId="262"/>
            <ac:spMk id="3" creationId="{E592F29B-9160-C68B-D9FC-F8E34C0477C1}"/>
          </ac:spMkLst>
        </pc:spChg>
        <pc:spChg chg="add del mod">
          <ac:chgData name="Simon Guettier" userId="aecb12b45723362e" providerId="LiveId" clId="{93106A41-72F2-4D58-BE20-2D0BA65C9A85}" dt="2025-12-06T14:03:26.740" v="666" actId="478"/>
          <ac:spMkLst>
            <pc:docMk/>
            <pc:sldMk cId="3258941701" sldId="262"/>
            <ac:spMk id="14" creationId="{9DACA3D2-1D63-863F-90E3-93DEFF353C65}"/>
          </ac:spMkLst>
        </pc:spChg>
        <pc:spChg chg="add mod">
          <ac:chgData name="Simon Guettier" userId="aecb12b45723362e" providerId="LiveId" clId="{93106A41-72F2-4D58-BE20-2D0BA65C9A85}" dt="2025-12-06T14:02:36.984" v="656" actId="1076"/>
          <ac:spMkLst>
            <pc:docMk/>
            <pc:sldMk cId="3258941701" sldId="262"/>
            <ac:spMk id="15" creationId="{7E96437B-467E-AF04-A884-8517909086BD}"/>
          </ac:spMkLst>
        </pc:spChg>
        <pc:spChg chg="add mod">
          <ac:chgData name="Simon Guettier" userId="aecb12b45723362e" providerId="LiveId" clId="{93106A41-72F2-4D58-BE20-2D0BA65C9A85}" dt="2025-12-06T14:47:44.061" v="985" actId="11530"/>
          <ac:spMkLst>
            <pc:docMk/>
            <pc:sldMk cId="3258941701" sldId="262"/>
            <ac:spMk id="16" creationId="{8C1997BF-38F2-CB0B-D472-07AB26671F5E}"/>
          </ac:spMkLst>
        </pc:spChg>
        <pc:spChg chg="add mod">
          <ac:chgData name="Simon Guettier" userId="aecb12b45723362e" providerId="LiveId" clId="{93106A41-72F2-4D58-BE20-2D0BA65C9A85}" dt="2025-12-06T14:53:32.908" v="1001" actId="11530"/>
          <ac:spMkLst>
            <pc:docMk/>
            <pc:sldMk cId="3258941701" sldId="262"/>
            <ac:spMk id="18" creationId="{B9272E8B-63C0-279E-6599-3DFFDE48A90D}"/>
          </ac:spMkLst>
        </pc:spChg>
        <pc:spChg chg="add mod">
          <ac:chgData name="Simon Guettier" userId="aecb12b45723362e" providerId="LiveId" clId="{93106A41-72F2-4D58-BE20-2D0BA65C9A85}" dt="2025-12-06T14:53:32.908" v="1001" actId="11530"/>
          <ac:spMkLst>
            <pc:docMk/>
            <pc:sldMk cId="3258941701" sldId="262"/>
            <ac:spMk id="20" creationId="{E5833E62-17C4-CF4E-BCDC-F2015011677D}"/>
          </ac:spMkLst>
        </pc:spChg>
        <pc:spChg chg="add mod">
          <ac:chgData name="Simon Guettier" userId="aecb12b45723362e" providerId="LiveId" clId="{93106A41-72F2-4D58-BE20-2D0BA65C9A85}" dt="2025-12-06T14:53:32.908" v="1001" actId="11530"/>
          <ac:spMkLst>
            <pc:docMk/>
            <pc:sldMk cId="3258941701" sldId="262"/>
            <ac:spMk id="22" creationId="{0243C26D-91DB-9E06-EE52-165FEBCE5323}"/>
          </ac:spMkLst>
        </pc:spChg>
        <pc:spChg chg="add mod">
          <ac:chgData name="Simon Guettier" userId="aecb12b45723362e" providerId="LiveId" clId="{93106A41-72F2-4D58-BE20-2D0BA65C9A85}" dt="2025-12-06T14:53:32.908" v="1001" actId="11530"/>
          <ac:spMkLst>
            <pc:docMk/>
            <pc:sldMk cId="3258941701" sldId="262"/>
            <ac:spMk id="24" creationId="{22D8FB0A-E49A-41F6-D93B-3C5C833E6498}"/>
          </ac:spMkLst>
        </pc:spChg>
        <pc:spChg chg="add mod">
          <ac:chgData name="Simon Guettier" userId="aecb12b45723362e" providerId="LiveId" clId="{93106A41-72F2-4D58-BE20-2D0BA65C9A85}" dt="2025-12-06T14:04:00.970" v="698" actId="208"/>
          <ac:spMkLst>
            <pc:docMk/>
            <pc:sldMk cId="3258941701" sldId="262"/>
            <ac:spMk id="26" creationId="{129470C0-F29F-7A36-6AD8-29F257964906}"/>
          </ac:spMkLst>
        </pc:spChg>
        <pc:spChg chg="add mod">
          <ac:chgData name="Simon Guettier" userId="aecb12b45723362e" providerId="LiveId" clId="{93106A41-72F2-4D58-BE20-2D0BA65C9A85}" dt="2025-12-06T14:04:50.707" v="720" actId="20577"/>
          <ac:spMkLst>
            <pc:docMk/>
            <pc:sldMk cId="3258941701" sldId="262"/>
            <ac:spMk id="27" creationId="{42DDF8E6-A0D3-8E4B-77AD-1D853E969DC0}"/>
          </ac:spMkLst>
        </pc:spChg>
        <pc:spChg chg="add mod">
          <ac:chgData name="Simon Guettier" userId="aecb12b45723362e" providerId="LiveId" clId="{93106A41-72F2-4D58-BE20-2D0BA65C9A85}" dt="2025-12-06T14:05:01.852" v="740" actId="20577"/>
          <ac:spMkLst>
            <pc:docMk/>
            <pc:sldMk cId="3258941701" sldId="262"/>
            <ac:spMk id="28" creationId="{A35C932A-D91E-AE7C-C617-4AD83F2E9D38}"/>
          </ac:spMkLst>
        </pc:spChg>
        <pc:spChg chg="add mod">
          <ac:chgData name="Simon Guettier" userId="aecb12b45723362e" providerId="LiveId" clId="{93106A41-72F2-4D58-BE20-2D0BA65C9A85}" dt="2025-12-06T14:55:00.173" v="1014" actId="1076"/>
          <ac:spMkLst>
            <pc:docMk/>
            <pc:sldMk cId="3258941701" sldId="262"/>
            <ac:spMk id="29" creationId="{B32B7D2F-5DBB-F71A-F2EA-091FF90EDD26}"/>
          </ac:spMkLst>
        </pc:spChg>
        <pc:spChg chg="add mod">
          <ac:chgData name="Simon Guettier" userId="aecb12b45723362e" providerId="LiveId" clId="{93106A41-72F2-4D58-BE20-2D0BA65C9A85}" dt="2025-12-06T14:53:43.177" v="1002" actId="11530"/>
          <ac:spMkLst>
            <pc:docMk/>
            <pc:sldMk cId="3258941701" sldId="262"/>
            <ac:spMk id="30" creationId="{FD9ADD17-0470-4CD0-DA89-4071BEEE4AA6}"/>
          </ac:spMkLst>
        </pc:spChg>
        <pc:spChg chg="add mod">
          <ac:chgData name="Simon Guettier" userId="aecb12b45723362e" providerId="LiveId" clId="{93106A41-72F2-4D58-BE20-2D0BA65C9A85}" dt="2025-12-06T14:07:21.644" v="795" actId="20577"/>
          <ac:spMkLst>
            <pc:docMk/>
            <pc:sldMk cId="3258941701" sldId="262"/>
            <ac:spMk id="31" creationId="{667EC9B8-3FBA-4C09-0CAA-FFD09DC53B9D}"/>
          </ac:spMkLst>
        </pc:spChg>
        <pc:spChg chg="add mod">
          <ac:chgData name="Simon Guettier" userId="aecb12b45723362e" providerId="LiveId" clId="{93106A41-72F2-4D58-BE20-2D0BA65C9A85}" dt="2025-12-06T14:53:43.177" v="1002" actId="11530"/>
          <ac:spMkLst>
            <pc:docMk/>
            <pc:sldMk cId="3258941701" sldId="262"/>
            <ac:spMk id="34" creationId="{AE423E86-0169-88D5-68CE-D8A1605B7F92}"/>
          </ac:spMkLst>
        </pc:spChg>
        <pc:spChg chg="add mod">
          <ac:chgData name="Simon Guettier" userId="aecb12b45723362e" providerId="LiveId" clId="{93106A41-72F2-4D58-BE20-2D0BA65C9A85}" dt="2025-12-06T14:14:16.140" v="837" actId="20577"/>
          <ac:spMkLst>
            <pc:docMk/>
            <pc:sldMk cId="3258941701" sldId="262"/>
            <ac:spMk id="35" creationId="{62450BEA-9EE5-609B-EB1E-E8E0F1498EDE}"/>
          </ac:spMkLst>
        </pc:spChg>
        <pc:spChg chg="add mod">
          <ac:chgData name="Simon Guettier" userId="aecb12b45723362e" providerId="LiveId" clId="{93106A41-72F2-4D58-BE20-2D0BA65C9A85}" dt="2025-12-06T14:53:43.177" v="1002" actId="11530"/>
          <ac:spMkLst>
            <pc:docMk/>
            <pc:sldMk cId="3258941701" sldId="262"/>
            <ac:spMk id="38" creationId="{5F71E735-41C6-91A3-3055-58C4165E9352}"/>
          </ac:spMkLst>
        </pc:spChg>
        <pc:spChg chg="add mod">
          <ac:chgData name="Simon Guettier" userId="aecb12b45723362e" providerId="LiveId" clId="{93106A41-72F2-4D58-BE20-2D0BA65C9A85}" dt="2025-12-06T14:14:40.364" v="869" actId="20577"/>
          <ac:spMkLst>
            <pc:docMk/>
            <pc:sldMk cId="3258941701" sldId="262"/>
            <ac:spMk id="39" creationId="{E3FFF2F7-6EBD-D07D-30B3-B38D3B892844}"/>
          </ac:spMkLst>
        </pc:spChg>
        <pc:spChg chg="add mod">
          <ac:chgData name="Simon Guettier" userId="aecb12b45723362e" providerId="LiveId" clId="{93106A41-72F2-4D58-BE20-2D0BA65C9A85}" dt="2025-12-06T14:53:43.177" v="1002" actId="11530"/>
          <ac:spMkLst>
            <pc:docMk/>
            <pc:sldMk cId="3258941701" sldId="262"/>
            <ac:spMk id="42" creationId="{6DCF3E8F-92E1-8CD2-066A-2F30E2B4AFAF}"/>
          </ac:spMkLst>
        </pc:spChg>
        <pc:spChg chg="add mod">
          <ac:chgData name="Simon Guettier" userId="aecb12b45723362e" providerId="LiveId" clId="{93106A41-72F2-4D58-BE20-2D0BA65C9A85}" dt="2025-12-06T14:15:00.298" v="909" actId="20577"/>
          <ac:spMkLst>
            <pc:docMk/>
            <pc:sldMk cId="3258941701" sldId="262"/>
            <ac:spMk id="43" creationId="{F7589E0C-724D-813A-E220-BD25A780FC54}"/>
          </ac:spMkLst>
        </pc:spChg>
        <pc:spChg chg="add mod">
          <ac:chgData name="Simon Guettier" userId="aecb12b45723362e" providerId="LiveId" clId="{93106A41-72F2-4D58-BE20-2D0BA65C9A85}" dt="2025-12-06T14:54:37.828" v="1006" actId="1076"/>
          <ac:spMkLst>
            <pc:docMk/>
            <pc:sldMk cId="3258941701" sldId="262"/>
            <ac:spMk id="47" creationId="{5696EDBF-BE3E-7F4C-FE31-D8CC82D8D8FD}"/>
          </ac:spMkLst>
        </pc:spChg>
        <pc:spChg chg="add mod">
          <ac:chgData name="Simon Guettier" userId="aecb12b45723362e" providerId="LiveId" clId="{93106A41-72F2-4D58-BE20-2D0BA65C9A85}" dt="2025-12-06T14:24:26.593" v="974" actId="208"/>
          <ac:spMkLst>
            <pc:docMk/>
            <pc:sldMk cId="3258941701" sldId="262"/>
            <ac:spMk id="48" creationId="{1ECDC242-D181-69CF-BE79-7D030F96C22F}"/>
          </ac:spMkLst>
        </pc:spChg>
        <pc:spChg chg="add mod">
          <ac:chgData name="Simon Guettier" userId="aecb12b45723362e" providerId="LiveId" clId="{93106A41-72F2-4D58-BE20-2D0BA65C9A85}" dt="2025-12-06T15:05:39.395" v="1015" actId="1076"/>
          <ac:spMkLst>
            <pc:docMk/>
            <pc:sldMk cId="3258941701" sldId="262"/>
            <ac:spMk id="50" creationId="{AFD8A8FA-CE84-2933-1F99-B03672B8FC86}"/>
          </ac:spMkLst>
        </pc:spChg>
        <pc:spChg chg="add mod">
          <ac:chgData name="Simon Guettier" userId="aecb12b45723362e" providerId="LiveId" clId="{93106A41-72F2-4D58-BE20-2D0BA65C9A85}" dt="2025-12-06T14:48:21.173" v="988" actId="207"/>
          <ac:spMkLst>
            <pc:docMk/>
            <pc:sldMk cId="3258941701" sldId="262"/>
            <ac:spMk id="51" creationId="{1EA27340-0420-643D-76EB-851CB8DD455F}"/>
          </ac:spMkLst>
        </pc:spChg>
        <pc:spChg chg="add mod">
          <ac:chgData name="Simon Guettier" userId="aecb12b45723362e" providerId="LiveId" clId="{93106A41-72F2-4D58-BE20-2D0BA65C9A85}" dt="2025-12-06T14:49:18.156" v="991" actId="208"/>
          <ac:spMkLst>
            <pc:docMk/>
            <pc:sldMk cId="3258941701" sldId="262"/>
            <ac:spMk id="52" creationId="{B913F464-0CE2-8C86-9B25-C1F18A8C189A}"/>
          </ac:spMkLst>
        </pc:spChg>
        <pc:spChg chg="add mod">
          <ac:chgData name="Simon Guettier" userId="aecb12b45723362e" providerId="LiveId" clId="{93106A41-72F2-4D58-BE20-2D0BA65C9A85}" dt="2025-12-06T14:49:42.988" v="994" actId="208"/>
          <ac:spMkLst>
            <pc:docMk/>
            <pc:sldMk cId="3258941701" sldId="262"/>
            <ac:spMk id="53" creationId="{70644B5A-880C-31B5-BFF1-AFEADAE146B1}"/>
          </ac:spMkLst>
        </pc:spChg>
        <pc:spChg chg="add mod">
          <ac:chgData name="Simon Guettier" userId="aecb12b45723362e" providerId="LiveId" clId="{93106A41-72F2-4D58-BE20-2D0BA65C9A85}" dt="2025-12-06T14:50:00.044" v="997" actId="208"/>
          <ac:spMkLst>
            <pc:docMk/>
            <pc:sldMk cId="3258941701" sldId="262"/>
            <ac:spMk id="54" creationId="{3EBB4079-2AD6-FD30-52C7-E6DDA1CEEB00}"/>
          </ac:spMkLst>
        </pc:spChg>
        <pc:spChg chg="add mod">
          <ac:chgData name="Simon Guettier" userId="aecb12b45723362e" providerId="LiveId" clId="{93106A41-72F2-4D58-BE20-2D0BA65C9A85}" dt="2025-12-06T14:50:13.472" v="1000" actId="208"/>
          <ac:spMkLst>
            <pc:docMk/>
            <pc:sldMk cId="3258941701" sldId="262"/>
            <ac:spMk id="55" creationId="{2B28A32C-55E5-ABDC-B0F5-13A949C9CDD0}"/>
          </ac:spMkLst>
        </pc:spChg>
        <pc:spChg chg="add mod">
          <ac:chgData name="Simon Guettier" userId="aecb12b45723362e" providerId="LiveId" clId="{93106A41-72F2-4D58-BE20-2D0BA65C9A85}" dt="2025-12-06T14:54:11.047" v="1004" actId="1076"/>
          <ac:spMkLst>
            <pc:docMk/>
            <pc:sldMk cId="3258941701" sldId="262"/>
            <ac:spMk id="56" creationId="{9926C98A-9303-4CD5-200E-F1935C69D470}"/>
          </ac:spMkLst>
        </pc:spChg>
        <pc:spChg chg="add mod">
          <ac:chgData name="Simon Guettier" userId="aecb12b45723362e" providerId="LiveId" clId="{93106A41-72F2-4D58-BE20-2D0BA65C9A85}" dt="2025-12-06T14:54:11.047" v="1004" actId="1076"/>
          <ac:spMkLst>
            <pc:docMk/>
            <pc:sldMk cId="3258941701" sldId="262"/>
            <ac:spMk id="57" creationId="{7E540A4F-B98C-CBD2-C5FD-11EDCDE290EA}"/>
          </ac:spMkLst>
        </pc:spChg>
        <pc:spChg chg="add mod">
          <ac:chgData name="Simon Guettier" userId="aecb12b45723362e" providerId="LiveId" clId="{93106A41-72F2-4D58-BE20-2D0BA65C9A85}" dt="2025-12-06T14:54:11.047" v="1004" actId="1076"/>
          <ac:spMkLst>
            <pc:docMk/>
            <pc:sldMk cId="3258941701" sldId="262"/>
            <ac:spMk id="58" creationId="{4E1A9487-7053-F558-D5C4-33E52EDA53D2}"/>
          </ac:spMkLst>
        </pc:spChg>
        <pc:spChg chg="add mod">
          <ac:chgData name="Simon Guettier" userId="aecb12b45723362e" providerId="LiveId" clId="{93106A41-72F2-4D58-BE20-2D0BA65C9A85}" dt="2025-12-06T14:54:11.047" v="1004" actId="1076"/>
          <ac:spMkLst>
            <pc:docMk/>
            <pc:sldMk cId="3258941701" sldId="262"/>
            <ac:spMk id="59" creationId="{2550E2DF-04B6-8B5B-83E2-8EE1D28DB039}"/>
          </ac:spMkLst>
        </pc:spChg>
        <pc:spChg chg="add mod">
          <ac:chgData name="Simon Guettier" userId="aecb12b45723362e" providerId="LiveId" clId="{93106A41-72F2-4D58-BE20-2D0BA65C9A85}" dt="2025-12-06T14:54:21.587" v="1005" actId="208"/>
          <ac:spMkLst>
            <pc:docMk/>
            <pc:sldMk cId="3258941701" sldId="262"/>
            <ac:spMk id="60" creationId="{F898A08E-3620-AA80-1579-A112FA8E0074}"/>
          </ac:spMkLst>
        </pc:spChg>
        <pc:picChg chg="add mod">
          <ac:chgData name="Simon Guettier" userId="aecb12b45723362e" providerId="LiveId" clId="{93106A41-72F2-4D58-BE20-2D0BA65C9A85}" dt="2025-12-06T13:58:37.707" v="604" actId="1076"/>
          <ac:picMkLst>
            <pc:docMk/>
            <pc:sldMk cId="3258941701" sldId="262"/>
            <ac:picMk id="5" creationId="{C5E8EC70-1E77-7D6C-D6A2-76358A44A0E7}"/>
          </ac:picMkLst>
        </pc:picChg>
        <pc:picChg chg="add del mod">
          <ac:chgData name="Simon Guettier" userId="aecb12b45723362e" providerId="LiveId" clId="{93106A41-72F2-4D58-BE20-2D0BA65C9A85}" dt="2025-12-06T14:05:44.880" v="760" actId="478"/>
          <ac:picMkLst>
            <pc:docMk/>
            <pc:sldMk cId="3258941701" sldId="262"/>
            <ac:picMk id="7" creationId="{C640CF3A-FA04-A945-AA0E-C90E561CCDF1}"/>
          </ac:picMkLst>
        </pc:picChg>
        <pc:picChg chg="add mod">
          <ac:chgData name="Simon Guettier" userId="aecb12b45723362e" providerId="LiveId" clId="{93106A41-72F2-4D58-BE20-2D0BA65C9A85}" dt="2025-12-06T14:06:30.089" v="767" actId="207"/>
          <ac:picMkLst>
            <pc:docMk/>
            <pc:sldMk cId="3258941701" sldId="262"/>
            <ac:picMk id="9" creationId="{26F27EDB-E674-167C-0944-690EC8C1C97F}"/>
          </ac:picMkLst>
        </pc:picChg>
        <pc:picChg chg="add mod">
          <ac:chgData name="Simon Guettier" userId="aecb12b45723362e" providerId="LiveId" clId="{93106A41-72F2-4D58-BE20-2D0BA65C9A85}" dt="2025-12-06T13:58:51.763" v="608" actId="1076"/>
          <ac:picMkLst>
            <pc:docMk/>
            <pc:sldMk cId="3258941701" sldId="262"/>
            <ac:picMk id="10" creationId="{10456801-9E38-EE57-1690-C87DF3F8DD04}"/>
          </ac:picMkLst>
        </pc:picChg>
        <pc:picChg chg="add mod">
          <ac:chgData name="Simon Guettier" userId="aecb12b45723362e" providerId="LiveId" clId="{93106A41-72F2-4D58-BE20-2D0BA65C9A85}" dt="2025-12-06T13:58:47.311" v="606" actId="1076"/>
          <ac:picMkLst>
            <pc:docMk/>
            <pc:sldMk cId="3258941701" sldId="262"/>
            <ac:picMk id="11" creationId="{956F4605-74BF-081B-83E9-49DB60C213C5}"/>
          </ac:picMkLst>
        </pc:picChg>
        <pc:picChg chg="add mod">
          <ac:chgData name="Simon Guettier" userId="aecb12b45723362e" providerId="LiveId" clId="{93106A41-72F2-4D58-BE20-2D0BA65C9A85}" dt="2025-12-06T13:58:57.787" v="610" actId="1076"/>
          <ac:picMkLst>
            <pc:docMk/>
            <pc:sldMk cId="3258941701" sldId="262"/>
            <ac:picMk id="12" creationId="{DD59DCB2-7BB7-8E14-9F9A-AD8E9CB4EE97}"/>
          </ac:picMkLst>
        </pc:picChg>
        <pc:picChg chg="add mod">
          <ac:chgData name="Simon Guettier" userId="aecb12b45723362e" providerId="LiveId" clId="{93106A41-72F2-4D58-BE20-2D0BA65C9A85}" dt="2025-12-06T14:24:14.045" v="972" actId="207"/>
          <ac:picMkLst>
            <pc:docMk/>
            <pc:sldMk cId="3258941701" sldId="262"/>
            <ac:picMk id="13" creationId="{7F4F6950-CB92-4B5D-C36E-DD43254C0394}"/>
          </ac:picMkLst>
        </pc:picChg>
        <pc:picChg chg="add mod">
          <ac:chgData name="Simon Guettier" userId="aecb12b45723362e" providerId="LiveId" clId="{93106A41-72F2-4D58-BE20-2D0BA65C9A85}" dt="2025-12-06T14:00:16.099" v="631" actId="1076"/>
          <ac:picMkLst>
            <pc:docMk/>
            <pc:sldMk cId="3258941701" sldId="262"/>
            <ac:picMk id="17" creationId="{70EA9F73-4CC0-8D56-79E6-45AD608DA877}"/>
          </ac:picMkLst>
        </pc:picChg>
        <pc:picChg chg="add mod">
          <ac:chgData name="Simon Guettier" userId="aecb12b45723362e" providerId="LiveId" clId="{93106A41-72F2-4D58-BE20-2D0BA65C9A85}" dt="2025-12-06T14:01:02.667" v="637" actId="1076"/>
          <ac:picMkLst>
            <pc:docMk/>
            <pc:sldMk cId="3258941701" sldId="262"/>
            <ac:picMk id="19" creationId="{A0A7BE44-B3C5-0672-E715-7D851F8B4A67}"/>
          </ac:picMkLst>
        </pc:picChg>
        <pc:picChg chg="add mod">
          <ac:chgData name="Simon Guettier" userId="aecb12b45723362e" providerId="LiveId" clId="{93106A41-72F2-4D58-BE20-2D0BA65C9A85}" dt="2025-12-06T14:01:10.405" v="639" actId="1076"/>
          <ac:picMkLst>
            <pc:docMk/>
            <pc:sldMk cId="3258941701" sldId="262"/>
            <ac:picMk id="21" creationId="{98124531-4F13-A397-BE1A-BF910F274B6E}"/>
          </ac:picMkLst>
        </pc:picChg>
        <pc:picChg chg="add mod">
          <ac:chgData name="Simon Guettier" userId="aecb12b45723362e" providerId="LiveId" clId="{93106A41-72F2-4D58-BE20-2D0BA65C9A85}" dt="2025-12-06T14:01:14.301" v="641" actId="1076"/>
          <ac:picMkLst>
            <pc:docMk/>
            <pc:sldMk cId="3258941701" sldId="262"/>
            <ac:picMk id="23" creationId="{0FB45A2E-3639-5778-8365-7E744EDD3221}"/>
          </ac:picMkLst>
        </pc:picChg>
        <pc:picChg chg="add mod">
          <ac:chgData name="Simon Guettier" userId="aecb12b45723362e" providerId="LiveId" clId="{93106A41-72F2-4D58-BE20-2D0BA65C9A85}" dt="2025-12-06T14:01:21.355" v="643" actId="1076"/>
          <ac:picMkLst>
            <pc:docMk/>
            <pc:sldMk cId="3258941701" sldId="262"/>
            <ac:picMk id="25" creationId="{6432759D-807C-6578-3967-C33B8A9E8742}"/>
          </ac:picMkLst>
        </pc:picChg>
        <pc:picChg chg="add mod">
          <ac:chgData name="Simon Guettier" userId="aecb12b45723362e" providerId="LiveId" clId="{93106A41-72F2-4D58-BE20-2D0BA65C9A85}" dt="2025-12-06T14:06:55.961" v="775" actId="1076"/>
          <ac:picMkLst>
            <pc:docMk/>
            <pc:sldMk cId="3258941701" sldId="262"/>
            <ac:picMk id="32" creationId="{9AEF5B04-349B-ADFA-2A46-55309C0641E1}"/>
          </ac:picMkLst>
        </pc:picChg>
        <pc:picChg chg="add mod">
          <ac:chgData name="Simon Guettier" userId="aecb12b45723362e" providerId="LiveId" clId="{93106A41-72F2-4D58-BE20-2D0BA65C9A85}" dt="2025-12-06T14:12:28.671" v="802" actId="207"/>
          <ac:picMkLst>
            <pc:docMk/>
            <pc:sldMk cId="3258941701" sldId="262"/>
            <ac:picMk id="33" creationId="{00C0F780-21AE-F0A2-58D0-4445C76D31E8}"/>
          </ac:picMkLst>
        </pc:picChg>
        <pc:picChg chg="add mod">
          <ac:chgData name="Simon Guettier" userId="aecb12b45723362e" providerId="LiveId" clId="{93106A41-72F2-4D58-BE20-2D0BA65C9A85}" dt="2025-12-06T14:09:25.720" v="797" actId="1076"/>
          <ac:picMkLst>
            <pc:docMk/>
            <pc:sldMk cId="3258941701" sldId="262"/>
            <ac:picMk id="36" creationId="{512643F8-CD14-B18A-9C1C-F5CF2B066D7C}"/>
          </ac:picMkLst>
        </pc:picChg>
        <pc:picChg chg="add mod">
          <ac:chgData name="Simon Guettier" userId="aecb12b45723362e" providerId="LiveId" clId="{93106A41-72F2-4D58-BE20-2D0BA65C9A85}" dt="2025-12-06T14:12:46.762" v="806" actId="207"/>
          <ac:picMkLst>
            <pc:docMk/>
            <pc:sldMk cId="3258941701" sldId="262"/>
            <ac:picMk id="37" creationId="{668F8240-C29D-B683-438B-424479DDB60D}"/>
          </ac:picMkLst>
        </pc:picChg>
        <pc:picChg chg="add mod">
          <ac:chgData name="Simon Guettier" userId="aecb12b45723362e" providerId="LiveId" clId="{93106A41-72F2-4D58-BE20-2D0BA65C9A85}" dt="2025-12-06T14:09:32.934" v="799" actId="1076"/>
          <ac:picMkLst>
            <pc:docMk/>
            <pc:sldMk cId="3258941701" sldId="262"/>
            <ac:picMk id="40" creationId="{A99597A8-5D7B-28C6-F580-C9EAB9AE5DC1}"/>
          </ac:picMkLst>
        </pc:picChg>
        <pc:picChg chg="add mod">
          <ac:chgData name="Simon Guettier" userId="aecb12b45723362e" providerId="LiveId" clId="{93106A41-72F2-4D58-BE20-2D0BA65C9A85}" dt="2025-12-06T14:13:04.673" v="810" actId="207"/>
          <ac:picMkLst>
            <pc:docMk/>
            <pc:sldMk cId="3258941701" sldId="262"/>
            <ac:picMk id="41" creationId="{5F69EF86-489D-4116-B497-3F99929A98D0}"/>
          </ac:picMkLst>
        </pc:picChg>
        <pc:picChg chg="add mod">
          <ac:chgData name="Simon Guettier" userId="aecb12b45723362e" providerId="LiveId" clId="{93106A41-72F2-4D58-BE20-2D0BA65C9A85}" dt="2025-12-06T14:09:44.125" v="801" actId="1076"/>
          <ac:picMkLst>
            <pc:docMk/>
            <pc:sldMk cId="3258941701" sldId="262"/>
            <ac:picMk id="44" creationId="{20FF5CA4-1973-1DF5-D7E4-524DD409F909}"/>
          </ac:picMkLst>
        </pc:picChg>
        <pc:picChg chg="add mod">
          <ac:chgData name="Simon Guettier" userId="aecb12b45723362e" providerId="LiveId" clId="{93106A41-72F2-4D58-BE20-2D0BA65C9A85}" dt="2025-12-06T14:54:47.849" v="1013" actId="1035"/>
          <ac:picMkLst>
            <pc:docMk/>
            <pc:sldMk cId="3258941701" sldId="262"/>
            <ac:picMk id="46" creationId="{E676CCD1-4B41-FD7A-07C2-2F7A6D827E27}"/>
          </ac:picMkLst>
        </pc:picChg>
        <pc:picChg chg="add mod">
          <ac:chgData name="Simon Guettier" userId="aecb12b45723362e" providerId="LiveId" clId="{93106A41-72F2-4D58-BE20-2D0BA65C9A85}" dt="2025-12-06T14:54:43.281" v="1011" actId="1036"/>
          <ac:picMkLst>
            <pc:docMk/>
            <pc:sldMk cId="3258941701" sldId="262"/>
            <ac:picMk id="49" creationId="{F5F41201-AFE3-782D-3BE3-FE7AB20F8D55}"/>
          </ac:picMkLst>
        </pc:picChg>
      </pc:sldChg>
      <pc:sldChg chg="addSp delSp modSp new mod">
        <pc:chgData name="Simon Guettier" userId="aecb12b45723362e" providerId="LiveId" clId="{93106A41-72F2-4D58-BE20-2D0BA65C9A85}" dt="2025-12-06T18:57:12.526" v="1097"/>
        <pc:sldMkLst>
          <pc:docMk/>
          <pc:sldMk cId="2711334981" sldId="263"/>
        </pc:sldMkLst>
        <pc:spChg chg="mod">
          <ac:chgData name="Simon Guettier" userId="aecb12b45723362e" providerId="LiveId" clId="{93106A41-72F2-4D58-BE20-2D0BA65C9A85}" dt="2025-12-06T18:35:44.778" v="1031" actId="20577"/>
          <ac:spMkLst>
            <pc:docMk/>
            <pc:sldMk cId="2711334981" sldId="263"/>
            <ac:spMk id="2" creationId="{480804DD-3256-0D9E-E6F6-8834B7DD1026}"/>
          </ac:spMkLst>
        </pc:spChg>
        <pc:spChg chg="del">
          <ac:chgData name="Simon Guettier" userId="aecb12b45723362e" providerId="LiveId" clId="{93106A41-72F2-4D58-BE20-2D0BA65C9A85}" dt="2025-12-06T18:35:47.208" v="1032" actId="478"/>
          <ac:spMkLst>
            <pc:docMk/>
            <pc:sldMk cId="2711334981" sldId="263"/>
            <ac:spMk id="3" creationId="{885F6B2F-9420-E470-2509-A71D7BD41394}"/>
          </ac:spMkLst>
        </pc:spChg>
        <pc:spChg chg="add mod">
          <ac:chgData name="Simon Guettier" userId="aecb12b45723362e" providerId="LiveId" clId="{93106A41-72F2-4D58-BE20-2D0BA65C9A85}" dt="2025-12-06T18:37:00.428" v="1059" actId="1076"/>
          <ac:spMkLst>
            <pc:docMk/>
            <pc:sldMk cId="2711334981" sldId="263"/>
            <ac:spMk id="10" creationId="{97405968-A6D1-32D6-090A-2B6692BC0000}"/>
          </ac:spMkLst>
        </pc:spChg>
        <pc:spChg chg="add mod">
          <ac:chgData name="Simon Guettier" userId="aecb12b45723362e" providerId="LiveId" clId="{93106A41-72F2-4D58-BE20-2D0BA65C9A85}" dt="2025-12-06T18:38:10.819" v="1079" actId="207"/>
          <ac:spMkLst>
            <pc:docMk/>
            <pc:sldMk cId="2711334981" sldId="263"/>
            <ac:spMk id="11" creationId="{D7CBCFE9-5D34-B670-FCA7-ABE3119560E9}"/>
          </ac:spMkLst>
        </pc:spChg>
        <pc:spChg chg="add mod">
          <ac:chgData name="Simon Guettier" userId="aecb12b45723362e" providerId="LiveId" clId="{93106A41-72F2-4D58-BE20-2D0BA65C9A85}" dt="2025-12-06T18:38:05.170" v="1078" actId="207"/>
          <ac:spMkLst>
            <pc:docMk/>
            <pc:sldMk cId="2711334981" sldId="263"/>
            <ac:spMk id="12" creationId="{0BE33B32-4BEF-06F9-A61F-FB44DE481AE9}"/>
          </ac:spMkLst>
        </pc:spChg>
        <pc:spChg chg="add mod">
          <ac:chgData name="Simon Guettier" userId="aecb12b45723362e" providerId="LiveId" clId="{93106A41-72F2-4D58-BE20-2D0BA65C9A85}" dt="2025-12-06T18:38:28.528" v="1084" actId="403"/>
          <ac:spMkLst>
            <pc:docMk/>
            <pc:sldMk cId="2711334981" sldId="263"/>
            <ac:spMk id="13" creationId="{F98806F9-492C-CBEB-07A6-06F944912F8F}"/>
          </ac:spMkLst>
        </pc:spChg>
        <pc:picChg chg="add mod">
          <ac:chgData name="Simon Guettier" userId="aecb12b45723362e" providerId="LiveId" clId="{93106A41-72F2-4D58-BE20-2D0BA65C9A85}" dt="2025-12-06T18:36:16.533" v="1045" actId="1076"/>
          <ac:picMkLst>
            <pc:docMk/>
            <pc:sldMk cId="2711334981" sldId="263"/>
            <ac:picMk id="5" creationId="{C5E77861-19EB-A3AE-5485-6C789AB2C57B}"/>
          </ac:picMkLst>
        </pc:picChg>
        <pc:picChg chg="add mod">
          <ac:chgData name="Simon Guettier" userId="aecb12b45723362e" providerId="LiveId" clId="{93106A41-72F2-4D58-BE20-2D0BA65C9A85}" dt="2025-12-06T18:36:18.916" v="1046" actId="1076"/>
          <ac:picMkLst>
            <pc:docMk/>
            <pc:sldMk cId="2711334981" sldId="263"/>
            <ac:picMk id="7" creationId="{D7654422-B7D3-A21C-75CF-028518AA3867}"/>
          </ac:picMkLst>
        </pc:picChg>
        <pc:picChg chg="add mod">
          <ac:chgData name="Simon Guettier" userId="aecb12b45723362e" providerId="LiveId" clId="{93106A41-72F2-4D58-BE20-2D0BA65C9A85}" dt="2025-12-06T18:36:21.643" v="1047" actId="1076"/>
          <ac:picMkLst>
            <pc:docMk/>
            <pc:sldMk cId="2711334981" sldId="263"/>
            <ac:picMk id="9" creationId="{B1A47CCA-2B5E-8912-886C-2840C1408821}"/>
          </ac:picMkLst>
        </pc:picChg>
        <pc:picChg chg="add mod">
          <ac:chgData name="Simon Guettier" userId="aecb12b45723362e" providerId="LiveId" clId="{93106A41-72F2-4D58-BE20-2D0BA65C9A85}" dt="2025-12-06T18:44:25.062" v="1086" actId="1076"/>
          <ac:picMkLst>
            <pc:docMk/>
            <pc:sldMk cId="2711334981" sldId="263"/>
            <ac:picMk id="14" creationId="{FFC2A042-FD05-D2A3-F8AD-CDFE4BEA365C}"/>
          </ac:picMkLst>
        </pc:picChg>
        <pc:picChg chg="add mod">
          <ac:chgData name="Simon Guettier" userId="aecb12b45723362e" providerId="LiveId" clId="{93106A41-72F2-4D58-BE20-2D0BA65C9A85}" dt="2025-12-06T18:56:53.740" v="1092" actId="1076"/>
          <ac:picMkLst>
            <pc:docMk/>
            <pc:sldMk cId="2711334981" sldId="263"/>
            <ac:picMk id="16" creationId="{88B16DB9-5A45-373F-5913-47C4AF0F183D}"/>
          </ac:picMkLst>
        </pc:picChg>
        <pc:picChg chg="add mod">
          <ac:chgData name="Simon Guettier" userId="aecb12b45723362e" providerId="LiveId" clId="{93106A41-72F2-4D58-BE20-2D0BA65C9A85}" dt="2025-12-06T18:57:07.845" v="1096" actId="1076"/>
          <ac:picMkLst>
            <pc:docMk/>
            <pc:sldMk cId="2711334981" sldId="263"/>
            <ac:picMk id="18" creationId="{3ADEE1F1-948C-0780-D572-8B791BD5738E}"/>
          </ac:picMkLst>
        </pc:picChg>
        <pc:picChg chg="add">
          <ac:chgData name="Simon Guettier" userId="aecb12b45723362e" providerId="LiveId" clId="{93106A41-72F2-4D58-BE20-2D0BA65C9A85}" dt="2025-12-06T18:57:12.526" v="1097"/>
          <ac:picMkLst>
            <pc:docMk/>
            <pc:sldMk cId="2711334981" sldId="263"/>
            <ac:picMk id="19" creationId="{A253C127-8DC8-D40A-147B-8EBDC92171AA}"/>
          </ac:picMkLst>
        </pc:picChg>
      </pc:sldChg>
      <pc:sldChg chg="addSp delSp modSp add mod">
        <pc:chgData name="Simon Guettier" userId="aecb12b45723362e" providerId="LiveId" clId="{93106A41-72F2-4D58-BE20-2D0BA65C9A85}" dt="2025-12-06T19:58:12.855" v="1219" actId="962"/>
        <pc:sldMkLst>
          <pc:docMk/>
          <pc:sldMk cId="757690853" sldId="264"/>
        </pc:sldMkLst>
        <pc:spChg chg="add mod">
          <ac:chgData name="Simon Guettier" userId="aecb12b45723362e" providerId="LiveId" clId="{93106A41-72F2-4D58-BE20-2D0BA65C9A85}" dt="2025-12-06T19:28:29.054" v="1122" actId="1076"/>
          <ac:spMkLst>
            <pc:docMk/>
            <pc:sldMk cId="757690853" sldId="264"/>
            <ac:spMk id="6" creationId="{46E7CD90-8365-BE82-5602-59DDF4151CB8}"/>
          </ac:spMkLst>
        </pc:spChg>
        <pc:spChg chg="del mod">
          <ac:chgData name="Simon Guettier" userId="aecb12b45723362e" providerId="LiveId" clId="{93106A41-72F2-4D58-BE20-2D0BA65C9A85}" dt="2025-12-06T19:28:07.826" v="1115" actId="478"/>
          <ac:spMkLst>
            <pc:docMk/>
            <pc:sldMk cId="757690853" sldId="264"/>
            <ac:spMk id="10" creationId="{F3C72EE8-DA20-230C-A660-E5B0D44DCE44}"/>
          </ac:spMkLst>
        </pc:spChg>
        <pc:spChg chg="del">
          <ac:chgData name="Simon Guettier" userId="aecb12b45723362e" providerId="LiveId" clId="{93106A41-72F2-4D58-BE20-2D0BA65C9A85}" dt="2025-12-06T19:28:11.300" v="1117" actId="478"/>
          <ac:spMkLst>
            <pc:docMk/>
            <pc:sldMk cId="757690853" sldId="264"/>
            <ac:spMk id="11" creationId="{B3D8DFDA-67BD-9EB6-DBF3-6135E8391378}"/>
          </ac:spMkLst>
        </pc:spChg>
        <pc:spChg chg="del">
          <ac:chgData name="Simon Guettier" userId="aecb12b45723362e" providerId="LiveId" clId="{93106A41-72F2-4D58-BE20-2D0BA65C9A85}" dt="2025-12-06T19:28:16.264" v="1118" actId="478"/>
          <ac:spMkLst>
            <pc:docMk/>
            <pc:sldMk cId="757690853" sldId="264"/>
            <ac:spMk id="12" creationId="{E9593BC1-C323-2547-A529-746442D76430}"/>
          </ac:spMkLst>
        </pc:spChg>
        <pc:spChg chg="del">
          <ac:chgData name="Simon Guettier" userId="aecb12b45723362e" providerId="LiveId" clId="{93106A41-72F2-4D58-BE20-2D0BA65C9A85}" dt="2025-12-06T19:28:16.264" v="1118" actId="478"/>
          <ac:spMkLst>
            <pc:docMk/>
            <pc:sldMk cId="757690853" sldId="264"/>
            <ac:spMk id="13" creationId="{E61BD1A3-D0F7-8031-1C7A-C36BE5EFCB22}"/>
          </ac:spMkLst>
        </pc:spChg>
        <pc:picChg chg="add mod">
          <ac:chgData name="Simon Guettier" userId="aecb12b45723362e" providerId="LiveId" clId="{93106A41-72F2-4D58-BE20-2D0BA65C9A85}" dt="2025-12-06T19:28:29.054" v="1122" actId="1076"/>
          <ac:picMkLst>
            <pc:docMk/>
            <pc:sldMk cId="757690853" sldId="264"/>
            <ac:picMk id="4" creationId="{146FBFE0-2EA3-904C-F9A5-2FFD78A4F3AC}"/>
          </ac:picMkLst>
        </pc:picChg>
        <pc:picChg chg="del">
          <ac:chgData name="Simon Guettier" userId="aecb12b45723362e" providerId="LiveId" clId="{93106A41-72F2-4D58-BE20-2D0BA65C9A85}" dt="2025-12-06T19:28:08.395" v="1116" actId="478"/>
          <ac:picMkLst>
            <pc:docMk/>
            <pc:sldMk cId="757690853" sldId="264"/>
            <ac:picMk id="5" creationId="{AA038366-B907-EDE9-A75D-2581020F5365}"/>
          </ac:picMkLst>
        </pc:picChg>
        <pc:picChg chg="del">
          <ac:chgData name="Simon Guettier" userId="aecb12b45723362e" providerId="LiveId" clId="{93106A41-72F2-4D58-BE20-2D0BA65C9A85}" dt="2025-12-06T19:28:16.264" v="1118" actId="478"/>
          <ac:picMkLst>
            <pc:docMk/>
            <pc:sldMk cId="757690853" sldId="264"/>
            <ac:picMk id="7" creationId="{41C18BA6-6978-42DE-4997-50BB3CCC920A}"/>
          </ac:picMkLst>
        </pc:picChg>
        <pc:picChg chg="add mod">
          <ac:chgData name="Simon Guettier" userId="aecb12b45723362e" providerId="LiveId" clId="{93106A41-72F2-4D58-BE20-2D0BA65C9A85}" dt="2025-12-06T19:28:31.525" v="1123" actId="1076"/>
          <ac:picMkLst>
            <pc:docMk/>
            <pc:sldMk cId="757690853" sldId="264"/>
            <ac:picMk id="8" creationId="{9E2E8B50-4ED0-761B-44A1-3F61921A7D74}"/>
          </ac:picMkLst>
        </pc:picChg>
        <pc:picChg chg="del">
          <ac:chgData name="Simon Guettier" userId="aecb12b45723362e" providerId="LiveId" clId="{93106A41-72F2-4D58-BE20-2D0BA65C9A85}" dt="2025-12-06T19:28:16.264" v="1118" actId="478"/>
          <ac:picMkLst>
            <pc:docMk/>
            <pc:sldMk cId="757690853" sldId="264"/>
            <ac:picMk id="9" creationId="{47172BD5-F367-4BC0-414A-C7F9C5AA1723}"/>
          </ac:picMkLst>
        </pc:picChg>
        <pc:picChg chg="del">
          <ac:chgData name="Simon Guettier" userId="aecb12b45723362e" providerId="LiveId" clId="{93106A41-72F2-4D58-BE20-2D0BA65C9A85}" dt="2025-12-06T19:28:21.306" v="1121" actId="478"/>
          <ac:picMkLst>
            <pc:docMk/>
            <pc:sldMk cId="757690853" sldId="264"/>
            <ac:picMk id="14" creationId="{9E5297D5-6CA0-869D-9396-FC576CFFACE1}"/>
          </ac:picMkLst>
        </pc:picChg>
        <pc:picChg chg="del">
          <ac:chgData name="Simon Guettier" userId="aecb12b45723362e" providerId="LiveId" clId="{93106A41-72F2-4D58-BE20-2D0BA65C9A85}" dt="2025-12-06T19:28:16.264" v="1118" actId="478"/>
          <ac:picMkLst>
            <pc:docMk/>
            <pc:sldMk cId="757690853" sldId="264"/>
            <ac:picMk id="16" creationId="{F038BB5E-6AFD-B72E-22A5-431080472490}"/>
          </ac:picMkLst>
        </pc:picChg>
        <pc:picChg chg="add del mod">
          <ac:chgData name="Simon Guettier" userId="aecb12b45723362e" providerId="LiveId" clId="{93106A41-72F2-4D58-BE20-2D0BA65C9A85}" dt="2025-12-06T19:57:27.978" v="1216" actId="478"/>
          <ac:picMkLst>
            <pc:docMk/>
            <pc:sldMk cId="757690853" sldId="264"/>
            <ac:picMk id="17" creationId="{88843636-E980-BFF8-552E-98EC64E8A2AA}"/>
          </ac:picMkLst>
        </pc:picChg>
        <pc:picChg chg="del">
          <ac:chgData name="Simon Guettier" userId="aecb12b45723362e" providerId="LiveId" clId="{93106A41-72F2-4D58-BE20-2D0BA65C9A85}" dt="2025-12-06T19:28:16.264" v="1118" actId="478"/>
          <ac:picMkLst>
            <pc:docMk/>
            <pc:sldMk cId="757690853" sldId="264"/>
            <ac:picMk id="18" creationId="{48937CBB-B0C2-6D4F-C668-E808523718ED}"/>
          </ac:picMkLst>
        </pc:picChg>
        <pc:picChg chg="del">
          <ac:chgData name="Simon Guettier" userId="aecb12b45723362e" providerId="LiveId" clId="{93106A41-72F2-4D58-BE20-2D0BA65C9A85}" dt="2025-12-06T19:28:19.899" v="1120" actId="478"/>
          <ac:picMkLst>
            <pc:docMk/>
            <pc:sldMk cId="757690853" sldId="264"/>
            <ac:picMk id="19" creationId="{A9E14A31-495D-C273-1E56-66A49802579E}"/>
          </ac:picMkLst>
        </pc:picChg>
        <pc:picChg chg="add mod">
          <ac:chgData name="Simon Guettier" userId="aecb12b45723362e" providerId="LiveId" clId="{93106A41-72F2-4D58-BE20-2D0BA65C9A85}" dt="2025-12-06T19:58:12.855" v="1219" actId="962"/>
          <ac:picMkLst>
            <pc:docMk/>
            <pc:sldMk cId="757690853" sldId="264"/>
            <ac:picMk id="21" creationId="{034B8E60-F6A2-DF34-90AB-5D137A531C80}"/>
          </ac:picMkLst>
        </pc:picChg>
      </pc:sldChg>
      <pc:sldChg chg="addSp delSp modSp add mod">
        <pc:chgData name="Simon Guettier" userId="aecb12b45723362e" providerId="LiveId" clId="{93106A41-72F2-4D58-BE20-2D0BA65C9A85}" dt="2025-12-06T19:35:59.789" v="1212"/>
        <pc:sldMkLst>
          <pc:docMk/>
          <pc:sldMk cId="4212004404" sldId="265"/>
        </pc:sldMkLst>
        <pc:spChg chg="del">
          <ac:chgData name="Simon Guettier" userId="aecb12b45723362e" providerId="LiveId" clId="{93106A41-72F2-4D58-BE20-2D0BA65C9A85}" dt="2025-12-06T19:28:39.049" v="1127" actId="478"/>
          <ac:spMkLst>
            <pc:docMk/>
            <pc:sldMk cId="4212004404" sldId="265"/>
            <ac:spMk id="6" creationId="{E3D8D6E1-C1BA-8E38-9030-E63F1C23ECDD}"/>
          </ac:spMkLst>
        </pc:spChg>
        <pc:spChg chg="add mod">
          <ac:chgData name="Simon Guettier" userId="aecb12b45723362e" providerId="LiveId" clId="{93106A41-72F2-4D58-BE20-2D0BA65C9A85}" dt="2025-12-06T19:31:46.907" v="1158" actId="1037"/>
          <ac:spMkLst>
            <pc:docMk/>
            <pc:sldMk cId="4212004404" sldId="265"/>
            <ac:spMk id="10" creationId="{C08B3E35-54B9-FC32-F1C2-90761E1A4931}"/>
          </ac:spMkLst>
        </pc:spChg>
        <pc:spChg chg="add mod">
          <ac:chgData name="Simon Guettier" userId="aecb12b45723362e" providerId="LiveId" clId="{93106A41-72F2-4D58-BE20-2D0BA65C9A85}" dt="2025-12-06T19:32:17.731" v="1160" actId="1076"/>
          <ac:spMkLst>
            <pc:docMk/>
            <pc:sldMk cId="4212004404" sldId="265"/>
            <ac:spMk id="11" creationId="{6E3672EC-4972-E148-317F-7065353406C2}"/>
          </ac:spMkLst>
        </pc:spChg>
        <pc:spChg chg="add mod">
          <ac:chgData name="Simon Guettier" userId="aecb12b45723362e" providerId="LiveId" clId="{93106A41-72F2-4D58-BE20-2D0BA65C9A85}" dt="2025-12-06T19:32:44.049" v="1162" actId="1076"/>
          <ac:spMkLst>
            <pc:docMk/>
            <pc:sldMk cId="4212004404" sldId="265"/>
            <ac:spMk id="12" creationId="{611611AB-213A-2B1F-C396-EF1BC7051304}"/>
          </ac:spMkLst>
        </pc:spChg>
        <pc:spChg chg="add mod">
          <ac:chgData name="Simon Guettier" userId="aecb12b45723362e" providerId="LiveId" clId="{93106A41-72F2-4D58-BE20-2D0BA65C9A85}" dt="2025-12-06T19:35:38.344" v="1208" actId="1035"/>
          <ac:spMkLst>
            <pc:docMk/>
            <pc:sldMk cId="4212004404" sldId="265"/>
            <ac:spMk id="13" creationId="{574697A5-969D-7CD3-1CDF-65DD27BCB52F}"/>
          </ac:spMkLst>
        </pc:spChg>
        <pc:spChg chg="add mod">
          <ac:chgData name="Simon Guettier" userId="aecb12b45723362e" providerId="LiveId" clId="{93106A41-72F2-4D58-BE20-2D0BA65C9A85}" dt="2025-12-06T19:33:08.778" v="1171" actId="1035"/>
          <ac:spMkLst>
            <pc:docMk/>
            <pc:sldMk cId="4212004404" sldId="265"/>
            <ac:spMk id="14" creationId="{BAA0BCA2-6747-28BD-6995-38ED75B537A2}"/>
          </ac:spMkLst>
        </pc:spChg>
        <pc:spChg chg="add mod">
          <ac:chgData name="Simon Guettier" userId="aecb12b45723362e" providerId="LiveId" clId="{93106A41-72F2-4D58-BE20-2D0BA65C9A85}" dt="2025-12-06T19:33:21.390" v="1180" actId="1036"/>
          <ac:spMkLst>
            <pc:docMk/>
            <pc:sldMk cId="4212004404" sldId="265"/>
            <ac:spMk id="15" creationId="{B85554E6-C37C-D02F-A2C2-CE32E7C30353}"/>
          </ac:spMkLst>
        </pc:spChg>
        <pc:spChg chg="add mod">
          <ac:chgData name="Simon Guettier" userId="aecb12b45723362e" providerId="LiveId" clId="{93106A41-72F2-4D58-BE20-2D0BA65C9A85}" dt="2025-12-06T19:33:40.259" v="1189" actId="1035"/>
          <ac:spMkLst>
            <pc:docMk/>
            <pc:sldMk cId="4212004404" sldId="265"/>
            <ac:spMk id="16" creationId="{35CC6E0F-6CD1-DE37-3E7B-FB71BC2C7CC0}"/>
          </ac:spMkLst>
        </pc:spChg>
        <pc:spChg chg="add mod">
          <ac:chgData name="Simon Guettier" userId="aecb12b45723362e" providerId="LiveId" clId="{93106A41-72F2-4D58-BE20-2D0BA65C9A85}" dt="2025-12-06T19:34:16.013" v="1198" actId="1036"/>
          <ac:spMkLst>
            <pc:docMk/>
            <pc:sldMk cId="4212004404" sldId="265"/>
            <ac:spMk id="17" creationId="{86C3848B-5159-3C03-EA06-FFF85CC1E6B7}"/>
          </ac:spMkLst>
        </pc:spChg>
        <pc:spChg chg="add mod">
          <ac:chgData name="Simon Guettier" userId="aecb12b45723362e" providerId="LiveId" clId="{93106A41-72F2-4D58-BE20-2D0BA65C9A85}" dt="2025-12-06T19:35:39.922" v="1211" actId="1037"/>
          <ac:spMkLst>
            <pc:docMk/>
            <pc:sldMk cId="4212004404" sldId="265"/>
            <ac:spMk id="19" creationId="{66072A97-D769-C9F0-A8E5-D18D17F2288F}"/>
          </ac:spMkLst>
        </pc:spChg>
        <pc:picChg chg="del">
          <ac:chgData name="Simon Guettier" userId="aecb12b45723362e" providerId="LiveId" clId="{93106A41-72F2-4D58-BE20-2D0BA65C9A85}" dt="2025-12-06T19:28:37.376" v="1125" actId="478"/>
          <ac:picMkLst>
            <pc:docMk/>
            <pc:sldMk cId="4212004404" sldId="265"/>
            <ac:picMk id="4" creationId="{02754FB0-612C-0E87-994A-4A4364E78F3C}"/>
          </ac:picMkLst>
        </pc:picChg>
        <pc:picChg chg="add del mod">
          <ac:chgData name="Simon Guettier" userId="aecb12b45723362e" providerId="LiveId" clId="{93106A41-72F2-4D58-BE20-2D0BA65C9A85}" dt="2025-12-06T19:28:59.098" v="1131" actId="478"/>
          <ac:picMkLst>
            <pc:docMk/>
            <pc:sldMk cId="4212004404" sldId="265"/>
            <ac:picMk id="5" creationId="{7077F0CD-545B-870E-396E-3417BBB13725}"/>
          </ac:picMkLst>
        </pc:picChg>
        <pc:picChg chg="del">
          <ac:chgData name="Simon Guettier" userId="aecb12b45723362e" providerId="LiveId" clId="{93106A41-72F2-4D58-BE20-2D0BA65C9A85}" dt="2025-12-06T19:28:37.885" v="1126" actId="478"/>
          <ac:picMkLst>
            <pc:docMk/>
            <pc:sldMk cId="4212004404" sldId="265"/>
            <ac:picMk id="8" creationId="{715891AC-35B6-382E-E722-18600EF1CB17}"/>
          </ac:picMkLst>
        </pc:picChg>
        <pc:picChg chg="add mod modCrop">
          <ac:chgData name="Simon Guettier" userId="aecb12b45723362e" providerId="LiveId" clId="{93106A41-72F2-4D58-BE20-2D0BA65C9A85}" dt="2025-12-06T19:31:03.660" v="1140" actId="1076"/>
          <ac:picMkLst>
            <pc:docMk/>
            <pc:sldMk cId="4212004404" sldId="265"/>
            <ac:picMk id="9" creationId="{F862B6DB-9F33-5E8E-4489-9CE0F1CF1A1F}"/>
          </ac:picMkLst>
        </pc:picChg>
        <pc:picChg chg="add del mod">
          <ac:chgData name="Simon Guettier" userId="aecb12b45723362e" providerId="LiveId" clId="{93106A41-72F2-4D58-BE20-2D0BA65C9A85}" dt="2025-12-06T19:35:28.028" v="1202" actId="478"/>
          <ac:picMkLst>
            <pc:docMk/>
            <pc:sldMk cId="4212004404" sldId="265"/>
            <ac:picMk id="18" creationId="{A58141D5-EF41-7590-9502-8BF8610EA2B0}"/>
          </ac:picMkLst>
        </pc:picChg>
        <pc:picChg chg="add">
          <ac:chgData name="Simon Guettier" userId="aecb12b45723362e" providerId="LiveId" clId="{93106A41-72F2-4D58-BE20-2D0BA65C9A85}" dt="2025-12-06T19:35:59.789" v="1212"/>
          <ac:picMkLst>
            <pc:docMk/>
            <pc:sldMk cId="4212004404" sldId="265"/>
            <ac:picMk id="20" creationId="{0113E7AE-3850-FD5A-5D59-85EC9B9C4EFD}"/>
          </ac:picMkLst>
        </pc:picChg>
      </pc:sldChg>
      <pc:sldChg chg="addSp delSp modSp add mod">
        <pc:chgData name="Simon Guettier" userId="aecb12b45723362e" providerId="LiveId" clId="{93106A41-72F2-4D58-BE20-2D0BA65C9A85}" dt="2025-12-07T03:17:48.885" v="1245" actId="1076"/>
        <pc:sldMkLst>
          <pc:docMk/>
          <pc:sldMk cId="2259465107" sldId="266"/>
        </pc:sldMkLst>
        <pc:spChg chg="del">
          <ac:chgData name="Simon Guettier" userId="aecb12b45723362e" providerId="LiveId" clId="{93106A41-72F2-4D58-BE20-2D0BA65C9A85}" dt="2025-12-07T03:14:58.434" v="1223" actId="478"/>
          <ac:spMkLst>
            <pc:docMk/>
            <pc:sldMk cId="2259465107" sldId="266"/>
            <ac:spMk id="10" creationId="{AC7EAF0E-42B7-8CFB-6D32-626285009B4C}"/>
          </ac:spMkLst>
        </pc:spChg>
        <pc:spChg chg="del">
          <ac:chgData name="Simon Guettier" userId="aecb12b45723362e" providerId="LiveId" clId="{93106A41-72F2-4D58-BE20-2D0BA65C9A85}" dt="2025-12-07T03:14:58.434" v="1223" actId="478"/>
          <ac:spMkLst>
            <pc:docMk/>
            <pc:sldMk cId="2259465107" sldId="266"/>
            <ac:spMk id="11" creationId="{0B41889C-B103-00AD-C3EF-89B0D2546CBA}"/>
          </ac:spMkLst>
        </pc:spChg>
        <pc:spChg chg="del">
          <ac:chgData name="Simon Guettier" userId="aecb12b45723362e" providerId="LiveId" clId="{93106A41-72F2-4D58-BE20-2D0BA65C9A85}" dt="2025-12-07T03:14:58.434" v="1223" actId="478"/>
          <ac:spMkLst>
            <pc:docMk/>
            <pc:sldMk cId="2259465107" sldId="266"/>
            <ac:spMk id="12" creationId="{B8A03836-D09D-6B7E-25D1-C4A26F2473D6}"/>
          </ac:spMkLst>
        </pc:spChg>
        <pc:spChg chg="del">
          <ac:chgData name="Simon Guettier" userId="aecb12b45723362e" providerId="LiveId" clId="{93106A41-72F2-4D58-BE20-2D0BA65C9A85}" dt="2025-12-07T03:14:58.434" v="1223" actId="478"/>
          <ac:spMkLst>
            <pc:docMk/>
            <pc:sldMk cId="2259465107" sldId="266"/>
            <ac:spMk id="13" creationId="{7164E0FD-B002-CA3B-4743-553C4E3633A4}"/>
          </ac:spMkLst>
        </pc:spChg>
        <pc:spChg chg="del">
          <ac:chgData name="Simon Guettier" userId="aecb12b45723362e" providerId="LiveId" clId="{93106A41-72F2-4D58-BE20-2D0BA65C9A85}" dt="2025-12-07T03:14:58.434" v="1223" actId="478"/>
          <ac:spMkLst>
            <pc:docMk/>
            <pc:sldMk cId="2259465107" sldId="266"/>
            <ac:spMk id="14" creationId="{0E651C99-5CCB-E4F8-071F-BD0CEF446887}"/>
          </ac:spMkLst>
        </pc:spChg>
        <pc:spChg chg="del">
          <ac:chgData name="Simon Guettier" userId="aecb12b45723362e" providerId="LiveId" clId="{93106A41-72F2-4D58-BE20-2D0BA65C9A85}" dt="2025-12-07T03:14:58.434" v="1223" actId="478"/>
          <ac:spMkLst>
            <pc:docMk/>
            <pc:sldMk cId="2259465107" sldId="266"/>
            <ac:spMk id="15" creationId="{D5526477-2596-8C63-C1C4-34C77408CEDB}"/>
          </ac:spMkLst>
        </pc:spChg>
        <pc:spChg chg="del">
          <ac:chgData name="Simon Guettier" userId="aecb12b45723362e" providerId="LiveId" clId="{93106A41-72F2-4D58-BE20-2D0BA65C9A85}" dt="2025-12-07T03:14:58.434" v="1223" actId="478"/>
          <ac:spMkLst>
            <pc:docMk/>
            <pc:sldMk cId="2259465107" sldId="266"/>
            <ac:spMk id="16" creationId="{77FFA01F-0B92-3E49-3C89-C4EFCE61FAA7}"/>
          </ac:spMkLst>
        </pc:spChg>
        <pc:spChg chg="del">
          <ac:chgData name="Simon Guettier" userId="aecb12b45723362e" providerId="LiveId" clId="{93106A41-72F2-4D58-BE20-2D0BA65C9A85}" dt="2025-12-07T03:14:58.434" v="1223" actId="478"/>
          <ac:spMkLst>
            <pc:docMk/>
            <pc:sldMk cId="2259465107" sldId="266"/>
            <ac:spMk id="17" creationId="{ED4CD0C8-FFE6-D53B-BB97-5EAA60847680}"/>
          </ac:spMkLst>
        </pc:spChg>
        <pc:spChg chg="del">
          <ac:chgData name="Simon Guettier" userId="aecb12b45723362e" providerId="LiveId" clId="{93106A41-72F2-4D58-BE20-2D0BA65C9A85}" dt="2025-12-07T03:14:58.434" v="1223" actId="478"/>
          <ac:spMkLst>
            <pc:docMk/>
            <pc:sldMk cId="2259465107" sldId="266"/>
            <ac:spMk id="19" creationId="{CD3A9945-B11D-2D7D-5676-3470340F7A50}"/>
          </ac:spMkLst>
        </pc:spChg>
        <pc:picChg chg="add mod">
          <ac:chgData name="Simon Guettier" userId="aecb12b45723362e" providerId="LiveId" clId="{93106A41-72F2-4D58-BE20-2D0BA65C9A85}" dt="2025-12-07T03:17:22.214" v="1243" actId="1076"/>
          <ac:picMkLst>
            <pc:docMk/>
            <pc:sldMk cId="2259465107" sldId="266"/>
            <ac:picMk id="4" creationId="{57DCC19A-86AA-BF1A-9431-70125B91276E}"/>
          </ac:picMkLst>
        </pc:picChg>
        <pc:picChg chg="add mod">
          <ac:chgData name="Simon Guettier" userId="aecb12b45723362e" providerId="LiveId" clId="{93106A41-72F2-4D58-BE20-2D0BA65C9A85}" dt="2025-12-07T03:17:14.512" v="1241" actId="1076"/>
          <ac:picMkLst>
            <pc:docMk/>
            <pc:sldMk cId="2259465107" sldId="266"/>
            <ac:picMk id="6" creationId="{514318D5-1993-20B8-CD77-92AA37217DF3}"/>
          </ac:picMkLst>
        </pc:picChg>
        <pc:picChg chg="add mod">
          <ac:chgData name="Simon Guettier" userId="aecb12b45723362e" providerId="LiveId" clId="{93106A41-72F2-4D58-BE20-2D0BA65C9A85}" dt="2025-12-07T03:17:11.091" v="1240" actId="1076"/>
          <ac:picMkLst>
            <pc:docMk/>
            <pc:sldMk cId="2259465107" sldId="266"/>
            <ac:picMk id="8" creationId="{877FC241-406C-91FD-139B-F1E959DCFA32}"/>
          </ac:picMkLst>
        </pc:picChg>
        <pc:picChg chg="del">
          <ac:chgData name="Simon Guettier" userId="aecb12b45723362e" providerId="LiveId" clId="{93106A41-72F2-4D58-BE20-2D0BA65C9A85}" dt="2025-12-07T03:14:51.495" v="1222" actId="478"/>
          <ac:picMkLst>
            <pc:docMk/>
            <pc:sldMk cId="2259465107" sldId="266"/>
            <ac:picMk id="9" creationId="{91B67898-0666-93D1-05F1-5590DE0C9741}"/>
          </ac:picMkLst>
        </pc:picChg>
        <pc:picChg chg="del">
          <ac:chgData name="Simon Guettier" userId="aecb12b45723362e" providerId="LiveId" clId="{93106A41-72F2-4D58-BE20-2D0BA65C9A85}" dt="2025-12-07T03:14:48.540" v="1221" actId="478"/>
          <ac:picMkLst>
            <pc:docMk/>
            <pc:sldMk cId="2259465107" sldId="266"/>
            <ac:picMk id="20" creationId="{EC0643CA-FE9F-D40E-989A-3891B572AA6D}"/>
          </ac:picMkLst>
        </pc:picChg>
        <pc:picChg chg="add mod">
          <ac:chgData name="Simon Guettier" userId="aecb12b45723362e" providerId="LiveId" clId="{93106A41-72F2-4D58-BE20-2D0BA65C9A85}" dt="2025-12-07T03:17:08.460" v="1239" actId="1076"/>
          <ac:picMkLst>
            <pc:docMk/>
            <pc:sldMk cId="2259465107" sldId="266"/>
            <ac:picMk id="21" creationId="{0096871B-9247-F5B7-4F33-CD1916E3D9A4}"/>
          </ac:picMkLst>
        </pc:picChg>
        <pc:picChg chg="add mod">
          <ac:chgData name="Simon Guettier" userId="aecb12b45723362e" providerId="LiveId" clId="{93106A41-72F2-4D58-BE20-2D0BA65C9A85}" dt="2025-12-07T03:17:04.830" v="1238" actId="1076"/>
          <ac:picMkLst>
            <pc:docMk/>
            <pc:sldMk cId="2259465107" sldId="266"/>
            <ac:picMk id="23" creationId="{8745E742-2AF0-B70B-5A9D-8A102749FAC0}"/>
          </ac:picMkLst>
        </pc:picChg>
        <pc:picChg chg="add mod">
          <ac:chgData name="Simon Guettier" userId="aecb12b45723362e" providerId="LiveId" clId="{93106A41-72F2-4D58-BE20-2D0BA65C9A85}" dt="2025-12-07T03:17:48.885" v="1245" actId="1076"/>
          <ac:picMkLst>
            <pc:docMk/>
            <pc:sldMk cId="2259465107" sldId="266"/>
            <ac:picMk id="24" creationId="{49445A4B-B8B3-33B8-9880-5D033DD5576F}"/>
          </ac:picMkLst>
        </pc:picChg>
      </pc:sldChg>
      <pc:sldChg chg="addSp modSp add mod ord">
        <pc:chgData name="Simon Guettier" userId="aecb12b45723362e" providerId="LiveId" clId="{93106A41-72F2-4D58-BE20-2D0BA65C9A85}" dt="2025-12-07T03:35:27.783" v="1289" actId="14100"/>
        <pc:sldMkLst>
          <pc:docMk/>
          <pc:sldMk cId="3747736713" sldId="267"/>
        </pc:sldMkLst>
        <pc:picChg chg="add mod">
          <ac:chgData name="Simon Guettier" userId="aecb12b45723362e" providerId="LiveId" clId="{93106A41-72F2-4D58-BE20-2D0BA65C9A85}" dt="2025-12-07T03:33:35.143" v="1260" actId="207"/>
          <ac:picMkLst>
            <pc:docMk/>
            <pc:sldMk cId="3747736713" sldId="267"/>
            <ac:picMk id="3" creationId="{A4457FE8-F775-4CF5-FA8A-296FC0C9EA5C}"/>
          </ac:picMkLst>
        </pc:picChg>
        <pc:picChg chg="add mod">
          <ac:chgData name="Simon Guettier" userId="aecb12b45723362e" providerId="LiveId" clId="{93106A41-72F2-4D58-BE20-2D0BA65C9A85}" dt="2025-12-07T03:33:43.378" v="1262" actId="1076"/>
          <ac:picMkLst>
            <pc:docMk/>
            <pc:sldMk cId="3747736713" sldId="267"/>
            <ac:picMk id="4" creationId="{09747AB1-16ED-8B71-2441-10D8A27EE659}"/>
          </ac:picMkLst>
        </pc:picChg>
        <pc:picChg chg="mod">
          <ac:chgData name="Simon Guettier" userId="aecb12b45723362e" providerId="LiveId" clId="{93106A41-72F2-4D58-BE20-2D0BA65C9A85}" dt="2025-12-07T03:33:08.004" v="1251" actId="1076"/>
          <ac:picMkLst>
            <pc:docMk/>
            <pc:sldMk cId="3747736713" sldId="267"/>
            <ac:picMk id="7" creationId="{673DBED9-1204-260F-3F78-AF7BFF2F543A}"/>
          </ac:picMkLst>
        </pc:picChg>
        <pc:picChg chg="add mod">
          <ac:chgData name="Simon Guettier" userId="aecb12b45723362e" providerId="LiveId" clId="{93106A41-72F2-4D58-BE20-2D0BA65C9A85}" dt="2025-12-07T03:35:27.783" v="1289" actId="14100"/>
          <ac:picMkLst>
            <pc:docMk/>
            <pc:sldMk cId="3747736713" sldId="267"/>
            <ac:picMk id="41" creationId="{9097F667-24BC-1B81-4D83-933324070933}"/>
          </ac:picMkLst>
        </pc:picChg>
        <pc:cxnChg chg="add mod">
          <ac:chgData name="Simon Guettier" userId="aecb12b45723362e" providerId="LiveId" clId="{93106A41-72F2-4D58-BE20-2D0BA65C9A85}" dt="2025-12-07T03:34:12.330" v="1274" actId="1582"/>
          <ac:cxnSpMkLst>
            <pc:docMk/>
            <pc:sldMk cId="3747736713" sldId="267"/>
            <ac:cxnSpMk id="6" creationId="{7B18AEC7-5C22-2F52-03C2-8925099F81CB}"/>
          </ac:cxnSpMkLst>
        </pc:cxnChg>
        <pc:cxnChg chg="add mod">
          <ac:chgData name="Simon Guettier" userId="aecb12b45723362e" providerId="LiveId" clId="{93106A41-72F2-4D58-BE20-2D0BA65C9A85}" dt="2025-12-07T03:35:13.893" v="1287" actId="14100"/>
          <ac:cxnSpMkLst>
            <pc:docMk/>
            <pc:sldMk cId="3747736713" sldId="267"/>
            <ac:cxnSpMk id="9" creationId="{D4EB9819-1674-9069-02CF-5263BD4CEBDA}"/>
          </ac:cxnSpMkLst>
        </pc:cxnChg>
        <pc:cxnChg chg="add mod">
          <ac:chgData name="Simon Guettier" userId="aecb12b45723362e" providerId="LiveId" clId="{93106A41-72F2-4D58-BE20-2D0BA65C9A85}" dt="2025-12-07T03:35:08.535" v="1286" actId="14100"/>
          <ac:cxnSpMkLst>
            <pc:docMk/>
            <pc:sldMk cId="3747736713" sldId="267"/>
            <ac:cxnSpMk id="10" creationId="{47942C0A-D267-EDC1-F70C-D5D50604D198}"/>
          </ac:cxnSpMkLst>
        </pc:cxnChg>
        <pc:cxnChg chg="add mod">
          <ac:chgData name="Simon Guettier" userId="aecb12b45723362e" providerId="LiveId" clId="{93106A41-72F2-4D58-BE20-2D0BA65C9A85}" dt="2025-12-07T03:34:52.729" v="1282" actId="1582"/>
          <ac:cxnSpMkLst>
            <pc:docMk/>
            <pc:sldMk cId="3747736713" sldId="267"/>
            <ac:cxnSpMk id="12" creationId="{7FC8BCCB-6BFC-DFAA-D33B-81C511095581}"/>
          </ac:cxnSpMkLst>
        </pc:cxnChg>
        <pc:cxnChg chg="add mod">
          <ac:chgData name="Simon Guettier" userId="aecb12b45723362e" providerId="LiveId" clId="{93106A41-72F2-4D58-BE20-2D0BA65C9A85}" dt="2025-12-07T03:35:04.708" v="1285" actId="14100"/>
          <ac:cxnSpMkLst>
            <pc:docMk/>
            <pc:sldMk cId="3747736713" sldId="267"/>
            <ac:cxnSpMk id="14" creationId="{EA98F1A3-7C1A-6F02-878B-462560C7E1B8}"/>
          </ac:cxnSpMkLst>
        </pc:cxnChg>
      </pc:sldChg>
      <pc:sldMasterChg chg="modSp modSldLayout">
        <pc:chgData name="Simon Guettier" userId="aecb12b45723362e" providerId="LiveId" clId="{93106A41-72F2-4D58-BE20-2D0BA65C9A85}" dt="2025-12-06T00:39:54.002" v="476"/>
        <pc:sldMasterMkLst>
          <pc:docMk/>
          <pc:sldMasterMk cId="999449356" sldId="2147483648"/>
        </pc:sldMasterMkLst>
        <pc:spChg chg="mod">
          <ac:chgData name="Simon Guettier" userId="aecb12b45723362e" providerId="LiveId" clId="{93106A41-72F2-4D58-BE20-2D0BA65C9A85}" dt="2025-12-06T00:39:54.002" v="476"/>
          <ac:spMkLst>
            <pc:docMk/>
            <pc:sldMasterMk cId="999449356" sldId="2147483648"/>
            <ac:spMk id="2" creationId="{9D275510-0F94-34D2-3ABC-F39DABFA8652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asterMk cId="999449356" sldId="2147483648"/>
            <ac:spMk id="3" creationId="{014711A2-3D8B-0D56-CEC2-14D68AFBF420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asterMk cId="999449356" sldId="2147483648"/>
            <ac:spMk id="4" creationId="{DC5DB59E-C6D1-8C79-E993-6F6EA6F007FE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asterMk cId="999449356" sldId="2147483648"/>
            <ac:spMk id="5" creationId="{F325AB2F-50FA-A0B9-6E21-3A194E07D517}"/>
          </ac:spMkLst>
        </pc:spChg>
        <pc:spChg chg="mod">
          <ac:chgData name="Simon Guettier" userId="aecb12b45723362e" providerId="LiveId" clId="{93106A41-72F2-4D58-BE20-2D0BA65C9A85}" dt="2025-12-06T00:39:54.002" v="476"/>
          <ac:spMkLst>
            <pc:docMk/>
            <pc:sldMasterMk cId="999449356" sldId="2147483648"/>
            <ac:spMk id="6" creationId="{4C4DE631-215E-A510-0808-109E7615F88F}"/>
          </ac:spMkLst>
        </pc:spChg>
        <pc:sldLayoutChg chg="modSp">
          <pc:chgData name="Simon Guettier" userId="aecb12b45723362e" providerId="LiveId" clId="{93106A41-72F2-4D58-BE20-2D0BA65C9A85}" dt="2025-12-06T00:39:54.002" v="476"/>
          <pc:sldLayoutMkLst>
            <pc:docMk/>
            <pc:sldMasterMk cId="999449356" sldId="2147483648"/>
            <pc:sldLayoutMk cId="2657399012" sldId="2147483649"/>
          </pc:sldLayoutMkLst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2657399012" sldId="2147483649"/>
              <ac:spMk id="2" creationId="{8FBEBAD0-FE81-0D14-E19B-1B69D33FF75A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2657399012" sldId="2147483649"/>
              <ac:spMk id="3" creationId="{AAC14B92-0DB3-8C7B-931F-BBC886B45AA0}"/>
            </ac:spMkLst>
          </pc:spChg>
        </pc:sldLayoutChg>
        <pc:sldLayoutChg chg="modSp">
          <pc:chgData name="Simon Guettier" userId="aecb12b45723362e" providerId="LiveId" clId="{93106A41-72F2-4D58-BE20-2D0BA65C9A85}" dt="2025-12-06T00:39:54.002" v="476"/>
          <pc:sldLayoutMkLst>
            <pc:docMk/>
            <pc:sldMasterMk cId="999449356" sldId="2147483648"/>
            <pc:sldLayoutMk cId="2191436428" sldId="2147483651"/>
          </pc:sldLayoutMkLst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2191436428" sldId="2147483651"/>
              <ac:spMk id="2" creationId="{E636E513-1DD6-3CAC-0B0F-7C96A43A51E4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2191436428" sldId="2147483651"/>
              <ac:spMk id="3" creationId="{99E5E81E-EE6C-945F-789E-300FA80CBDDC}"/>
            </ac:spMkLst>
          </pc:spChg>
        </pc:sldLayoutChg>
        <pc:sldLayoutChg chg="modSp">
          <pc:chgData name="Simon Guettier" userId="aecb12b45723362e" providerId="LiveId" clId="{93106A41-72F2-4D58-BE20-2D0BA65C9A85}" dt="2025-12-06T00:39:54.002" v="476"/>
          <pc:sldLayoutMkLst>
            <pc:docMk/>
            <pc:sldMasterMk cId="999449356" sldId="2147483648"/>
            <pc:sldLayoutMk cId="2755764587" sldId="2147483652"/>
          </pc:sldLayoutMkLst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2755764587" sldId="2147483652"/>
              <ac:spMk id="3" creationId="{753D94D8-3BF9-884F-1501-FC1634867D75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2755764587" sldId="2147483652"/>
              <ac:spMk id="4" creationId="{9E1F26F9-48AB-77A7-D4BD-A25DDC70D525}"/>
            </ac:spMkLst>
          </pc:spChg>
        </pc:sldLayoutChg>
        <pc:sldLayoutChg chg="modSp">
          <pc:chgData name="Simon Guettier" userId="aecb12b45723362e" providerId="LiveId" clId="{93106A41-72F2-4D58-BE20-2D0BA65C9A85}" dt="2025-12-06T00:39:54.002" v="476"/>
          <pc:sldLayoutMkLst>
            <pc:docMk/>
            <pc:sldMasterMk cId="999449356" sldId="2147483648"/>
            <pc:sldLayoutMk cId="3585418656" sldId="2147483653"/>
          </pc:sldLayoutMkLst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3585418656" sldId="2147483653"/>
              <ac:spMk id="2" creationId="{A7C42B3C-52BB-36AC-7B4F-2EB1000F6F66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3585418656" sldId="2147483653"/>
              <ac:spMk id="3" creationId="{212DA080-9A4F-A084-CC4C-E2C8F7DCB68A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3585418656" sldId="2147483653"/>
              <ac:spMk id="4" creationId="{1BFD9586-0C85-34FB-ACBF-413E459A26F0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3585418656" sldId="2147483653"/>
              <ac:spMk id="5" creationId="{F90D78DE-DEE3-8935-1A0F-8982E5F93794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3585418656" sldId="2147483653"/>
              <ac:spMk id="6" creationId="{02AAE41A-4241-1C5E-4143-039C407A8022}"/>
            </ac:spMkLst>
          </pc:spChg>
        </pc:sldLayoutChg>
        <pc:sldLayoutChg chg="modSp">
          <pc:chgData name="Simon Guettier" userId="aecb12b45723362e" providerId="LiveId" clId="{93106A41-72F2-4D58-BE20-2D0BA65C9A85}" dt="2025-12-06T00:39:54.002" v="476"/>
          <pc:sldLayoutMkLst>
            <pc:docMk/>
            <pc:sldMasterMk cId="999449356" sldId="2147483648"/>
            <pc:sldLayoutMk cId="109663549" sldId="2147483656"/>
          </pc:sldLayoutMkLst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109663549" sldId="2147483656"/>
              <ac:spMk id="2" creationId="{0D9A32DF-28B4-923B-EFB4-62C545DA04D7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109663549" sldId="2147483656"/>
              <ac:spMk id="3" creationId="{51D1299A-484C-764E-DB62-5CDDC42FE106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109663549" sldId="2147483656"/>
              <ac:spMk id="4" creationId="{38098632-D1AF-16B4-C5DC-68B11AD0083F}"/>
            </ac:spMkLst>
          </pc:spChg>
        </pc:sldLayoutChg>
        <pc:sldLayoutChg chg="modSp">
          <pc:chgData name="Simon Guettier" userId="aecb12b45723362e" providerId="LiveId" clId="{93106A41-72F2-4D58-BE20-2D0BA65C9A85}" dt="2025-12-06T00:39:54.002" v="476"/>
          <pc:sldLayoutMkLst>
            <pc:docMk/>
            <pc:sldMasterMk cId="999449356" sldId="2147483648"/>
            <pc:sldLayoutMk cId="3962569738" sldId="2147483657"/>
          </pc:sldLayoutMkLst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3962569738" sldId="2147483657"/>
              <ac:spMk id="2" creationId="{C92A1847-6EE0-18FA-CC30-CFD737C15E5B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3962569738" sldId="2147483657"/>
              <ac:spMk id="3" creationId="{144288E6-8DBA-E533-2C97-5B7C87955511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3962569738" sldId="2147483657"/>
              <ac:spMk id="4" creationId="{9FFCA425-40A6-3EE8-01D5-E563DEFC4CA5}"/>
            </ac:spMkLst>
          </pc:spChg>
        </pc:sldLayoutChg>
        <pc:sldLayoutChg chg="modSp">
          <pc:chgData name="Simon Guettier" userId="aecb12b45723362e" providerId="LiveId" clId="{93106A41-72F2-4D58-BE20-2D0BA65C9A85}" dt="2025-12-06T00:39:54.002" v="476"/>
          <pc:sldLayoutMkLst>
            <pc:docMk/>
            <pc:sldMasterMk cId="999449356" sldId="2147483648"/>
            <pc:sldLayoutMk cId="3110791985" sldId="2147483659"/>
          </pc:sldLayoutMkLst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3110791985" sldId="2147483659"/>
              <ac:spMk id="2" creationId="{5B402E39-748B-B48C-B922-8E693EA0E5A7}"/>
            </ac:spMkLst>
          </pc:spChg>
          <pc:spChg chg="mod">
            <ac:chgData name="Simon Guettier" userId="aecb12b45723362e" providerId="LiveId" clId="{93106A41-72F2-4D58-BE20-2D0BA65C9A85}" dt="2025-12-06T00:39:54.002" v="476"/>
            <ac:spMkLst>
              <pc:docMk/>
              <pc:sldMasterMk cId="999449356" sldId="2147483648"/>
              <pc:sldLayoutMk cId="3110791985" sldId="2147483659"/>
              <ac:spMk id="3" creationId="{22F8B8F7-597E-573E-93D7-714CB1856D5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BAD0-FE81-0D14-E19B-1B69D33FF7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C14B92-0DB3-8C7B-931F-BBC886B45A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7" indent="0" algn="ctr">
              <a:buNone/>
              <a:defRPr sz="2000"/>
            </a:lvl2pPr>
            <a:lvl3pPr marL="914434" indent="0" algn="ctr">
              <a:buNone/>
              <a:defRPr sz="1800"/>
            </a:lvl3pPr>
            <a:lvl4pPr marL="1371651" indent="0" algn="ctr">
              <a:buNone/>
              <a:defRPr sz="1600"/>
            </a:lvl4pPr>
            <a:lvl5pPr marL="1828869" indent="0" algn="ctr">
              <a:buNone/>
              <a:defRPr sz="1600"/>
            </a:lvl5pPr>
            <a:lvl6pPr marL="2286086" indent="0" algn="ctr">
              <a:buNone/>
              <a:defRPr sz="1600"/>
            </a:lvl6pPr>
            <a:lvl7pPr marL="2743303" indent="0" algn="ctr">
              <a:buNone/>
              <a:defRPr sz="1600"/>
            </a:lvl7pPr>
            <a:lvl8pPr marL="3200519" indent="0" algn="ctr">
              <a:buNone/>
              <a:defRPr sz="1600"/>
            </a:lvl8pPr>
            <a:lvl9pPr marL="365773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122DEF-C807-0833-2EBB-8005671CC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5D44B-2668-E9AC-0A5B-45D242357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559E87-F051-A5DC-9589-9A293AF8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7399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F530F-3464-5600-AC36-61D57E64A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A9FD-E100-38B4-FFD2-680567471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621B9-6AED-2682-17D9-8BA601B91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6DF68-3F60-BC24-0138-A5CBE8C3B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AB8DB-8558-A531-B133-7C3D6DAF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74921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6E513-1DD6-3CAC-0B0F-7C96A43A5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E5E81E-EE6C-945F-789E-300FA80CBD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17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34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5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6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8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30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51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73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643C90-C473-F4B0-51EF-AE177B084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DDE78-3F08-BA00-1CC0-F51D8A9C9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3BD86E-1AFC-D77D-2C21-DA1F52427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1436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A2F86-1051-6902-CDD8-06961B221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D94D8-3BF9-884F-1501-FC1634867D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1F26F9-48AB-77A7-D4BD-A25DDC70D5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13B4C9-BE5B-150B-0EA3-3349AFAB0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C57602-DEC6-F8D7-94D5-42CF86A21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938D34-9185-C336-1B56-E7197380E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55764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42B3C-52BB-36AC-7B4F-2EB1000F6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2DA080-9A4F-A084-CC4C-E2C8F7DCB6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7" indent="0">
              <a:buNone/>
              <a:defRPr sz="2000" b="1"/>
            </a:lvl2pPr>
            <a:lvl3pPr marL="914434" indent="0">
              <a:buNone/>
              <a:defRPr sz="1800" b="1"/>
            </a:lvl3pPr>
            <a:lvl4pPr marL="1371651" indent="0">
              <a:buNone/>
              <a:defRPr sz="1600" b="1"/>
            </a:lvl4pPr>
            <a:lvl5pPr marL="1828869" indent="0">
              <a:buNone/>
              <a:defRPr sz="1600" b="1"/>
            </a:lvl5pPr>
            <a:lvl6pPr marL="2286086" indent="0">
              <a:buNone/>
              <a:defRPr sz="1600" b="1"/>
            </a:lvl6pPr>
            <a:lvl7pPr marL="2743303" indent="0">
              <a:buNone/>
              <a:defRPr sz="1600" b="1"/>
            </a:lvl7pPr>
            <a:lvl8pPr marL="3200519" indent="0">
              <a:buNone/>
              <a:defRPr sz="1600" b="1"/>
            </a:lvl8pPr>
            <a:lvl9pPr marL="36577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FD9586-0C85-34FB-ACBF-413E459A2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0D78DE-DEE3-8935-1A0F-8982E5F937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7" indent="0">
              <a:buNone/>
              <a:defRPr sz="2000" b="1"/>
            </a:lvl2pPr>
            <a:lvl3pPr marL="914434" indent="0">
              <a:buNone/>
              <a:defRPr sz="1800" b="1"/>
            </a:lvl3pPr>
            <a:lvl4pPr marL="1371651" indent="0">
              <a:buNone/>
              <a:defRPr sz="1600" b="1"/>
            </a:lvl4pPr>
            <a:lvl5pPr marL="1828869" indent="0">
              <a:buNone/>
              <a:defRPr sz="1600" b="1"/>
            </a:lvl5pPr>
            <a:lvl6pPr marL="2286086" indent="0">
              <a:buNone/>
              <a:defRPr sz="1600" b="1"/>
            </a:lvl6pPr>
            <a:lvl7pPr marL="2743303" indent="0">
              <a:buNone/>
              <a:defRPr sz="1600" b="1"/>
            </a:lvl7pPr>
            <a:lvl8pPr marL="3200519" indent="0">
              <a:buNone/>
              <a:defRPr sz="1600" b="1"/>
            </a:lvl8pPr>
            <a:lvl9pPr marL="365773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AAE41A-4241-1C5E-4143-039C407A80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122C1C-DBD8-19FB-B8C5-C77E0D2E8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B4B22-FAE7-30A3-6BFE-9A03D7BC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7E3EE0-794D-481C-6FD1-DF9CF3ED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5418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421E3-12E0-E64E-92BC-CDDE59630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2FEB1B-3093-AD5B-FB79-EC5C9B751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374E3-F8AB-D3A4-8331-6807365B0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7D4B0F-9944-D06A-CCB2-F50EBFC38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0443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28C4DD-5EB9-91B2-449C-8E764D340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2B978B-68C3-2127-4649-2D107FB8B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CF43B-7065-05BA-6870-0732E8AB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64531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A32DF-28B4-923B-EFB4-62C545DA0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1299A-484C-764E-DB62-5CDDC42FE1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1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098632-D1AF-16B4-C5DC-68B11AD008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7" indent="0">
              <a:buNone/>
              <a:defRPr sz="1400"/>
            </a:lvl2pPr>
            <a:lvl3pPr marL="914434" indent="0">
              <a:buNone/>
              <a:defRPr sz="1200"/>
            </a:lvl3pPr>
            <a:lvl4pPr marL="1371651" indent="0">
              <a:buNone/>
              <a:defRPr sz="1000"/>
            </a:lvl4pPr>
            <a:lvl5pPr marL="1828869" indent="0">
              <a:buNone/>
              <a:defRPr sz="1000"/>
            </a:lvl5pPr>
            <a:lvl6pPr marL="2286086" indent="0">
              <a:buNone/>
              <a:defRPr sz="1000"/>
            </a:lvl6pPr>
            <a:lvl7pPr marL="2743303" indent="0">
              <a:buNone/>
              <a:defRPr sz="1000"/>
            </a:lvl7pPr>
            <a:lvl8pPr marL="3200519" indent="0">
              <a:buNone/>
              <a:defRPr sz="1000"/>
            </a:lvl8pPr>
            <a:lvl9pPr marL="365773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FDEDA9-169B-0A95-FC7C-E2C5514B7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E3755-5CEF-DC97-3FB8-26D24D51E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7B521-B60C-6B3B-FCCC-ED769790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9663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A1847-6EE0-18FA-CC30-CFD737C15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1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4288E6-8DBA-E533-2C97-5B7C879555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1"/>
            </a:lvl1pPr>
            <a:lvl2pPr marL="457217" indent="0">
              <a:buNone/>
              <a:defRPr sz="2800"/>
            </a:lvl2pPr>
            <a:lvl3pPr marL="914434" indent="0">
              <a:buNone/>
              <a:defRPr sz="2400"/>
            </a:lvl3pPr>
            <a:lvl4pPr marL="1371651" indent="0">
              <a:buNone/>
              <a:defRPr sz="2000"/>
            </a:lvl4pPr>
            <a:lvl5pPr marL="1828869" indent="0">
              <a:buNone/>
              <a:defRPr sz="2000"/>
            </a:lvl5pPr>
            <a:lvl6pPr marL="2286086" indent="0">
              <a:buNone/>
              <a:defRPr sz="2000"/>
            </a:lvl6pPr>
            <a:lvl7pPr marL="2743303" indent="0">
              <a:buNone/>
              <a:defRPr sz="2000"/>
            </a:lvl7pPr>
            <a:lvl8pPr marL="3200519" indent="0">
              <a:buNone/>
              <a:defRPr sz="2000"/>
            </a:lvl8pPr>
            <a:lvl9pPr marL="3657736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CA425-40A6-3EE8-01D5-E563DEFC4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7" indent="0">
              <a:buNone/>
              <a:defRPr sz="1400"/>
            </a:lvl2pPr>
            <a:lvl3pPr marL="914434" indent="0">
              <a:buNone/>
              <a:defRPr sz="1200"/>
            </a:lvl3pPr>
            <a:lvl4pPr marL="1371651" indent="0">
              <a:buNone/>
              <a:defRPr sz="1000"/>
            </a:lvl4pPr>
            <a:lvl5pPr marL="1828869" indent="0">
              <a:buNone/>
              <a:defRPr sz="1000"/>
            </a:lvl5pPr>
            <a:lvl6pPr marL="2286086" indent="0">
              <a:buNone/>
              <a:defRPr sz="1000"/>
            </a:lvl6pPr>
            <a:lvl7pPr marL="2743303" indent="0">
              <a:buNone/>
              <a:defRPr sz="1000"/>
            </a:lvl7pPr>
            <a:lvl8pPr marL="3200519" indent="0">
              <a:buNone/>
              <a:defRPr sz="1000"/>
            </a:lvl8pPr>
            <a:lvl9pPr marL="3657736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36D1C-0C19-9E63-02AD-89AE44A40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C2E0C-344F-9A4D-D476-27B1B4863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E59146-7B6F-B250-938E-0CA39FC6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62569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7AEAB-99D8-7A12-C654-4F9846DF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37233-4E5F-3786-B644-14736157EC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71A46-9AC3-2E02-9983-4982F9E88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8846EB-B8DA-251D-7169-FC6AC4A19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BB0CF-4817-A98E-16B5-C17C0A49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7841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402E39-748B-B48C-B922-8E693EA0E5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F8B8F7-597E-573E-93D7-714CB1856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8F5FD-6272-DF08-6BE2-1662262EB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A20CA0-02EC-8F4F-485E-D88AE94C4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E0F758-2C58-7135-717F-5EE1F0A8F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1079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275510-0F94-34D2-3ABC-F39DABFA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711A2-3D8B-0D56-CEC2-14D68AFBF4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DB59E-C6D1-8C79-E993-6F6EA6F00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D679D-41C0-4492-AB3E-FFC648BE565C}" type="datetimeFigureOut">
              <a:rPr lang="en-CA" smtClean="0"/>
              <a:t>2025-12-15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5AB2F-50FA-A0B9-6E21-3A194E07D5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DE631-215E-A510-0808-109E7615F8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3997A8-01CD-4A39-912C-62CB37A1E9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99449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3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8" indent="-228608" algn="l" defTabSz="91443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5" indent="-228608" algn="l" defTabSz="9144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42" indent="-228608" algn="l" defTabSz="9144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60" indent="-228608" algn="l" defTabSz="9144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77" indent="-228608" algn="l" defTabSz="9144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94" indent="-228608" algn="l" defTabSz="9144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11" indent="-228608" algn="l" defTabSz="9144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28" indent="-228608" algn="l" defTabSz="9144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45" indent="-228608" algn="l" defTabSz="91443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7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34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51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69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86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03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19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36" algn="l" defTabSz="91443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9" Type="http://schemas.openxmlformats.org/officeDocument/2006/relationships/image" Target="../media/image38.png"/><Relationship Id="rId21" Type="http://schemas.openxmlformats.org/officeDocument/2006/relationships/image" Target="../media/image20.svg"/><Relationship Id="rId34" Type="http://schemas.openxmlformats.org/officeDocument/2006/relationships/image" Target="../media/image33.png"/><Relationship Id="rId42" Type="http://schemas.openxmlformats.org/officeDocument/2006/relationships/image" Target="../media/image41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37" Type="http://schemas.openxmlformats.org/officeDocument/2006/relationships/image" Target="../media/image36.png"/><Relationship Id="rId40" Type="http://schemas.openxmlformats.org/officeDocument/2006/relationships/image" Target="../media/image39.svg"/><Relationship Id="rId45" Type="http://schemas.openxmlformats.org/officeDocument/2006/relationships/image" Target="../media/image44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36" Type="http://schemas.openxmlformats.org/officeDocument/2006/relationships/image" Target="../media/image35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31" Type="http://schemas.openxmlformats.org/officeDocument/2006/relationships/image" Target="../media/image30.png"/><Relationship Id="rId44" Type="http://schemas.openxmlformats.org/officeDocument/2006/relationships/image" Target="../media/image43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43" Type="http://schemas.openxmlformats.org/officeDocument/2006/relationships/image" Target="../media/image42.png"/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png"/><Relationship Id="rId38" Type="http://schemas.openxmlformats.org/officeDocument/2006/relationships/image" Target="../media/image37.svg"/><Relationship Id="rId20" Type="http://schemas.openxmlformats.org/officeDocument/2006/relationships/image" Target="../media/image19.png"/><Relationship Id="rId41" Type="http://schemas.openxmlformats.org/officeDocument/2006/relationships/image" Target="../media/image4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6.svg"/><Relationship Id="rId18" Type="http://schemas.openxmlformats.org/officeDocument/2006/relationships/image" Target="../media/image61.png"/><Relationship Id="rId26" Type="http://schemas.openxmlformats.org/officeDocument/2006/relationships/image" Target="../media/image69.svg"/><Relationship Id="rId3" Type="http://schemas.openxmlformats.org/officeDocument/2006/relationships/image" Target="../media/image46.svg"/><Relationship Id="rId21" Type="http://schemas.openxmlformats.org/officeDocument/2006/relationships/image" Target="../media/image64.png"/><Relationship Id="rId7" Type="http://schemas.openxmlformats.org/officeDocument/2006/relationships/image" Target="../media/image50.svg"/><Relationship Id="rId12" Type="http://schemas.openxmlformats.org/officeDocument/2006/relationships/image" Target="../media/image55.png"/><Relationship Id="rId17" Type="http://schemas.openxmlformats.org/officeDocument/2006/relationships/image" Target="../media/image60.svg"/><Relationship Id="rId25" Type="http://schemas.openxmlformats.org/officeDocument/2006/relationships/image" Target="../media/image68.png"/><Relationship Id="rId33" Type="http://schemas.openxmlformats.org/officeDocument/2006/relationships/image" Target="../media/image76.png"/><Relationship Id="rId2" Type="http://schemas.openxmlformats.org/officeDocument/2006/relationships/image" Target="../media/image45.png"/><Relationship Id="rId16" Type="http://schemas.openxmlformats.org/officeDocument/2006/relationships/image" Target="../media/image59.png"/><Relationship Id="rId20" Type="http://schemas.openxmlformats.org/officeDocument/2006/relationships/image" Target="../media/image63.svg"/><Relationship Id="rId29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svg"/><Relationship Id="rId24" Type="http://schemas.openxmlformats.org/officeDocument/2006/relationships/image" Target="../media/image67.svg"/><Relationship Id="rId32" Type="http://schemas.openxmlformats.org/officeDocument/2006/relationships/image" Target="../media/image75.png"/><Relationship Id="rId5" Type="http://schemas.openxmlformats.org/officeDocument/2006/relationships/image" Target="../media/image48.svg"/><Relationship Id="rId15" Type="http://schemas.openxmlformats.org/officeDocument/2006/relationships/image" Target="../media/image58.svg"/><Relationship Id="rId23" Type="http://schemas.openxmlformats.org/officeDocument/2006/relationships/image" Target="../media/image66.png"/><Relationship Id="rId28" Type="http://schemas.openxmlformats.org/officeDocument/2006/relationships/image" Target="../media/image71.svg"/><Relationship Id="rId10" Type="http://schemas.openxmlformats.org/officeDocument/2006/relationships/image" Target="../media/image53.png"/><Relationship Id="rId19" Type="http://schemas.openxmlformats.org/officeDocument/2006/relationships/image" Target="../media/image62.svg"/><Relationship Id="rId31" Type="http://schemas.openxmlformats.org/officeDocument/2006/relationships/image" Target="../media/image74.png"/><Relationship Id="rId4" Type="http://schemas.openxmlformats.org/officeDocument/2006/relationships/image" Target="../media/image47.png"/><Relationship Id="rId9" Type="http://schemas.openxmlformats.org/officeDocument/2006/relationships/image" Target="../media/image52.svg"/><Relationship Id="rId14" Type="http://schemas.openxmlformats.org/officeDocument/2006/relationships/image" Target="../media/image57.png"/><Relationship Id="rId22" Type="http://schemas.openxmlformats.org/officeDocument/2006/relationships/image" Target="../media/image65.svg"/><Relationship Id="rId27" Type="http://schemas.openxmlformats.org/officeDocument/2006/relationships/image" Target="../media/image70.png"/><Relationship Id="rId30" Type="http://schemas.openxmlformats.org/officeDocument/2006/relationships/image" Target="../media/image73.png"/><Relationship Id="rId8" Type="http://schemas.openxmlformats.org/officeDocument/2006/relationships/image" Target="../media/image5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78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44.png"/><Relationship Id="rId2" Type="http://schemas.openxmlformats.org/officeDocument/2006/relationships/image" Target="../media/image77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42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78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44.png"/><Relationship Id="rId2" Type="http://schemas.openxmlformats.org/officeDocument/2006/relationships/image" Target="../media/image77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42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78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44.png"/><Relationship Id="rId2" Type="http://schemas.openxmlformats.org/officeDocument/2006/relationships/image" Target="../media/image77.png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42.png"/><Relationship Id="rId10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tmp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tmp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8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7" Type="http://schemas.openxmlformats.org/officeDocument/2006/relationships/image" Target="../media/image96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18" Type="http://schemas.openxmlformats.org/officeDocument/2006/relationships/image" Target="../media/image97.png"/><Relationship Id="rId3" Type="http://schemas.openxmlformats.org/officeDocument/2006/relationships/image" Target="../media/image78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17" Type="http://schemas.openxmlformats.org/officeDocument/2006/relationships/image" Target="../media/image44.png"/><Relationship Id="rId2" Type="http://schemas.openxmlformats.org/officeDocument/2006/relationships/image" Target="../media/image77.png"/><Relationship Id="rId16" Type="http://schemas.openxmlformats.org/officeDocument/2006/relationships/image" Target="../media/image43.png"/><Relationship Id="rId20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5" Type="http://schemas.openxmlformats.org/officeDocument/2006/relationships/image" Target="../media/image42.png"/><Relationship Id="rId10" Type="http://schemas.openxmlformats.org/officeDocument/2006/relationships/image" Target="../media/image32.png"/><Relationship Id="rId19" Type="http://schemas.openxmlformats.org/officeDocument/2006/relationships/image" Target="../media/image98.svg"/><Relationship Id="rId4" Type="http://schemas.openxmlformats.org/officeDocument/2006/relationships/image" Target="../media/image25.png"/><Relationship Id="rId9" Type="http://schemas.openxmlformats.org/officeDocument/2006/relationships/image" Target="../media/image31.png"/><Relationship Id="rId1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0B17D7-B04F-D5C1-6A76-038AC59868F7}"/>
              </a:ext>
            </a:extLst>
          </p:cNvPr>
          <p:cNvCxnSpPr>
            <a:cxnSpLocks/>
          </p:cNvCxnSpPr>
          <p:nvPr/>
        </p:nvCxnSpPr>
        <p:spPr>
          <a:xfrm rot="5400000">
            <a:off x="4773430" y="5019412"/>
            <a:ext cx="115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9975CA-4453-3B19-59E6-A2F42B69CC20}"/>
              </a:ext>
            </a:extLst>
          </p:cNvPr>
          <p:cNvCxnSpPr>
            <a:cxnSpLocks/>
          </p:cNvCxnSpPr>
          <p:nvPr/>
        </p:nvCxnSpPr>
        <p:spPr>
          <a:xfrm>
            <a:off x="5349620" y="2247412"/>
            <a:ext cx="0" cy="2196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65B439-5962-63C4-A002-FE233AB21B07}"/>
              </a:ext>
            </a:extLst>
          </p:cNvPr>
          <p:cNvCxnSpPr/>
          <p:nvPr/>
        </p:nvCxnSpPr>
        <p:spPr>
          <a:xfrm>
            <a:off x="5349430" y="4443412"/>
            <a:ext cx="12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900F1C-81B4-EA75-1F85-4E3F97BE7F71}"/>
              </a:ext>
            </a:extLst>
          </p:cNvPr>
          <p:cNvCxnSpPr/>
          <p:nvPr/>
        </p:nvCxnSpPr>
        <p:spPr>
          <a:xfrm>
            <a:off x="4089430" y="4443412"/>
            <a:ext cx="126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101BD4-7D1C-E6DA-C859-50C06B3CC39A}"/>
              </a:ext>
            </a:extLst>
          </p:cNvPr>
          <p:cNvCxnSpPr/>
          <p:nvPr/>
        </p:nvCxnSpPr>
        <p:spPr>
          <a:xfrm>
            <a:off x="5349431" y="2247412"/>
            <a:ext cx="61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14557E-EBB8-2AB1-DA0B-FA0EBB2B8A9B}"/>
              </a:ext>
            </a:extLst>
          </p:cNvPr>
          <p:cNvCxnSpPr/>
          <p:nvPr/>
        </p:nvCxnSpPr>
        <p:spPr>
          <a:xfrm>
            <a:off x="4737430" y="2247412"/>
            <a:ext cx="61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623E894-85AF-A911-54B3-F6B7AB5C241C}"/>
              </a:ext>
            </a:extLst>
          </p:cNvPr>
          <p:cNvCxnSpPr/>
          <p:nvPr/>
        </p:nvCxnSpPr>
        <p:spPr>
          <a:xfrm>
            <a:off x="5349430" y="5595412"/>
            <a:ext cx="28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7E64FB8-643A-533A-B85C-2F19AD8D07C8}"/>
              </a:ext>
            </a:extLst>
          </p:cNvPr>
          <p:cNvCxnSpPr/>
          <p:nvPr/>
        </p:nvCxnSpPr>
        <p:spPr>
          <a:xfrm>
            <a:off x="5061431" y="5595412"/>
            <a:ext cx="288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BB7E9B04-9AB5-4910-865B-83464D2529B9}"/>
              </a:ext>
            </a:extLst>
          </p:cNvPr>
          <p:cNvSpPr/>
          <p:nvPr/>
        </p:nvSpPr>
        <p:spPr>
          <a:xfrm>
            <a:off x="5690573" y="1977413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350B7BE-1350-6E92-6580-B78AB9364FD9}"/>
              </a:ext>
            </a:extLst>
          </p:cNvPr>
          <p:cNvSpPr/>
          <p:nvPr/>
        </p:nvSpPr>
        <p:spPr>
          <a:xfrm>
            <a:off x="4467240" y="1977413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429142E-A2B9-3458-2878-C33D1E671358}"/>
              </a:ext>
            </a:extLst>
          </p:cNvPr>
          <p:cNvSpPr/>
          <p:nvPr/>
        </p:nvSpPr>
        <p:spPr>
          <a:xfrm>
            <a:off x="6339431" y="4173413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93D0EB1-2224-B616-F86B-99675AB07DC2}"/>
              </a:ext>
            </a:extLst>
          </p:cNvPr>
          <p:cNvSpPr/>
          <p:nvPr/>
        </p:nvSpPr>
        <p:spPr>
          <a:xfrm>
            <a:off x="3820983" y="4173413"/>
            <a:ext cx="540000" cy="5400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C071B40-7855-008C-40A5-4DC271D23DF8}"/>
              </a:ext>
            </a:extLst>
          </p:cNvPr>
          <p:cNvCxnSpPr>
            <a:cxnSpLocks/>
          </p:cNvCxnSpPr>
          <p:nvPr/>
        </p:nvCxnSpPr>
        <p:spPr>
          <a:xfrm flipV="1">
            <a:off x="5637430" y="5160264"/>
            <a:ext cx="0" cy="4351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D232026-CCEA-F8B1-7F5E-BCCE9AB0F09A}"/>
              </a:ext>
            </a:extLst>
          </p:cNvPr>
          <p:cNvCxnSpPr>
            <a:cxnSpLocks/>
          </p:cNvCxnSpPr>
          <p:nvPr/>
        </p:nvCxnSpPr>
        <p:spPr>
          <a:xfrm flipV="1">
            <a:off x="5061431" y="5160264"/>
            <a:ext cx="0" cy="43514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2650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E672B-BE3B-DC1E-B560-489E9EAE2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11DD6893-9C76-1171-B926-ED01ADC5F15A}"/>
              </a:ext>
            </a:extLst>
          </p:cNvPr>
          <p:cNvGrpSpPr/>
          <p:nvPr/>
        </p:nvGrpSpPr>
        <p:grpSpPr>
          <a:xfrm>
            <a:off x="3820984" y="1977413"/>
            <a:ext cx="3058448" cy="3618000"/>
            <a:chOff x="3820983" y="1977412"/>
            <a:chExt cx="3058448" cy="3618000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0EE9A2C-CE6E-2259-CFF2-FB332075D84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4773430" y="5019412"/>
              <a:ext cx="1152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DB54CC9-7298-12B6-9AE6-1BCAA087048D}"/>
                </a:ext>
              </a:extLst>
            </p:cNvPr>
            <p:cNvCxnSpPr>
              <a:cxnSpLocks/>
            </p:cNvCxnSpPr>
            <p:nvPr/>
          </p:nvCxnSpPr>
          <p:spPr>
            <a:xfrm>
              <a:off x="5349620" y="2247412"/>
              <a:ext cx="0" cy="219600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0154A10-2463-01F8-075F-5055EBA893ED}"/>
                </a:ext>
              </a:extLst>
            </p:cNvPr>
            <p:cNvCxnSpPr/>
            <p:nvPr/>
          </p:nvCxnSpPr>
          <p:spPr>
            <a:xfrm>
              <a:off x="5349430" y="4443412"/>
              <a:ext cx="126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64AF09ED-33BD-2CC7-B6B5-6708C6C8F12D}"/>
                </a:ext>
              </a:extLst>
            </p:cNvPr>
            <p:cNvCxnSpPr/>
            <p:nvPr/>
          </p:nvCxnSpPr>
          <p:spPr>
            <a:xfrm>
              <a:off x="4089430" y="4443412"/>
              <a:ext cx="1260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8A4E978F-32D7-F248-E003-C9C1F09F3FC5}"/>
                </a:ext>
              </a:extLst>
            </p:cNvPr>
            <p:cNvCxnSpPr/>
            <p:nvPr/>
          </p:nvCxnSpPr>
          <p:spPr>
            <a:xfrm>
              <a:off x="5349430" y="2247412"/>
              <a:ext cx="612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3310874-61A4-1099-A92C-15D20C6C5E6A}"/>
                </a:ext>
              </a:extLst>
            </p:cNvPr>
            <p:cNvCxnSpPr/>
            <p:nvPr/>
          </p:nvCxnSpPr>
          <p:spPr>
            <a:xfrm>
              <a:off x="4737430" y="2247412"/>
              <a:ext cx="612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7DFDFBA-BF44-D8FF-E63F-FDB8704E993F}"/>
                </a:ext>
              </a:extLst>
            </p:cNvPr>
            <p:cNvCxnSpPr/>
            <p:nvPr/>
          </p:nvCxnSpPr>
          <p:spPr>
            <a:xfrm>
              <a:off x="5349430" y="5595412"/>
              <a:ext cx="28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12835C1-DD56-2ED5-7BD5-E52D61337AAB}"/>
                </a:ext>
              </a:extLst>
            </p:cNvPr>
            <p:cNvCxnSpPr/>
            <p:nvPr/>
          </p:nvCxnSpPr>
          <p:spPr>
            <a:xfrm>
              <a:off x="5061430" y="5595412"/>
              <a:ext cx="288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CD30731-4FEE-96CF-83A6-7C99B2FF2DB8}"/>
                </a:ext>
              </a:extLst>
            </p:cNvPr>
            <p:cNvSpPr/>
            <p:nvPr/>
          </p:nvSpPr>
          <p:spPr>
            <a:xfrm>
              <a:off x="5690572" y="1977412"/>
              <a:ext cx="540000" cy="54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27A7C80B-4CE5-2686-4758-C47C463EC95D}"/>
                </a:ext>
              </a:extLst>
            </p:cNvPr>
            <p:cNvSpPr/>
            <p:nvPr/>
          </p:nvSpPr>
          <p:spPr>
            <a:xfrm>
              <a:off x="4467240" y="1977412"/>
              <a:ext cx="540000" cy="54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EEE2C0E-F917-103D-723F-DFAB8AFD3034}"/>
                </a:ext>
              </a:extLst>
            </p:cNvPr>
            <p:cNvSpPr/>
            <p:nvPr/>
          </p:nvSpPr>
          <p:spPr>
            <a:xfrm>
              <a:off x="6339431" y="4173412"/>
              <a:ext cx="540000" cy="54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0D2645C-926C-8EA9-454A-315FC0D20368}"/>
                </a:ext>
              </a:extLst>
            </p:cNvPr>
            <p:cNvSpPr/>
            <p:nvPr/>
          </p:nvSpPr>
          <p:spPr>
            <a:xfrm>
              <a:off x="3820983" y="4173412"/>
              <a:ext cx="540000" cy="540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2296634-BD09-49CF-0C23-C05676BBBFCE}"/>
              </a:ext>
            </a:extLst>
          </p:cNvPr>
          <p:cNvGrpSpPr/>
          <p:nvPr/>
        </p:nvGrpSpPr>
        <p:grpSpPr>
          <a:xfrm>
            <a:off x="8223989" y="1977413"/>
            <a:ext cx="1170170" cy="3618000"/>
            <a:chOff x="5637430" y="1977412"/>
            <a:chExt cx="1170170" cy="3618000"/>
          </a:xfrm>
        </p:grpSpPr>
        <p:sp>
          <p:nvSpPr>
            <p:cNvPr id="2" name="Arc 1">
              <a:extLst>
                <a:ext uri="{FF2B5EF4-FFF2-40B4-BE49-F238E27FC236}">
                  <a16:creationId xmlns:a16="http://schemas.microsoft.com/office/drawing/2014/main" id="{659D3EA0-9CA7-E095-C679-3D02A6CA868A}"/>
                </a:ext>
              </a:extLst>
            </p:cNvPr>
            <p:cNvSpPr/>
            <p:nvPr/>
          </p:nvSpPr>
          <p:spPr>
            <a:xfrm>
              <a:off x="6267600" y="1977412"/>
              <a:ext cx="540000" cy="540000"/>
            </a:xfrm>
            <a:prstGeom prst="arc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7BDEB93-9F4F-AD29-7742-6911B83F2E20}"/>
                </a:ext>
              </a:extLst>
            </p:cNvPr>
            <p:cNvCxnSpPr/>
            <p:nvPr/>
          </p:nvCxnSpPr>
          <p:spPr>
            <a:xfrm>
              <a:off x="5637430" y="5595412"/>
              <a:ext cx="576000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75522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1EA37AB-B220-2399-796D-F5820B72F0E0}"/>
              </a:ext>
            </a:extLst>
          </p:cNvPr>
          <p:cNvGrpSpPr/>
          <p:nvPr/>
        </p:nvGrpSpPr>
        <p:grpSpPr>
          <a:xfrm>
            <a:off x="4670136" y="723488"/>
            <a:ext cx="1980000" cy="2241617"/>
            <a:chOff x="4670135" y="723488"/>
            <a:chExt cx="1980000" cy="2241616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0E758CB-D980-ABF8-D4BA-F9325663F9A8}"/>
                </a:ext>
              </a:extLst>
            </p:cNvPr>
            <p:cNvSpPr/>
            <p:nvPr/>
          </p:nvSpPr>
          <p:spPr>
            <a:xfrm>
              <a:off x="5020056" y="1179576"/>
              <a:ext cx="640080" cy="1444752"/>
            </a:xfrm>
            <a:custGeom>
              <a:avLst/>
              <a:gdLst>
                <a:gd name="csX0" fmla="*/ 640080 w 640080"/>
                <a:gd name="csY0" fmla="*/ 0 h 1444752"/>
                <a:gd name="csX1" fmla="*/ 640080 w 640080"/>
                <a:gd name="csY1" fmla="*/ 1188720 h 1444752"/>
                <a:gd name="csX2" fmla="*/ 0 w 640080"/>
                <a:gd name="csY2" fmla="*/ 1444752 h 1444752"/>
                <a:gd name="csX3" fmla="*/ 640080 w 640080"/>
                <a:gd name="csY3" fmla="*/ 0 h 1444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40080" h="1444752">
                  <a:moveTo>
                    <a:pt x="640080" y="0"/>
                  </a:moveTo>
                  <a:lnTo>
                    <a:pt x="640080" y="1188720"/>
                  </a:lnTo>
                  <a:lnTo>
                    <a:pt x="0" y="1444752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B73D02E9-A029-FEF4-1E33-F02304730ABA}"/>
                </a:ext>
              </a:extLst>
            </p:cNvPr>
            <p:cNvSpPr/>
            <p:nvPr/>
          </p:nvSpPr>
          <p:spPr>
            <a:xfrm flipH="1">
              <a:off x="5660136" y="1170432"/>
              <a:ext cx="640080" cy="1444752"/>
            </a:xfrm>
            <a:custGeom>
              <a:avLst/>
              <a:gdLst>
                <a:gd name="csX0" fmla="*/ 640080 w 640080"/>
                <a:gd name="csY0" fmla="*/ 0 h 1444752"/>
                <a:gd name="csX1" fmla="*/ 640080 w 640080"/>
                <a:gd name="csY1" fmla="*/ 1188720 h 1444752"/>
                <a:gd name="csX2" fmla="*/ 0 w 640080"/>
                <a:gd name="csY2" fmla="*/ 1444752 h 1444752"/>
                <a:gd name="csX3" fmla="*/ 640080 w 640080"/>
                <a:gd name="csY3" fmla="*/ 0 h 14447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40080" h="1444752">
                  <a:moveTo>
                    <a:pt x="640080" y="0"/>
                  </a:moveTo>
                  <a:lnTo>
                    <a:pt x="640080" y="1188720"/>
                  </a:lnTo>
                  <a:lnTo>
                    <a:pt x="0" y="1444752"/>
                  </a:lnTo>
                  <a:lnTo>
                    <a:pt x="640080" y="0"/>
                  </a:lnTo>
                  <a:close/>
                </a:path>
              </a:pathLst>
            </a:cu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EC83F7-0B9D-C5CE-F68A-FF282E070C83}"/>
                </a:ext>
              </a:extLst>
            </p:cNvPr>
            <p:cNvSpPr txBox="1"/>
            <p:nvPr/>
          </p:nvSpPr>
          <p:spPr>
            <a:xfrm>
              <a:off x="5467582" y="723488"/>
              <a:ext cx="385106" cy="523220"/>
            </a:xfrm>
            <a:prstGeom prst="rect">
              <a:avLst/>
            </a:prstGeom>
            <a:noFill/>
          </p:spPr>
          <p:txBody>
            <a:bodyPr wrap="square" rtlCol="0" anchor="ctr" anchorCtr="0">
              <a:spAutoFit/>
            </a:bodyPr>
            <a:lstStyle/>
            <a:p>
              <a:pPr algn="ctr"/>
              <a:r>
                <a:rPr lang="en-CA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3" name="Arc 2">
              <a:extLst>
                <a:ext uri="{FF2B5EF4-FFF2-40B4-BE49-F238E27FC236}">
                  <a16:creationId xmlns:a16="http://schemas.microsoft.com/office/drawing/2014/main" id="{3B76B0BB-A7A2-8E5C-0DC7-EAAD5F801F7D}"/>
                </a:ext>
              </a:extLst>
            </p:cNvPr>
            <p:cNvSpPr/>
            <p:nvPr/>
          </p:nvSpPr>
          <p:spPr>
            <a:xfrm>
              <a:off x="4670135" y="985102"/>
              <a:ext cx="1980000" cy="1980000"/>
            </a:xfrm>
            <a:prstGeom prst="arc">
              <a:avLst>
                <a:gd name="adj1" fmla="val 16726169"/>
                <a:gd name="adj2" fmla="val 0"/>
              </a:avLst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sz="2211" dirty="0"/>
            </a:p>
          </p:txBody>
        </p:sp>
        <p:sp>
          <p:nvSpPr>
            <p:cNvPr id="12" name="Arc 11">
              <a:extLst>
                <a:ext uri="{FF2B5EF4-FFF2-40B4-BE49-F238E27FC236}">
                  <a16:creationId xmlns:a16="http://schemas.microsoft.com/office/drawing/2014/main" id="{A0A18392-FE67-0570-7177-0415ACC1EDDA}"/>
                </a:ext>
              </a:extLst>
            </p:cNvPr>
            <p:cNvSpPr/>
            <p:nvPr/>
          </p:nvSpPr>
          <p:spPr>
            <a:xfrm rot="5400000">
              <a:off x="4670135" y="985104"/>
              <a:ext cx="1980000" cy="1980000"/>
            </a:xfrm>
            <a:prstGeom prst="arc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sz="2211" dirty="0"/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6516E600-D826-B517-7DB9-03810C224EB1}"/>
                </a:ext>
              </a:extLst>
            </p:cNvPr>
            <p:cNvSpPr/>
            <p:nvPr/>
          </p:nvSpPr>
          <p:spPr>
            <a:xfrm rot="10800000">
              <a:off x="4670135" y="985104"/>
              <a:ext cx="1980000" cy="1980000"/>
            </a:xfrm>
            <a:prstGeom prst="arc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sz="2211" dirty="0"/>
            </a:p>
          </p:txBody>
        </p:sp>
        <p:sp>
          <p:nvSpPr>
            <p:cNvPr id="14" name="Arc 13">
              <a:extLst>
                <a:ext uri="{FF2B5EF4-FFF2-40B4-BE49-F238E27FC236}">
                  <a16:creationId xmlns:a16="http://schemas.microsoft.com/office/drawing/2014/main" id="{43C4F8DB-6FB7-3757-6B88-E985B2925004}"/>
                </a:ext>
              </a:extLst>
            </p:cNvPr>
            <p:cNvSpPr/>
            <p:nvPr/>
          </p:nvSpPr>
          <p:spPr>
            <a:xfrm rot="16200000">
              <a:off x="4670135" y="985100"/>
              <a:ext cx="1980000" cy="1980000"/>
            </a:xfrm>
            <a:prstGeom prst="arc">
              <a:avLst>
                <a:gd name="adj1" fmla="val 16200000"/>
                <a:gd name="adj2" fmla="val 21065560"/>
              </a:avLst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CA" sz="2211" dirty="0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40E3D145-1320-08D3-FA6A-845918E81BA4}"/>
              </a:ext>
            </a:extLst>
          </p:cNvPr>
          <p:cNvGrpSpPr/>
          <p:nvPr/>
        </p:nvGrpSpPr>
        <p:grpSpPr>
          <a:xfrm>
            <a:off x="3381375" y="3205141"/>
            <a:ext cx="720000" cy="720000"/>
            <a:chOff x="3381375" y="3205141"/>
            <a:chExt cx="720000" cy="72000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B4DD48E-8012-3519-35C0-D8C48BD222F8}"/>
                </a:ext>
              </a:extLst>
            </p:cNvPr>
            <p:cNvSpPr/>
            <p:nvPr/>
          </p:nvSpPr>
          <p:spPr>
            <a:xfrm>
              <a:off x="3381375" y="3205141"/>
              <a:ext cx="720000" cy="72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pic>
          <p:nvPicPr>
            <p:cNvPr id="20" name="Graphic 19" descr="Cake with solid fill">
              <a:extLst>
                <a:ext uri="{FF2B5EF4-FFF2-40B4-BE49-F238E27FC236}">
                  <a16:creationId xmlns:a16="http://schemas.microsoft.com/office/drawing/2014/main" id="{D9DD8823-C0A0-96A6-FB51-A495AF440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471375" y="3241141"/>
              <a:ext cx="540000" cy="540000"/>
            </a:xfrm>
            <a:prstGeom prst="rect">
              <a:avLst/>
            </a:prstGeom>
          </p:spPr>
        </p:pic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A62B210-D44B-A368-E83E-D60A3082306C}"/>
              </a:ext>
            </a:extLst>
          </p:cNvPr>
          <p:cNvGrpSpPr/>
          <p:nvPr/>
        </p:nvGrpSpPr>
        <p:grpSpPr>
          <a:xfrm>
            <a:off x="1883121" y="3241141"/>
            <a:ext cx="720000" cy="720000"/>
            <a:chOff x="1883121" y="3241141"/>
            <a:chExt cx="720000" cy="720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044A9CF-B67E-3212-EE02-BE40F623FACF}"/>
                </a:ext>
              </a:extLst>
            </p:cNvPr>
            <p:cNvSpPr/>
            <p:nvPr/>
          </p:nvSpPr>
          <p:spPr>
            <a:xfrm>
              <a:off x="1883121" y="3241141"/>
              <a:ext cx="720000" cy="72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pic>
          <p:nvPicPr>
            <p:cNvPr id="22" name="Graphic 21" descr="Balloons with solid fill">
              <a:extLst>
                <a:ext uri="{FF2B5EF4-FFF2-40B4-BE49-F238E27FC236}">
                  <a16:creationId xmlns:a16="http://schemas.microsoft.com/office/drawing/2014/main" id="{BFB5E32D-C28D-81C4-3C99-AB09F560293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973121" y="3331141"/>
              <a:ext cx="540000" cy="540000"/>
            </a:xfrm>
            <a:prstGeom prst="rect">
              <a:avLst/>
            </a:prstGeom>
          </p:spPr>
        </p:pic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5F34E5AB-0263-EF1B-0BF3-B373D8490A30}"/>
              </a:ext>
            </a:extLst>
          </p:cNvPr>
          <p:cNvGrpSpPr/>
          <p:nvPr/>
        </p:nvGrpSpPr>
        <p:grpSpPr>
          <a:xfrm>
            <a:off x="4879629" y="3205903"/>
            <a:ext cx="720000" cy="720000"/>
            <a:chOff x="4879629" y="3205903"/>
            <a:chExt cx="720000" cy="720000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4EAD16-5192-0F70-3595-5B26E320DC9C}"/>
                </a:ext>
              </a:extLst>
            </p:cNvPr>
            <p:cNvSpPr/>
            <p:nvPr/>
          </p:nvSpPr>
          <p:spPr>
            <a:xfrm>
              <a:off x="4879629" y="3205903"/>
              <a:ext cx="720000" cy="72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pic>
          <p:nvPicPr>
            <p:cNvPr id="34" name="Graphic 33" descr="Present with solid fill">
              <a:extLst>
                <a:ext uri="{FF2B5EF4-FFF2-40B4-BE49-F238E27FC236}">
                  <a16:creationId xmlns:a16="http://schemas.microsoft.com/office/drawing/2014/main" id="{E66BEEBD-9146-B6B1-927F-1F1EC549D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969629" y="3249874"/>
              <a:ext cx="540000" cy="540000"/>
            </a:xfrm>
            <a:prstGeom prst="rect">
              <a:avLst/>
            </a:prstGeom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83C42B7E-8ED2-0D79-31C3-52259F8BBD23}"/>
              </a:ext>
            </a:extLst>
          </p:cNvPr>
          <p:cNvGrpSpPr/>
          <p:nvPr/>
        </p:nvGrpSpPr>
        <p:grpSpPr>
          <a:xfrm>
            <a:off x="3381375" y="4379074"/>
            <a:ext cx="720000" cy="720000"/>
            <a:chOff x="3381375" y="4379074"/>
            <a:chExt cx="720000" cy="72000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905340D-F683-3704-DC90-3F8CD6B4952F}"/>
                </a:ext>
              </a:extLst>
            </p:cNvPr>
            <p:cNvSpPr/>
            <p:nvPr/>
          </p:nvSpPr>
          <p:spPr>
            <a:xfrm>
              <a:off x="3381375" y="4379074"/>
              <a:ext cx="720000" cy="72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pic>
          <p:nvPicPr>
            <p:cNvPr id="38" name="Graphic 37" descr="Books with solid fill">
              <a:extLst>
                <a:ext uri="{FF2B5EF4-FFF2-40B4-BE49-F238E27FC236}">
                  <a16:creationId xmlns:a16="http://schemas.microsoft.com/office/drawing/2014/main" id="{4A1E0754-70AE-C9BF-5D5B-43CD050D6C8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471375" y="4469074"/>
              <a:ext cx="540000" cy="540000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39F153C-A2F9-C7EF-61CB-BDE680895589}"/>
              </a:ext>
            </a:extLst>
          </p:cNvPr>
          <p:cNvGrpSpPr/>
          <p:nvPr/>
        </p:nvGrpSpPr>
        <p:grpSpPr>
          <a:xfrm>
            <a:off x="6377883" y="4379074"/>
            <a:ext cx="720000" cy="720000"/>
            <a:chOff x="6377883" y="4379074"/>
            <a:chExt cx="720000" cy="72000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E9F453FC-96EF-F80B-05D4-E609AF472B43}"/>
                </a:ext>
              </a:extLst>
            </p:cNvPr>
            <p:cNvSpPr/>
            <p:nvPr/>
          </p:nvSpPr>
          <p:spPr>
            <a:xfrm>
              <a:off x="6377883" y="4379074"/>
              <a:ext cx="720000" cy="72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pic>
          <p:nvPicPr>
            <p:cNvPr id="40" name="Graphic 39" descr="Car Mechanic with solid fill">
              <a:extLst>
                <a:ext uri="{FF2B5EF4-FFF2-40B4-BE49-F238E27FC236}">
                  <a16:creationId xmlns:a16="http://schemas.microsoft.com/office/drawing/2014/main" id="{168BD216-7F90-C698-032B-BF570408010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6467883" y="4432862"/>
              <a:ext cx="540000" cy="540000"/>
            </a:xfrm>
            <a:prstGeom prst="rect">
              <a:avLst/>
            </a:prstGeom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784DB21-D6E7-B648-14B6-4B2578AE59E5}"/>
              </a:ext>
            </a:extLst>
          </p:cNvPr>
          <p:cNvGrpSpPr/>
          <p:nvPr/>
        </p:nvGrpSpPr>
        <p:grpSpPr>
          <a:xfrm>
            <a:off x="6377883" y="3205141"/>
            <a:ext cx="720000" cy="720000"/>
            <a:chOff x="6377883" y="3205141"/>
            <a:chExt cx="720000" cy="720000"/>
          </a:xfrm>
        </p:grpSpPr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AE25794-E487-509E-5BA6-B4381B96926B}"/>
                </a:ext>
              </a:extLst>
            </p:cNvPr>
            <p:cNvSpPr/>
            <p:nvPr/>
          </p:nvSpPr>
          <p:spPr>
            <a:xfrm>
              <a:off x="6377883" y="3205141"/>
              <a:ext cx="720000" cy="72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pic>
          <p:nvPicPr>
            <p:cNvPr id="42" name="Graphic 41" descr="Dental Care with solid fill">
              <a:extLst>
                <a:ext uri="{FF2B5EF4-FFF2-40B4-BE49-F238E27FC236}">
                  <a16:creationId xmlns:a16="http://schemas.microsoft.com/office/drawing/2014/main" id="{D5E96CE9-5DDE-BA7D-AEC2-8FE40F0ED0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6484742" y="3295141"/>
              <a:ext cx="540000" cy="540000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9E249E1-54E4-587B-A185-A472A7EEB742}"/>
              </a:ext>
            </a:extLst>
          </p:cNvPr>
          <p:cNvGrpSpPr/>
          <p:nvPr/>
        </p:nvGrpSpPr>
        <p:grpSpPr>
          <a:xfrm>
            <a:off x="4879629" y="4379074"/>
            <a:ext cx="720000" cy="720000"/>
            <a:chOff x="4879629" y="4379074"/>
            <a:chExt cx="720000" cy="72000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E4B0193-34E4-5D70-3C4B-2FF9035CA81D}"/>
                </a:ext>
              </a:extLst>
            </p:cNvPr>
            <p:cNvSpPr/>
            <p:nvPr/>
          </p:nvSpPr>
          <p:spPr>
            <a:xfrm>
              <a:off x="4879629" y="4379074"/>
              <a:ext cx="720000" cy="72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pic>
          <p:nvPicPr>
            <p:cNvPr id="44" name="Graphic 43" descr="Popcorn with solid fill">
              <a:extLst>
                <a:ext uri="{FF2B5EF4-FFF2-40B4-BE49-F238E27FC236}">
                  <a16:creationId xmlns:a16="http://schemas.microsoft.com/office/drawing/2014/main" id="{9F85C934-FB4E-311A-10FE-9BA7972F4F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4969629" y="4432862"/>
              <a:ext cx="540000" cy="540000"/>
            </a:xfrm>
            <a:prstGeom prst="rect">
              <a:avLst/>
            </a:prstGeom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AA759ED9-406E-43D2-CCE0-8C3C08A2CF41}"/>
              </a:ext>
            </a:extLst>
          </p:cNvPr>
          <p:cNvGrpSpPr/>
          <p:nvPr/>
        </p:nvGrpSpPr>
        <p:grpSpPr>
          <a:xfrm>
            <a:off x="1883121" y="4379074"/>
            <a:ext cx="720000" cy="720000"/>
            <a:chOff x="1883121" y="4379074"/>
            <a:chExt cx="720000" cy="72000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6CC9726-3E1F-9860-1FA5-0D43E2783109}"/>
                </a:ext>
              </a:extLst>
            </p:cNvPr>
            <p:cNvSpPr/>
            <p:nvPr/>
          </p:nvSpPr>
          <p:spPr>
            <a:xfrm>
              <a:off x="1883121" y="4379074"/>
              <a:ext cx="720000" cy="72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pic>
          <p:nvPicPr>
            <p:cNvPr id="50" name="Graphic 49" descr="House with solid fill">
              <a:extLst>
                <a:ext uri="{FF2B5EF4-FFF2-40B4-BE49-F238E27FC236}">
                  <a16:creationId xmlns:a16="http://schemas.microsoft.com/office/drawing/2014/main" id="{7ECCE28C-46DC-5B23-372F-76ACC1792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973121" y="4432862"/>
              <a:ext cx="540000" cy="540000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D655C68-26B7-8628-3885-70EA918F680E}"/>
              </a:ext>
            </a:extLst>
          </p:cNvPr>
          <p:cNvGrpSpPr/>
          <p:nvPr/>
        </p:nvGrpSpPr>
        <p:grpSpPr>
          <a:xfrm>
            <a:off x="7876137" y="3205141"/>
            <a:ext cx="720000" cy="720000"/>
            <a:chOff x="7876137" y="3205141"/>
            <a:chExt cx="720000" cy="720000"/>
          </a:xfrm>
        </p:grpSpPr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9BECD68-A5C0-239C-97C1-831EF0E1D5F4}"/>
                </a:ext>
              </a:extLst>
            </p:cNvPr>
            <p:cNvSpPr/>
            <p:nvPr/>
          </p:nvSpPr>
          <p:spPr>
            <a:xfrm>
              <a:off x="7876137" y="3205141"/>
              <a:ext cx="720000" cy="72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pic>
          <p:nvPicPr>
            <p:cNvPr id="52" name="Graphic 51" descr="Bank with solid fill">
              <a:extLst>
                <a:ext uri="{FF2B5EF4-FFF2-40B4-BE49-F238E27FC236}">
                  <a16:creationId xmlns:a16="http://schemas.microsoft.com/office/drawing/2014/main" id="{E14B3DC0-EA63-A993-97BC-42EE729C49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7966137" y="3250409"/>
              <a:ext cx="540000" cy="540000"/>
            </a:xfrm>
            <a:prstGeom prst="rect">
              <a:avLst/>
            </a:prstGeom>
          </p:spPr>
        </p:pic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0E6F12A-C1AB-6008-8907-FBB78DBC324B}"/>
              </a:ext>
            </a:extLst>
          </p:cNvPr>
          <p:cNvGrpSpPr/>
          <p:nvPr/>
        </p:nvGrpSpPr>
        <p:grpSpPr>
          <a:xfrm>
            <a:off x="7876137" y="4379074"/>
            <a:ext cx="720000" cy="720000"/>
            <a:chOff x="7876137" y="4379074"/>
            <a:chExt cx="720000" cy="72000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EBBA40AA-E006-A359-6F4E-7B7405F1873C}"/>
                </a:ext>
              </a:extLst>
            </p:cNvPr>
            <p:cNvSpPr/>
            <p:nvPr/>
          </p:nvSpPr>
          <p:spPr>
            <a:xfrm>
              <a:off x="7876137" y="4379074"/>
              <a:ext cx="720000" cy="72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pic>
          <p:nvPicPr>
            <p:cNvPr id="54" name="Graphic 53" descr="Medicine with solid fill">
              <a:extLst>
                <a:ext uri="{FF2B5EF4-FFF2-40B4-BE49-F238E27FC236}">
                  <a16:creationId xmlns:a16="http://schemas.microsoft.com/office/drawing/2014/main" id="{116809D5-656B-A407-48F5-3A1631BFA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7998230" y="4469074"/>
              <a:ext cx="540000" cy="540000"/>
            </a:xfrm>
            <a:prstGeom prst="rect">
              <a:avLst/>
            </a:prstGeom>
          </p:spPr>
        </p:pic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73BE0BFF-F833-FBDE-7C3F-50EFAD2B27D0}"/>
              </a:ext>
            </a:extLst>
          </p:cNvPr>
          <p:cNvGrpSpPr/>
          <p:nvPr/>
        </p:nvGrpSpPr>
        <p:grpSpPr>
          <a:xfrm>
            <a:off x="9379324" y="4379074"/>
            <a:ext cx="720000" cy="720000"/>
            <a:chOff x="9379324" y="4379074"/>
            <a:chExt cx="720000" cy="720000"/>
          </a:xfrm>
        </p:grpSpPr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7D41531-FF9D-93EB-B325-B07B68360606}"/>
                </a:ext>
              </a:extLst>
            </p:cNvPr>
            <p:cNvSpPr/>
            <p:nvPr/>
          </p:nvSpPr>
          <p:spPr>
            <a:xfrm>
              <a:off x="9379324" y="4379074"/>
              <a:ext cx="720000" cy="7200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2211"/>
            </a:p>
          </p:txBody>
        </p:sp>
        <p:pic>
          <p:nvPicPr>
            <p:cNvPr id="46" name="Graphic 45" descr="Ice hockey with solid fill">
              <a:extLst>
                <a:ext uri="{FF2B5EF4-FFF2-40B4-BE49-F238E27FC236}">
                  <a16:creationId xmlns:a16="http://schemas.microsoft.com/office/drawing/2014/main" id="{A9CB4956-2B69-7CED-A4E9-1E714521C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68411" y="4432862"/>
              <a:ext cx="540000" cy="540000"/>
            </a:xfrm>
            <a:prstGeom prst="rect">
              <a:avLst/>
            </a:prstGeom>
          </p:spPr>
        </p:pic>
      </p:grpSp>
      <p:sp>
        <p:nvSpPr>
          <p:cNvPr id="56" name="Oval 55">
            <a:extLst>
              <a:ext uri="{FF2B5EF4-FFF2-40B4-BE49-F238E27FC236}">
                <a16:creationId xmlns:a16="http://schemas.microsoft.com/office/drawing/2014/main" id="{AFC07B00-D21F-9F6B-A7CC-27CC36DD3CA4}"/>
              </a:ext>
            </a:extLst>
          </p:cNvPr>
          <p:cNvSpPr/>
          <p:nvPr/>
        </p:nvSpPr>
        <p:spPr>
          <a:xfrm>
            <a:off x="9374391" y="3205141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pic>
        <p:nvPicPr>
          <p:cNvPr id="36" name="Graphic 35" descr="Baguette with solid fill">
            <a:extLst>
              <a:ext uri="{FF2B5EF4-FFF2-40B4-BE49-F238E27FC236}">
                <a16:creationId xmlns:a16="http://schemas.microsoft.com/office/drawing/2014/main" id="{3E0D0915-55F3-B4E3-E361-94F97A5322B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464391" y="3295141"/>
            <a:ext cx="540000" cy="54000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098353FD-5545-D8BA-FB47-9AD6D8F52CA4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22242" y="247420"/>
            <a:ext cx="360000" cy="3600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609EEBB1-5542-E5EA-BB9F-D8A06798259E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2242" y="1134883"/>
            <a:ext cx="360000" cy="360000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B31C734B-A449-968F-05BB-0DCE4440070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235442" y="247420"/>
            <a:ext cx="360000" cy="3600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9C4E8F7-E5C4-7505-EEA1-B5EF5E2E0A74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270659" y="1134883"/>
            <a:ext cx="360000" cy="360000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FB1E852A-33DC-C0D8-8D50-F15DE4461CCC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22245" y="1994690"/>
            <a:ext cx="362976" cy="3600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B425EA70-AFB5-4A50-6023-7913166EF680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252669" y="1994690"/>
            <a:ext cx="362976" cy="3600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16A3CF93-80B3-88CB-3406-B7E2DD0EA119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127350" y="235112"/>
            <a:ext cx="360000" cy="360000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877A64F5-56CA-1A64-BC2F-A50B8A5E3CA5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209072" y="1112722"/>
            <a:ext cx="360000" cy="3600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EFF136C5-ABAB-486C-0EAD-489F2626E434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193572" y="1921258"/>
            <a:ext cx="360000" cy="360000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C96C2832-FF89-0166-13A4-334A659E94B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3135009" y="245157"/>
            <a:ext cx="360000" cy="3600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196D9AC-E6C1-28EA-7F7B-A77C681BAC04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3217993" y="1114514"/>
            <a:ext cx="360000" cy="360000"/>
          </a:xfrm>
          <a:prstGeom prst="rect">
            <a:avLst/>
          </a:prstGeom>
        </p:spPr>
      </p:pic>
      <p:sp>
        <p:nvSpPr>
          <p:cNvPr id="90" name="Oval 89">
            <a:extLst>
              <a:ext uri="{FF2B5EF4-FFF2-40B4-BE49-F238E27FC236}">
                <a16:creationId xmlns:a16="http://schemas.microsoft.com/office/drawing/2014/main" id="{2E7490FD-A1DA-D9F4-3A67-11441EF32CC9}"/>
              </a:ext>
            </a:extLst>
          </p:cNvPr>
          <p:cNvSpPr/>
          <p:nvPr/>
        </p:nvSpPr>
        <p:spPr>
          <a:xfrm>
            <a:off x="1883121" y="5385278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66AA5901-E5FD-EDF6-D747-7ECB889B5454}"/>
              </a:ext>
            </a:extLst>
          </p:cNvPr>
          <p:cNvSpPr/>
          <p:nvPr/>
        </p:nvSpPr>
        <p:spPr>
          <a:xfrm>
            <a:off x="3381375" y="5385278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5A65B6C7-CB2F-5603-702E-FFD9BEAFFD46}"/>
              </a:ext>
            </a:extLst>
          </p:cNvPr>
          <p:cNvSpPr/>
          <p:nvPr/>
        </p:nvSpPr>
        <p:spPr>
          <a:xfrm>
            <a:off x="4879629" y="5385278"/>
            <a:ext cx="720000" cy="72000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pic>
        <p:nvPicPr>
          <p:cNvPr id="85" name="Graphic 84" descr="Fork and knife with solid fill">
            <a:extLst>
              <a:ext uri="{FF2B5EF4-FFF2-40B4-BE49-F238E27FC236}">
                <a16:creationId xmlns:a16="http://schemas.microsoft.com/office/drawing/2014/main" id="{3148EC63-72BB-C4FB-F43A-77CB77193ECD}"/>
              </a:ext>
            </a:extLst>
      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3471375" y="5458787"/>
            <a:ext cx="540000" cy="540000"/>
          </a:xfrm>
          <a:prstGeom prst="rect">
            <a:avLst/>
          </a:prstGeom>
        </p:spPr>
      </p:pic>
      <p:pic>
        <p:nvPicPr>
          <p:cNvPr id="87" name="Graphic 86" descr="Party hat with solid fill">
            <a:extLst>
              <a:ext uri="{FF2B5EF4-FFF2-40B4-BE49-F238E27FC236}">
                <a16:creationId xmlns:a16="http://schemas.microsoft.com/office/drawing/2014/main" id="{C48ED3F8-591D-50F1-909D-BCA214F1A92A}"/>
              </a:ext>
            </a:extLst>
      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1981960" y="5429558"/>
            <a:ext cx="540000" cy="540000"/>
          </a:xfrm>
          <a:prstGeom prst="rect">
            <a:avLst/>
          </a:prstGeom>
        </p:spPr>
      </p:pic>
      <p:pic>
        <p:nvPicPr>
          <p:cNvPr id="89" name="Graphic 88" descr="Ice cream with solid fill">
            <a:extLst>
              <a:ext uri="{FF2B5EF4-FFF2-40B4-BE49-F238E27FC236}">
                <a16:creationId xmlns:a16="http://schemas.microsoft.com/office/drawing/2014/main" id="{644C9747-01F5-9180-9F69-614D47F380A8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4969630" y="5475278"/>
            <a:ext cx="540000" cy="540000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AB2C5F43-21E2-5860-F989-42DD8918481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029154" y="1862512"/>
            <a:ext cx="357049" cy="360000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EAAD88E7-DF0F-0436-9B99-B080E44B889E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3612416" y="1802802"/>
            <a:ext cx="357049" cy="360000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580CC896-F819-3E5B-85C1-66E9716B697F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3731723" y="391108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460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666F1-5290-56B5-75F3-835840FD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Icons for locks</a:t>
            </a:r>
          </a:p>
        </p:txBody>
      </p:sp>
      <p:pic>
        <p:nvPicPr>
          <p:cNvPr id="5" name="Graphic 4" descr="Backpack with solid fill">
            <a:extLst>
              <a:ext uri="{FF2B5EF4-FFF2-40B4-BE49-F238E27FC236}">
                <a16:creationId xmlns:a16="http://schemas.microsoft.com/office/drawing/2014/main" id="{C5E8EC70-1E77-7D6C-D6A2-76358A44A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2200" y="1678724"/>
            <a:ext cx="432000" cy="432000"/>
          </a:xfrm>
          <a:prstGeom prst="rect">
            <a:avLst/>
          </a:prstGeom>
        </p:spPr>
      </p:pic>
      <p:pic>
        <p:nvPicPr>
          <p:cNvPr id="9" name="Graphic 8" descr="Briefcase with solid fill">
            <a:extLst>
              <a:ext uri="{FF2B5EF4-FFF2-40B4-BE49-F238E27FC236}">
                <a16:creationId xmlns:a16="http://schemas.microsoft.com/office/drawing/2014/main" id="{26F27EDB-E674-167C-0944-690EC8C1C9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7594" y="1678724"/>
            <a:ext cx="432000" cy="432000"/>
          </a:xfrm>
          <a:prstGeom prst="rect">
            <a:avLst/>
          </a:prstGeom>
        </p:spPr>
      </p:pic>
      <p:pic>
        <p:nvPicPr>
          <p:cNvPr id="10" name="Graphic 9" descr="Backpack with solid fill">
            <a:extLst>
              <a:ext uri="{FF2B5EF4-FFF2-40B4-BE49-F238E27FC236}">
                <a16:creationId xmlns:a16="http://schemas.microsoft.com/office/drawing/2014/main" id="{10456801-9E38-EE57-1690-C87DF3F8DD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4552" y="3059364"/>
            <a:ext cx="432000" cy="432000"/>
          </a:xfrm>
          <a:prstGeom prst="rect">
            <a:avLst/>
          </a:prstGeom>
        </p:spPr>
      </p:pic>
      <p:pic>
        <p:nvPicPr>
          <p:cNvPr id="11" name="Graphic 10" descr="Backpack with solid fill">
            <a:extLst>
              <a:ext uri="{FF2B5EF4-FFF2-40B4-BE49-F238E27FC236}">
                <a16:creationId xmlns:a16="http://schemas.microsoft.com/office/drawing/2014/main" id="{956F4605-74BF-081B-83E9-49DB60C213C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72200" y="2369044"/>
            <a:ext cx="432000" cy="432000"/>
          </a:xfrm>
          <a:prstGeom prst="rect">
            <a:avLst/>
          </a:prstGeom>
        </p:spPr>
      </p:pic>
      <p:pic>
        <p:nvPicPr>
          <p:cNvPr id="12" name="Graphic 11" descr="Backpack with solid fill">
            <a:extLst>
              <a:ext uri="{FF2B5EF4-FFF2-40B4-BE49-F238E27FC236}">
                <a16:creationId xmlns:a16="http://schemas.microsoft.com/office/drawing/2014/main" id="{DD59DCB2-7BB7-8E14-9F9A-AD8E9CB4EE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5408" y="3749684"/>
            <a:ext cx="432000" cy="432000"/>
          </a:xfrm>
          <a:prstGeom prst="rect">
            <a:avLst/>
          </a:prstGeom>
        </p:spPr>
      </p:pic>
      <p:pic>
        <p:nvPicPr>
          <p:cNvPr id="13" name="Graphic 12" descr="Backpack with solid fill">
            <a:extLst>
              <a:ext uri="{FF2B5EF4-FFF2-40B4-BE49-F238E27FC236}">
                <a16:creationId xmlns:a16="http://schemas.microsoft.com/office/drawing/2014/main" id="{7F4F6950-CB92-4B5D-C36E-DD43254C0394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65408" y="4440004"/>
            <a:ext cx="432000" cy="4320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E96437B-467E-AF04-A884-8517909086BD}"/>
              </a:ext>
            </a:extLst>
          </p:cNvPr>
          <p:cNvSpPr/>
          <p:nvPr/>
        </p:nvSpPr>
        <p:spPr>
          <a:xfrm>
            <a:off x="2603688" y="1678724"/>
            <a:ext cx="2578608" cy="4320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Lock 1 – Water Bottle</a:t>
            </a:r>
          </a:p>
          <a:p>
            <a:r>
              <a:rPr lang="en-CA" sz="1200" dirty="0">
                <a:solidFill>
                  <a:schemeClr val="tx1"/>
                </a:solidFill>
              </a:rPr>
              <a:t>Code: 749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1997BF-38F2-CB0B-D472-07AB26671F5E}"/>
              </a:ext>
            </a:extLst>
          </p:cNvPr>
          <p:cNvSpPr/>
          <p:nvPr/>
        </p:nvSpPr>
        <p:spPr>
          <a:xfrm>
            <a:off x="1837944" y="1678724"/>
            <a:ext cx="432000" cy="432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7" name="Graphic 16" descr="Backpack with solid fill">
            <a:extLst>
              <a:ext uri="{FF2B5EF4-FFF2-40B4-BE49-F238E27FC236}">
                <a16:creationId xmlns:a16="http://schemas.microsoft.com/office/drawing/2014/main" id="{70EA9F73-4CC0-8D56-79E6-45AD608DA87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73944" y="1714724"/>
            <a:ext cx="360000" cy="360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9272E8B-63C0-279E-6599-3DFFDE48A90D}"/>
              </a:ext>
            </a:extLst>
          </p:cNvPr>
          <p:cNvSpPr/>
          <p:nvPr/>
        </p:nvSpPr>
        <p:spPr>
          <a:xfrm>
            <a:off x="1835064" y="2369044"/>
            <a:ext cx="432000" cy="432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19" name="Graphic 18" descr="Backpack with solid fill">
            <a:extLst>
              <a:ext uri="{FF2B5EF4-FFF2-40B4-BE49-F238E27FC236}">
                <a16:creationId xmlns:a16="http://schemas.microsoft.com/office/drawing/2014/main" id="{A0A7BE44-B3C5-0672-E715-7D851F8B4A6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71064" y="2405044"/>
            <a:ext cx="360000" cy="360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5833E62-17C4-CF4E-BCDC-F2015011677D}"/>
              </a:ext>
            </a:extLst>
          </p:cNvPr>
          <p:cNvSpPr/>
          <p:nvPr/>
        </p:nvSpPr>
        <p:spPr>
          <a:xfrm>
            <a:off x="1835064" y="3059364"/>
            <a:ext cx="432000" cy="432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1" name="Graphic 20" descr="Backpack with solid fill">
            <a:extLst>
              <a:ext uri="{FF2B5EF4-FFF2-40B4-BE49-F238E27FC236}">
                <a16:creationId xmlns:a16="http://schemas.microsoft.com/office/drawing/2014/main" id="{98124531-4F13-A397-BE1A-BF910F274B6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71064" y="3095364"/>
            <a:ext cx="360000" cy="360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0243C26D-91DB-9E06-EE52-165FEBCE5323}"/>
              </a:ext>
            </a:extLst>
          </p:cNvPr>
          <p:cNvSpPr/>
          <p:nvPr/>
        </p:nvSpPr>
        <p:spPr>
          <a:xfrm>
            <a:off x="1835064" y="3749684"/>
            <a:ext cx="432000" cy="4320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3" name="Graphic 22" descr="Backpack with solid fill">
            <a:extLst>
              <a:ext uri="{FF2B5EF4-FFF2-40B4-BE49-F238E27FC236}">
                <a16:creationId xmlns:a16="http://schemas.microsoft.com/office/drawing/2014/main" id="{0FB45A2E-3639-5778-8365-7E744EDD3221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71064" y="3785684"/>
            <a:ext cx="360000" cy="360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22D8FB0A-E49A-41F6-D93B-3C5C833E6498}"/>
              </a:ext>
            </a:extLst>
          </p:cNvPr>
          <p:cNvSpPr/>
          <p:nvPr/>
        </p:nvSpPr>
        <p:spPr>
          <a:xfrm>
            <a:off x="1835064" y="4440004"/>
            <a:ext cx="432000" cy="432000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5" name="Graphic 24" descr="Backpack with solid fill">
            <a:extLst>
              <a:ext uri="{FF2B5EF4-FFF2-40B4-BE49-F238E27FC236}">
                <a16:creationId xmlns:a16="http://schemas.microsoft.com/office/drawing/2014/main" id="{6432759D-807C-6578-3967-C33B8A9E874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871064" y="4476004"/>
            <a:ext cx="360000" cy="3600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29470C0-F29F-7A36-6AD8-29F257964906}"/>
              </a:ext>
            </a:extLst>
          </p:cNvPr>
          <p:cNvSpPr/>
          <p:nvPr/>
        </p:nvSpPr>
        <p:spPr>
          <a:xfrm>
            <a:off x="2603688" y="2369044"/>
            <a:ext cx="2578608" cy="432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Lock 2 – Word Search + Sudoku</a:t>
            </a:r>
          </a:p>
          <a:p>
            <a:r>
              <a:rPr lang="en-CA" sz="1200" dirty="0">
                <a:solidFill>
                  <a:schemeClr val="tx1"/>
                </a:solidFill>
              </a:rPr>
              <a:t>Code: 734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2DDF8E6-A0D3-8E4B-77AD-1D853E969DC0}"/>
              </a:ext>
            </a:extLst>
          </p:cNvPr>
          <p:cNvSpPr/>
          <p:nvPr/>
        </p:nvSpPr>
        <p:spPr>
          <a:xfrm>
            <a:off x="2603688" y="3059364"/>
            <a:ext cx="2578608" cy="4320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Lock 3 – News Article</a:t>
            </a:r>
          </a:p>
          <a:p>
            <a:r>
              <a:rPr lang="en-CA" sz="1200" dirty="0">
                <a:solidFill>
                  <a:schemeClr val="tx1"/>
                </a:solidFill>
              </a:rPr>
              <a:t>Code: MOON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5C932A-D91E-AE7C-C617-4AD83F2E9D38}"/>
              </a:ext>
            </a:extLst>
          </p:cNvPr>
          <p:cNvSpPr/>
          <p:nvPr/>
        </p:nvSpPr>
        <p:spPr>
          <a:xfrm>
            <a:off x="2603688" y="3749684"/>
            <a:ext cx="2578608" cy="4320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Lock 4 – Periodic Table</a:t>
            </a:r>
          </a:p>
          <a:p>
            <a:r>
              <a:rPr lang="en-CA" sz="1200" dirty="0">
                <a:solidFill>
                  <a:schemeClr val="tx1"/>
                </a:solidFill>
              </a:rPr>
              <a:t>Code: 326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2B7D2F-5DBB-F71A-F2EA-091FF90EDD26}"/>
              </a:ext>
            </a:extLst>
          </p:cNvPr>
          <p:cNvSpPr/>
          <p:nvPr/>
        </p:nvSpPr>
        <p:spPr>
          <a:xfrm>
            <a:off x="2603688" y="4437601"/>
            <a:ext cx="2578608" cy="4320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Lock 5 – ISS equation</a:t>
            </a:r>
          </a:p>
          <a:p>
            <a:r>
              <a:rPr lang="en-CA" sz="1200" dirty="0">
                <a:solidFill>
                  <a:schemeClr val="tx1"/>
                </a:solidFill>
              </a:rPr>
              <a:t>Code: 409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D9ADD17-0470-4CD0-DA89-4071BEEE4AA6}"/>
              </a:ext>
            </a:extLst>
          </p:cNvPr>
          <p:cNvSpPr/>
          <p:nvPr/>
        </p:nvSpPr>
        <p:spPr>
          <a:xfrm>
            <a:off x="7412736" y="1678724"/>
            <a:ext cx="432000" cy="432000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7EC9B8-3FBA-4C09-0CAA-FFD09DC53B9D}"/>
              </a:ext>
            </a:extLst>
          </p:cNvPr>
          <p:cNvSpPr/>
          <p:nvPr/>
        </p:nvSpPr>
        <p:spPr>
          <a:xfrm>
            <a:off x="8167878" y="1678724"/>
            <a:ext cx="2578608" cy="4320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Lock 6 – Hockey Puzzle</a:t>
            </a:r>
          </a:p>
          <a:p>
            <a:r>
              <a:rPr lang="en-CA" sz="1200" dirty="0">
                <a:solidFill>
                  <a:schemeClr val="tx1"/>
                </a:solidFill>
              </a:rPr>
              <a:t>Code: 102</a:t>
            </a:r>
          </a:p>
        </p:txBody>
      </p:sp>
      <p:pic>
        <p:nvPicPr>
          <p:cNvPr id="32" name="Graphic 31" descr="Briefcase with solid fill">
            <a:extLst>
              <a:ext uri="{FF2B5EF4-FFF2-40B4-BE49-F238E27FC236}">
                <a16:creationId xmlns:a16="http://schemas.microsoft.com/office/drawing/2014/main" id="{9AEF5B04-349B-ADFA-2A46-55309C0641E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448736" y="1714724"/>
            <a:ext cx="360000" cy="360000"/>
          </a:xfrm>
          <a:prstGeom prst="rect">
            <a:avLst/>
          </a:prstGeom>
        </p:spPr>
      </p:pic>
      <p:pic>
        <p:nvPicPr>
          <p:cNvPr id="33" name="Graphic 32" descr="Briefcase with solid fill">
            <a:extLst>
              <a:ext uri="{FF2B5EF4-FFF2-40B4-BE49-F238E27FC236}">
                <a16:creationId xmlns:a16="http://schemas.microsoft.com/office/drawing/2014/main" id="{00C0F780-21AE-F0A2-58D0-4445C76D31E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57594" y="2369044"/>
            <a:ext cx="432000" cy="43200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AE423E86-0169-88D5-68CE-D8A1605B7F92}"/>
              </a:ext>
            </a:extLst>
          </p:cNvPr>
          <p:cNvSpPr/>
          <p:nvPr/>
        </p:nvSpPr>
        <p:spPr>
          <a:xfrm>
            <a:off x="7412736" y="2369044"/>
            <a:ext cx="432000" cy="432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450BEA-9EE5-609B-EB1E-E8E0F1498EDE}"/>
              </a:ext>
            </a:extLst>
          </p:cNvPr>
          <p:cNvSpPr/>
          <p:nvPr/>
        </p:nvSpPr>
        <p:spPr>
          <a:xfrm>
            <a:off x="8167878" y="2369044"/>
            <a:ext cx="2578608" cy="432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Lock 7 – Lego Puzzles</a:t>
            </a:r>
          </a:p>
          <a:p>
            <a:r>
              <a:rPr lang="en-CA" sz="1200" dirty="0">
                <a:solidFill>
                  <a:schemeClr val="tx1"/>
                </a:solidFill>
              </a:rPr>
              <a:t>Code: 518</a:t>
            </a:r>
          </a:p>
        </p:txBody>
      </p:sp>
      <p:pic>
        <p:nvPicPr>
          <p:cNvPr id="36" name="Graphic 35" descr="Briefcase with solid fill">
            <a:extLst>
              <a:ext uri="{FF2B5EF4-FFF2-40B4-BE49-F238E27FC236}">
                <a16:creationId xmlns:a16="http://schemas.microsoft.com/office/drawing/2014/main" id="{512643F8-CD14-B18A-9C1C-F5CF2B066D7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48736" y="2405044"/>
            <a:ext cx="360000" cy="360000"/>
          </a:xfrm>
          <a:prstGeom prst="rect">
            <a:avLst/>
          </a:prstGeom>
        </p:spPr>
      </p:pic>
      <p:pic>
        <p:nvPicPr>
          <p:cNvPr id="37" name="Graphic 36" descr="Briefcase with solid fill">
            <a:extLst>
              <a:ext uri="{FF2B5EF4-FFF2-40B4-BE49-F238E27FC236}">
                <a16:creationId xmlns:a16="http://schemas.microsoft.com/office/drawing/2014/main" id="{668F8240-C29D-B683-438B-424479DDB60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657594" y="3059364"/>
            <a:ext cx="432000" cy="43200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5F71E735-41C6-91A3-3055-58C4165E9352}"/>
              </a:ext>
            </a:extLst>
          </p:cNvPr>
          <p:cNvSpPr/>
          <p:nvPr/>
        </p:nvSpPr>
        <p:spPr>
          <a:xfrm>
            <a:off x="7412736" y="3059364"/>
            <a:ext cx="432000" cy="4320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3FFF2F7-6EBD-D07D-30B3-B38D3B892844}"/>
              </a:ext>
            </a:extLst>
          </p:cNvPr>
          <p:cNvSpPr/>
          <p:nvPr/>
        </p:nvSpPr>
        <p:spPr>
          <a:xfrm>
            <a:off x="8167878" y="3059364"/>
            <a:ext cx="2578608" cy="4320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Lock 8 – Einstein Riddle</a:t>
            </a:r>
          </a:p>
          <a:p>
            <a:r>
              <a:rPr lang="en-CA" sz="1200" dirty="0">
                <a:solidFill>
                  <a:schemeClr val="tx1"/>
                </a:solidFill>
              </a:rPr>
              <a:t>Code: DICK</a:t>
            </a:r>
          </a:p>
        </p:txBody>
      </p:sp>
      <p:pic>
        <p:nvPicPr>
          <p:cNvPr id="40" name="Graphic 39" descr="Briefcase with solid fill">
            <a:extLst>
              <a:ext uri="{FF2B5EF4-FFF2-40B4-BE49-F238E27FC236}">
                <a16:creationId xmlns:a16="http://schemas.microsoft.com/office/drawing/2014/main" id="{A99597A8-5D7B-28C6-F580-C9EAB9AE5DC1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48736" y="3095364"/>
            <a:ext cx="360000" cy="360000"/>
          </a:xfrm>
          <a:prstGeom prst="rect">
            <a:avLst/>
          </a:prstGeom>
        </p:spPr>
      </p:pic>
      <p:pic>
        <p:nvPicPr>
          <p:cNvPr id="41" name="Graphic 40" descr="Briefcase with solid fill">
            <a:extLst>
              <a:ext uri="{FF2B5EF4-FFF2-40B4-BE49-F238E27FC236}">
                <a16:creationId xmlns:a16="http://schemas.microsoft.com/office/drawing/2014/main" id="{5F69EF86-489D-4116-B497-3F99929A98D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657594" y="3749684"/>
            <a:ext cx="432000" cy="43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6DCF3E8F-92E1-8CD2-066A-2F30E2B4AFAF}"/>
              </a:ext>
            </a:extLst>
          </p:cNvPr>
          <p:cNvSpPr/>
          <p:nvPr/>
        </p:nvSpPr>
        <p:spPr>
          <a:xfrm>
            <a:off x="7412736" y="3749684"/>
            <a:ext cx="432000" cy="4320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7589E0C-724D-813A-E220-BD25A780FC54}"/>
              </a:ext>
            </a:extLst>
          </p:cNvPr>
          <p:cNvSpPr/>
          <p:nvPr/>
        </p:nvSpPr>
        <p:spPr>
          <a:xfrm>
            <a:off x="8167878" y="3749684"/>
            <a:ext cx="2578608" cy="4320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Lock 9 – Errands Map</a:t>
            </a:r>
          </a:p>
          <a:p>
            <a:r>
              <a:rPr lang="en-CA" sz="1200" dirty="0">
                <a:solidFill>
                  <a:schemeClr val="tx1"/>
                </a:solidFill>
              </a:rPr>
              <a:t>Code: 263</a:t>
            </a:r>
          </a:p>
        </p:txBody>
      </p:sp>
      <p:pic>
        <p:nvPicPr>
          <p:cNvPr id="44" name="Graphic 43" descr="Briefcase with solid fill">
            <a:extLst>
              <a:ext uri="{FF2B5EF4-FFF2-40B4-BE49-F238E27FC236}">
                <a16:creationId xmlns:a16="http://schemas.microsoft.com/office/drawing/2014/main" id="{20FF5CA4-1973-1DF5-D7E4-524DD409F90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448736" y="3785684"/>
            <a:ext cx="360000" cy="360000"/>
          </a:xfrm>
          <a:prstGeom prst="rect">
            <a:avLst/>
          </a:prstGeom>
        </p:spPr>
      </p:pic>
      <p:pic>
        <p:nvPicPr>
          <p:cNvPr id="46" name="Graphic 45" descr="Diamond with solid fill">
            <a:extLst>
              <a:ext uri="{FF2B5EF4-FFF2-40B4-BE49-F238E27FC236}">
                <a16:creationId xmlns:a16="http://schemas.microsoft.com/office/drawing/2014/main" id="{E676CCD1-4B41-FD7A-07C2-2F7A6D827E2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657594" y="4460764"/>
            <a:ext cx="432000" cy="432000"/>
          </a:xfrm>
          <a:prstGeom prst="rect">
            <a:avLst/>
          </a:prstGeom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5696EDBF-BE3E-7F4C-FE31-D8CC82D8D8FD}"/>
              </a:ext>
            </a:extLst>
          </p:cNvPr>
          <p:cNvSpPr/>
          <p:nvPr/>
        </p:nvSpPr>
        <p:spPr>
          <a:xfrm>
            <a:off x="7412736" y="4450435"/>
            <a:ext cx="432000" cy="4320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ECDC242-D181-69CF-BE79-7D030F96C22F}"/>
              </a:ext>
            </a:extLst>
          </p:cNvPr>
          <p:cNvSpPr/>
          <p:nvPr/>
        </p:nvSpPr>
        <p:spPr>
          <a:xfrm>
            <a:off x="8167878" y="4440004"/>
            <a:ext cx="2578608" cy="432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200" dirty="0">
                <a:solidFill>
                  <a:schemeClr val="tx1"/>
                </a:solidFill>
              </a:rPr>
              <a:t>Lock 10 – Lego Numbers</a:t>
            </a:r>
          </a:p>
          <a:p>
            <a:r>
              <a:rPr lang="en-CA" sz="1200" dirty="0">
                <a:solidFill>
                  <a:schemeClr val="tx1"/>
                </a:solidFill>
              </a:rPr>
              <a:t>Code: 4130</a:t>
            </a:r>
          </a:p>
        </p:txBody>
      </p:sp>
      <p:pic>
        <p:nvPicPr>
          <p:cNvPr id="49" name="Graphic 48" descr="Diamond with solid fill">
            <a:extLst>
              <a:ext uri="{FF2B5EF4-FFF2-40B4-BE49-F238E27FC236}">
                <a16:creationId xmlns:a16="http://schemas.microsoft.com/office/drawing/2014/main" id="{F5F41201-AFE3-782D-3BE3-FE7AB20F8D55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448736" y="4499575"/>
            <a:ext cx="360000" cy="360000"/>
          </a:xfrm>
          <a:prstGeom prst="rect">
            <a:avLst/>
          </a:prstGeom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1EA27340-0420-643D-76EB-851CB8DD455F}"/>
              </a:ext>
            </a:extLst>
          </p:cNvPr>
          <p:cNvSpPr/>
          <p:nvPr/>
        </p:nvSpPr>
        <p:spPr>
          <a:xfrm>
            <a:off x="1072200" y="1673919"/>
            <a:ext cx="432000" cy="4320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913F464-0CE2-8C86-9B25-C1F18A8C189A}"/>
              </a:ext>
            </a:extLst>
          </p:cNvPr>
          <p:cNvSpPr/>
          <p:nvPr/>
        </p:nvSpPr>
        <p:spPr>
          <a:xfrm>
            <a:off x="1072200" y="2364239"/>
            <a:ext cx="432000" cy="432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0644B5A-880C-31B5-BFF1-AFEADAE146B1}"/>
              </a:ext>
            </a:extLst>
          </p:cNvPr>
          <p:cNvSpPr/>
          <p:nvPr/>
        </p:nvSpPr>
        <p:spPr>
          <a:xfrm>
            <a:off x="1072200" y="3056962"/>
            <a:ext cx="432000" cy="4320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EBB4079-2AD6-FD30-52C7-E6DDA1CEEB00}"/>
              </a:ext>
            </a:extLst>
          </p:cNvPr>
          <p:cNvSpPr/>
          <p:nvPr/>
        </p:nvSpPr>
        <p:spPr>
          <a:xfrm>
            <a:off x="1072200" y="3744879"/>
            <a:ext cx="432000" cy="4320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B28A32C-55E5-ABDC-B0F5-13A949C9CDD0}"/>
              </a:ext>
            </a:extLst>
          </p:cNvPr>
          <p:cNvSpPr/>
          <p:nvPr/>
        </p:nvSpPr>
        <p:spPr>
          <a:xfrm>
            <a:off x="1065408" y="4437601"/>
            <a:ext cx="432000" cy="432000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926C98A-9303-4CD5-200E-F1935C69D470}"/>
              </a:ext>
            </a:extLst>
          </p:cNvPr>
          <p:cNvSpPr/>
          <p:nvPr/>
        </p:nvSpPr>
        <p:spPr>
          <a:xfrm>
            <a:off x="6660990" y="1686753"/>
            <a:ext cx="432000" cy="432000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7E540A4F-B98C-CBD2-C5FD-11EDCDE290EA}"/>
              </a:ext>
            </a:extLst>
          </p:cNvPr>
          <p:cNvSpPr/>
          <p:nvPr/>
        </p:nvSpPr>
        <p:spPr>
          <a:xfrm>
            <a:off x="6660990" y="2377073"/>
            <a:ext cx="432000" cy="43200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E1A9487-7053-F558-D5C4-33E52EDA53D2}"/>
              </a:ext>
            </a:extLst>
          </p:cNvPr>
          <p:cNvSpPr/>
          <p:nvPr/>
        </p:nvSpPr>
        <p:spPr>
          <a:xfrm>
            <a:off x="6660990" y="3069796"/>
            <a:ext cx="432000" cy="432000"/>
          </a:xfrm>
          <a:prstGeom prst="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550E2DF-04B6-8B5B-83E2-8EE1D28DB039}"/>
              </a:ext>
            </a:extLst>
          </p:cNvPr>
          <p:cNvSpPr/>
          <p:nvPr/>
        </p:nvSpPr>
        <p:spPr>
          <a:xfrm>
            <a:off x="6660990" y="3757713"/>
            <a:ext cx="432000" cy="432000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898A08E-3620-AA80-1579-A112FA8E0074}"/>
              </a:ext>
            </a:extLst>
          </p:cNvPr>
          <p:cNvSpPr/>
          <p:nvPr/>
        </p:nvSpPr>
        <p:spPr>
          <a:xfrm>
            <a:off x="6654198" y="4450435"/>
            <a:ext cx="432000" cy="432000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560911-3994-711E-BE8B-EAB284110568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86492" y="5562580"/>
            <a:ext cx="445047" cy="45114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49B15A3-60F0-C00D-BC0B-B4EDB7DDB09F}"/>
              </a:ext>
            </a:extLst>
          </p:cNvPr>
          <p:cNvSpPr/>
          <p:nvPr/>
        </p:nvSpPr>
        <p:spPr>
          <a:xfrm>
            <a:off x="6510876" y="5591250"/>
            <a:ext cx="1803720" cy="54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dirty="0">
                <a:solidFill>
                  <a:schemeClr val="tx1"/>
                </a:solidFill>
                <a:latin typeface="Architects Daughter" pitchFamily="2" charset="0"/>
              </a:rPr>
              <a:t>R</a:t>
            </a:r>
            <a:r>
              <a:rPr lang="en-CA" sz="1600" baseline="-25000" dirty="0">
                <a:solidFill>
                  <a:schemeClr val="tx1"/>
                </a:solidFill>
                <a:latin typeface="Architects Daughter" pitchFamily="2" charset="0"/>
              </a:rPr>
              <a:t>e</a:t>
            </a:r>
            <a:r>
              <a:rPr lang="en-CA" sz="1600" dirty="0">
                <a:solidFill>
                  <a:schemeClr val="tx1"/>
                </a:solidFill>
                <a:latin typeface="Architects Daughter" pitchFamily="2" charset="0"/>
              </a:rPr>
              <a:t> = 6,371 km</a:t>
            </a:r>
            <a:endParaRPr lang="en-CA" sz="1600" baseline="30000" dirty="0">
              <a:solidFill>
                <a:schemeClr val="tx1"/>
              </a:solidFill>
              <a:latin typeface="Architects Daughter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449CCA-C39D-0FD2-AC78-E5CDF20D76A3}"/>
              </a:ext>
            </a:extLst>
          </p:cNvPr>
          <p:cNvSpPr/>
          <p:nvPr/>
        </p:nvSpPr>
        <p:spPr>
          <a:xfrm>
            <a:off x="5559552" y="920176"/>
            <a:ext cx="360000" cy="360000"/>
          </a:xfrm>
          <a:prstGeom prst="ellipse">
            <a:avLst/>
          </a:prstGeom>
          <a:solidFill>
            <a:srgbClr val="C91A09"/>
          </a:solidFill>
          <a:ln>
            <a:solidFill>
              <a:srgbClr val="C91A0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2C3C5E6-05C0-5DC8-AAD7-C1AD31E325F3}"/>
              </a:ext>
            </a:extLst>
          </p:cNvPr>
          <p:cNvSpPr/>
          <p:nvPr/>
        </p:nvSpPr>
        <p:spPr>
          <a:xfrm>
            <a:off x="6906198" y="683260"/>
            <a:ext cx="360000" cy="360000"/>
          </a:xfrm>
          <a:prstGeom prst="ellipse">
            <a:avLst/>
          </a:prstGeom>
          <a:solidFill>
            <a:srgbClr val="582A12"/>
          </a:solidFill>
          <a:ln>
            <a:solidFill>
              <a:srgbClr val="582A1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67BEE0-9FDA-EAAB-D10D-BA8FF30AEEDF}"/>
              </a:ext>
            </a:extLst>
          </p:cNvPr>
          <p:cNvSpPr/>
          <p:nvPr/>
        </p:nvSpPr>
        <p:spPr>
          <a:xfrm>
            <a:off x="8179002" y="745893"/>
            <a:ext cx="360000" cy="360000"/>
          </a:xfrm>
          <a:prstGeom prst="ellipse">
            <a:avLst/>
          </a:prstGeom>
          <a:solidFill>
            <a:srgbClr val="0055BF"/>
          </a:solidFill>
          <a:ln>
            <a:solidFill>
              <a:srgbClr val="0055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26BAFC-C0C8-BE15-9835-9869A3BFAD68}"/>
              </a:ext>
            </a:extLst>
          </p:cNvPr>
          <p:cNvSpPr/>
          <p:nvPr/>
        </p:nvSpPr>
        <p:spPr>
          <a:xfrm>
            <a:off x="10071946" y="723841"/>
            <a:ext cx="360000" cy="360000"/>
          </a:xfrm>
          <a:prstGeom prst="ellipse">
            <a:avLst/>
          </a:prstGeom>
          <a:solidFill>
            <a:srgbClr val="FE8A18"/>
          </a:solidFill>
          <a:ln>
            <a:solidFill>
              <a:srgbClr val="FE8A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73929FF-5E73-5739-50F8-DE28A837F731}"/>
              </a:ext>
            </a:extLst>
          </p:cNvPr>
          <p:cNvSpPr/>
          <p:nvPr/>
        </p:nvSpPr>
        <p:spPr>
          <a:xfrm>
            <a:off x="5388404" y="853760"/>
            <a:ext cx="655734" cy="426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bg1"/>
                </a:solidFill>
                <a:latin typeface="Caveat" pitchFamily="2" charset="0"/>
              </a:rPr>
              <a:t>III</a:t>
            </a:r>
            <a:endParaRPr lang="en-CA" sz="1600" b="1" baseline="30000" dirty="0">
              <a:solidFill>
                <a:schemeClr val="bg1"/>
              </a:solidFill>
              <a:latin typeface="Caveat" pitchFamily="2" charset="0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FF8C1AC8-52B2-2079-BCF0-4BFA2DFC3BD3}"/>
              </a:ext>
            </a:extLst>
          </p:cNvPr>
          <p:cNvSpPr/>
          <p:nvPr/>
        </p:nvSpPr>
        <p:spPr>
          <a:xfrm>
            <a:off x="6735846" y="642505"/>
            <a:ext cx="655734" cy="426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bg1"/>
                </a:solidFill>
                <a:latin typeface="Caveat" pitchFamily="2" charset="0"/>
              </a:rPr>
              <a:t>II</a:t>
            </a:r>
            <a:endParaRPr lang="en-CA" sz="1600" b="1" baseline="30000" dirty="0">
              <a:solidFill>
                <a:schemeClr val="bg1"/>
              </a:solidFill>
              <a:latin typeface="Caveat" pitchFamily="2" charset="0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56BBEAA-E70B-70DB-ECAE-E774E82CAA47}"/>
              </a:ext>
            </a:extLst>
          </p:cNvPr>
          <p:cNvSpPr/>
          <p:nvPr/>
        </p:nvSpPr>
        <p:spPr>
          <a:xfrm>
            <a:off x="8012847" y="712685"/>
            <a:ext cx="655734" cy="426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bg1"/>
                </a:solidFill>
                <a:latin typeface="Caveat" pitchFamily="2" charset="0"/>
              </a:rPr>
              <a:t>IV</a:t>
            </a:r>
            <a:endParaRPr lang="en-CA" sz="1600" b="1" baseline="30000" dirty="0">
              <a:solidFill>
                <a:schemeClr val="bg1"/>
              </a:solidFill>
              <a:latin typeface="Caveat" pitchFamily="2" charset="0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E84AFFA-8A98-A685-3ACC-1CBF005152BF}"/>
              </a:ext>
            </a:extLst>
          </p:cNvPr>
          <p:cNvSpPr/>
          <p:nvPr/>
        </p:nvSpPr>
        <p:spPr>
          <a:xfrm>
            <a:off x="9895588" y="683260"/>
            <a:ext cx="655734" cy="4264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600" b="1" dirty="0">
                <a:solidFill>
                  <a:schemeClr val="bg1"/>
                </a:solidFill>
                <a:latin typeface="Caveat" pitchFamily="2" charset="0"/>
              </a:rPr>
              <a:t>I</a:t>
            </a:r>
            <a:endParaRPr lang="en-CA" sz="1600" b="1" baseline="30000" dirty="0">
              <a:solidFill>
                <a:schemeClr val="bg1"/>
              </a:solidFill>
              <a:latin typeface="Caveat" pitchFamily="2" charset="0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AFD8A8FA-CE84-2933-1F99-B03672B8FC86}"/>
              </a:ext>
            </a:extLst>
          </p:cNvPr>
          <p:cNvSpPr/>
          <p:nvPr/>
        </p:nvSpPr>
        <p:spPr>
          <a:xfrm>
            <a:off x="1905288" y="5179276"/>
            <a:ext cx="2074992" cy="540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400" dirty="0">
                <a:solidFill>
                  <a:schemeClr val="tx1"/>
                </a:solidFill>
                <a:latin typeface="Architects Daughter" pitchFamily="2" charset="0"/>
              </a:rPr>
              <a:t>GM = 401,926.91 km</a:t>
            </a:r>
            <a:r>
              <a:rPr lang="en-CA" sz="1400" baseline="30000" dirty="0">
                <a:solidFill>
                  <a:schemeClr val="tx1"/>
                </a:solidFill>
                <a:latin typeface="Architects Daughter" pitchFamily="2" charset="0"/>
              </a:rPr>
              <a:t>3</a:t>
            </a:r>
            <a:r>
              <a:rPr lang="en-CA" sz="1400" dirty="0">
                <a:solidFill>
                  <a:schemeClr val="tx1"/>
                </a:solidFill>
                <a:latin typeface="Architects Daughter" pitchFamily="2" charset="0"/>
              </a:rPr>
              <a:t>/s</a:t>
            </a:r>
            <a:r>
              <a:rPr lang="en-CA" sz="1400" baseline="30000" dirty="0">
                <a:solidFill>
                  <a:schemeClr val="tx1"/>
                </a:solidFill>
                <a:latin typeface="Architects Daughter" pitchFamily="2" charset="0"/>
              </a:rPr>
              <a:t>2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2F7FC2C6-6270-671F-2249-5946C90F4D6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2523715" y="6131250"/>
            <a:ext cx="652329" cy="463336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A79DDCD9-D074-696B-1453-13A20E398BD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3980234" y="6090061"/>
            <a:ext cx="652329" cy="457240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EA43F5B6-A49E-ACFB-87B6-95A1CA6A53C7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901127" y="6086015"/>
            <a:ext cx="658425" cy="45724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06D662E-A396-593C-871E-500C5085436E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66787" y="3197332"/>
            <a:ext cx="658425" cy="4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8941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442CEF8-E34F-DAF1-E589-49235C385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64" y="334979"/>
            <a:ext cx="11444633" cy="61382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38B218-2408-8F28-2006-5F94419CB6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64" y="5737263"/>
            <a:ext cx="641350" cy="735965"/>
          </a:xfrm>
          <a:prstGeom prst="rect">
            <a:avLst/>
          </a:prstGeo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2ED3F2-6704-498A-C202-F1636F9DD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691" y="1166762"/>
            <a:ext cx="360000" cy="36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1DB62A-B653-BEFA-6FBC-135746FAAE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903" y="1902794"/>
            <a:ext cx="360000" cy="36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F0D7406-FBE2-84D0-6158-432302F436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978" y="1946495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AF2F752-6550-BC5D-72B9-737CD6D459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0903" y="3820816"/>
            <a:ext cx="362976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0C7415F-0BDF-6876-D2BA-CCA0A4F05E8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9002" y="3069000"/>
            <a:ext cx="362976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4EA83EF-78E6-9F74-EF7A-A3862FC88B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7774" y="4581703"/>
            <a:ext cx="360000" cy="36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B29F85-9846-1095-69A9-1E036BEE28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7519" y="4073207"/>
            <a:ext cx="360000" cy="36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AAE26AC-A620-EF89-4D0E-9F10C0E5BB6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9072" y="3336559"/>
            <a:ext cx="360000" cy="36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8776028-9698-DA90-0233-E9F885B1FB8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2520" y="4707026"/>
            <a:ext cx="360000" cy="36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B7A717F2-ED4F-5E7E-86A1-740595779A9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1692" y="2118664"/>
            <a:ext cx="360000" cy="36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7B16AD7-EFBE-40D4-0884-A63303EAE03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1834" y="3494155"/>
            <a:ext cx="360000" cy="36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B6F7BADB-65D5-F747-F2C3-E2D7048E998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7519" y="5212687"/>
            <a:ext cx="360000" cy="36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DD5D9AF-153E-C998-598C-9CFE336AE1E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6015" y="5434396"/>
            <a:ext cx="360000" cy="36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AD494AD-3912-EB1F-31ED-E2C6F101BE5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0795" y="1808058"/>
            <a:ext cx="360000" cy="36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593E5B1-DB0F-2803-6E78-06ACA02DBDD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43653" y="4433207"/>
            <a:ext cx="360000" cy="36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032025E-780D-92FD-20EB-E7EFB43E804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7386" y="1588559"/>
            <a:ext cx="357049" cy="36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1FEC073-8F1E-F059-0FA1-6F80E294D3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43919" y="2976559"/>
            <a:ext cx="357049" cy="36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97D93D2-71C2-E3EB-6292-7325F93AA1D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9962" y="5067026"/>
            <a:ext cx="360000" cy="360000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4223098-8813-7AA9-306B-05ACE1929C9B}"/>
              </a:ext>
            </a:extLst>
          </p:cNvPr>
          <p:cNvSpPr/>
          <p:nvPr/>
        </p:nvSpPr>
        <p:spPr>
          <a:xfrm>
            <a:off x="1386930" y="2168058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Rich’s house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A36DDC4-F21D-56B3-CF87-0A66A82C3406}"/>
              </a:ext>
            </a:extLst>
          </p:cNvPr>
          <p:cNvSpPr/>
          <p:nvPr/>
        </p:nvSpPr>
        <p:spPr>
          <a:xfrm>
            <a:off x="1299788" y="4761703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Dick’s house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56A40FA4-F07A-A9DA-58C7-3A33B3FB3183}"/>
              </a:ext>
            </a:extLst>
          </p:cNvPr>
          <p:cNvSpPr/>
          <p:nvPr/>
        </p:nvSpPr>
        <p:spPr>
          <a:xfrm>
            <a:off x="5977969" y="3854521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June’s house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E202583E-91A0-0DC7-57EB-3BC0A8CD9798}"/>
              </a:ext>
            </a:extLst>
          </p:cNvPr>
          <p:cNvSpPr/>
          <p:nvPr/>
        </p:nvSpPr>
        <p:spPr>
          <a:xfrm>
            <a:off x="8633654" y="5578489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Mady’s house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FEB8FA6-7BB7-5C01-EB62-A567B27D6F9A}"/>
              </a:ext>
            </a:extLst>
          </p:cNvPr>
          <p:cNvSpPr/>
          <p:nvPr/>
        </p:nvSpPr>
        <p:spPr>
          <a:xfrm>
            <a:off x="4592150" y="5793918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Bart’s house</a:t>
            </a:r>
          </a:p>
        </p:txBody>
      </p:sp>
    </p:spTree>
    <p:extLst>
      <p:ext uri="{BB962C8B-B14F-4D97-AF65-F5344CB8AC3E}">
        <p14:creationId xmlns:p14="http://schemas.microsoft.com/office/powerpoint/2010/main" val="928991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E8A47-C54A-E928-4B11-0A1F79CB6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F6C352-D1F9-2324-4DCF-C27AF813A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64" y="334979"/>
            <a:ext cx="11444633" cy="61382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B97CDB-588B-802A-63CB-E086370945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64" y="5737263"/>
            <a:ext cx="641350" cy="735965"/>
          </a:xfrm>
          <a:prstGeom prst="rect">
            <a:avLst/>
          </a:prstGeo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19E0B32-6B7B-B1CD-D071-47753AFDB4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691" y="1166762"/>
            <a:ext cx="360000" cy="36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913DC66-9B94-4FD2-5822-3C980B7D2D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903" y="1902794"/>
            <a:ext cx="360000" cy="36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59622D-6F72-C42C-DFC1-AD1A234B08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978" y="1946495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9B27DEE-6D4D-6FB5-C1F6-0358597C04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0903" y="3820816"/>
            <a:ext cx="362976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0B3330D-DFD8-3560-2B2F-9E1C9C2679B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9002" y="3069000"/>
            <a:ext cx="362976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DA33F71-FB54-2DD6-A901-FC3E169CF93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7774" y="4581703"/>
            <a:ext cx="360000" cy="36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EEF1BD1-65E0-46DD-9454-E82961F0C8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7519" y="4073207"/>
            <a:ext cx="360000" cy="36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1F65E7F-5300-26D1-5CAD-C8A48258677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9072" y="3336559"/>
            <a:ext cx="360000" cy="36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D5BAB36-8BD7-F428-5DF1-99193E3EB8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2520" y="4707026"/>
            <a:ext cx="360000" cy="36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DB5801B6-752E-4B7B-87A1-9AEA1048507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1692" y="2118664"/>
            <a:ext cx="360000" cy="36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3172C36-4039-24EC-11B9-1E2919E4B3A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1834" y="3494155"/>
            <a:ext cx="360000" cy="36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263846D-734B-9854-0015-83C26CBA643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7519" y="5212687"/>
            <a:ext cx="360000" cy="36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6037AA95-5FBA-49F7-B559-2CBA99CE814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6015" y="5434396"/>
            <a:ext cx="360000" cy="36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3AC57657-6A82-ED75-6BA1-7FE8A9B2243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0795" y="1808058"/>
            <a:ext cx="360000" cy="36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DD126F1-5F0A-44D2-F0CE-478FC2102DE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43653" y="4433207"/>
            <a:ext cx="360000" cy="36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91A1865-4E84-9E59-0B5E-815D3436F59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7386" y="1588559"/>
            <a:ext cx="357049" cy="36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1EF7718-C933-0971-1EC6-B9E421156C4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43919" y="2976559"/>
            <a:ext cx="357049" cy="36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D9E7B8FD-41E5-6343-CACE-289E7956446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9962" y="5067026"/>
            <a:ext cx="360000" cy="360000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C012A1E-DBFE-C4A7-91DC-BB3CC77F5309}"/>
              </a:ext>
            </a:extLst>
          </p:cNvPr>
          <p:cNvSpPr/>
          <p:nvPr/>
        </p:nvSpPr>
        <p:spPr>
          <a:xfrm>
            <a:off x="1386930" y="2168058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11" dirty="0"/>
              <a:t>Rich’s house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2150182-6417-B70D-0347-96408223993C}"/>
              </a:ext>
            </a:extLst>
          </p:cNvPr>
          <p:cNvSpPr/>
          <p:nvPr/>
        </p:nvSpPr>
        <p:spPr>
          <a:xfrm>
            <a:off x="1299788" y="4761703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11" dirty="0"/>
              <a:t>Dick’s house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B75C8DB3-A84E-6896-E736-6044245EEEF2}"/>
              </a:ext>
            </a:extLst>
          </p:cNvPr>
          <p:cNvSpPr/>
          <p:nvPr/>
        </p:nvSpPr>
        <p:spPr>
          <a:xfrm>
            <a:off x="5977969" y="3854521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11" dirty="0"/>
              <a:t>June’s house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1CEC6E9-ADBE-B61A-5344-98EF17A374C3}"/>
              </a:ext>
            </a:extLst>
          </p:cNvPr>
          <p:cNvSpPr/>
          <p:nvPr/>
        </p:nvSpPr>
        <p:spPr>
          <a:xfrm>
            <a:off x="8633654" y="5578489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11" dirty="0"/>
              <a:t>Mady’s house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AA153DD-2A87-E50D-7AB5-D2E9981D7E5B}"/>
              </a:ext>
            </a:extLst>
          </p:cNvPr>
          <p:cNvSpPr/>
          <p:nvPr/>
        </p:nvSpPr>
        <p:spPr>
          <a:xfrm>
            <a:off x="4592150" y="5793918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11" dirty="0"/>
              <a:t>Bart’s house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E110FF-1C48-11B0-F763-0B90660FB7CE}"/>
              </a:ext>
            </a:extLst>
          </p:cNvPr>
          <p:cNvSpPr/>
          <p:nvPr/>
        </p:nvSpPr>
        <p:spPr>
          <a:xfrm>
            <a:off x="222240" y="170310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0D14D99-867F-0458-757E-E109E60D40D8}"/>
              </a:ext>
            </a:extLst>
          </p:cNvPr>
          <p:cNvSpPr/>
          <p:nvPr/>
        </p:nvSpPr>
        <p:spPr>
          <a:xfrm>
            <a:off x="4090686" y="178290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BF19D3-FA9E-D7C2-504C-B240FA39EB6F}"/>
              </a:ext>
            </a:extLst>
          </p:cNvPr>
          <p:cNvSpPr/>
          <p:nvPr/>
        </p:nvSpPr>
        <p:spPr>
          <a:xfrm>
            <a:off x="7953486" y="178259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</p:spTree>
    <p:extLst>
      <p:ext uri="{BB962C8B-B14F-4D97-AF65-F5344CB8AC3E}">
        <p14:creationId xmlns:p14="http://schemas.microsoft.com/office/powerpoint/2010/main" val="28438761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66F9D-EEB9-25D3-C305-F42F5EBDB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CA3FB1-D323-E58A-A4B3-3DCAE765DB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64" y="334979"/>
            <a:ext cx="11444633" cy="61382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8054D8-4128-C8A3-BA16-F2567A8D11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64" y="5737263"/>
            <a:ext cx="641350" cy="735965"/>
          </a:xfrm>
          <a:prstGeom prst="rect">
            <a:avLst/>
          </a:prstGeo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56A4F8E-6172-7D06-AC18-A3F698AD6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691" y="1166762"/>
            <a:ext cx="360000" cy="36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02ACE3A-EAEB-8396-6F15-5CDB5EFCD3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903" y="1902794"/>
            <a:ext cx="360000" cy="36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1A83DE-0354-12B4-F9A4-D08195F7A4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978" y="1946495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D824AFF-64A2-9921-67AB-BBD8926415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0903" y="3820816"/>
            <a:ext cx="362976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C464610-D5B4-BCAF-3F98-2062F415D7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9002" y="3069000"/>
            <a:ext cx="362976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25AE7F9-075B-1741-B864-78B06B78C5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7774" y="4581703"/>
            <a:ext cx="360000" cy="36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274857A-AB0A-ECE9-DE1A-5C9B6E5F37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7519" y="4073207"/>
            <a:ext cx="360000" cy="36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401474B-7EB5-73C6-F1DE-15E54B4BD44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9072" y="3336559"/>
            <a:ext cx="360000" cy="36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48106FD-C733-1FF3-C3C1-926AFBA296E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2520" y="4707026"/>
            <a:ext cx="360000" cy="36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AEB08BBA-1FF0-13A1-EB1F-26B1DCF79D1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1692" y="2118664"/>
            <a:ext cx="360000" cy="36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35624F8-49B1-D9A0-11D9-204C9CCE3AE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1834" y="3494155"/>
            <a:ext cx="360000" cy="36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FB8CDA-C4AA-96DA-95F4-224DD54B8A0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7519" y="5212687"/>
            <a:ext cx="360000" cy="36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CDC6E14C-C959-4CE3-2BD1-BEFE5A2A263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6015" y="5434396"/>
            <a:ext cx="360000" cy="36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549B984-ED7C-F714-9733-90572EFE93C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0795" y="1808058"/>
            <a:ext cx="360000" cy="36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C0C6E16A-C67E-1212-91F1-70FA1877432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43653" y="4433207"/>
            <a:ext cx="360000" cy="36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88C4EC53-47B9-57BB-F0A7-C07C73CA924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7386" y="1588559"/>
            <a:ext cx="357049" cy="36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E927B4E1-11EA-B324-0CC0-58CB1206490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43919" y="2976559"/>
            <a:ext cx="357049" cy="36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7B74FCA-67F4-A74D-F881-8FD1F7B03B3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9962" y="5067026"/>
            <a:ext cx="360000" cy="360000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C1349555-D4EE-8738-A5A8-FC597D888D90}"/>
              </a:ext>
            </a:extLst>
          </p:cNvPr>
          <p:cNvSpPr/>
          <p:nvPr/>
        </p:nvSpPr>
        <p:spPr>
          <a:xfrm>
            <a:off x="1386930" y="2168058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11" dirty="0"/>
              <a:t>Rich’s house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A302C8C-FE5E-5769-17CD-95028174AFE6}"/>
              </a:ext>
            </a:extLst>
          </p:cNvPr>
          <p:cNvSpPr/>
          <p:nvPr/>
        </p:nvSpPr>
        <p:spPr>
          <a:xfrm>
            <a:off x="1299788" y="4761703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11" dirty="0"/>
              <a:t>Dick’s house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2B4D515-7694-C44D-E107-629870A507AE}"/>
              </a:ext>
            </a:extLst>
          </p:cNvPr>
          <p:cNvSpPr/>
          <p:nvPr/>
        </p:nvSpPr>
        <p:spPr>
          <a:xfrm>
            <a:off x="5977969" y="3854521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11" dirty="0"/>
              <a:t>June’s house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D7FAC55-8A35-2CE1-DF22-2DB83BC987BE}"/>
              </a:ext>
            </a:extLst>
          </p:cNvPr>
          <p:cNvSpPr/>
          <p:nvPr/>
        </p:nvSpPr>
        <p:spPr>
          <a:xfrm>
            <a:off x="8633654" y="5578489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11" dirty="0"/>
              <a:t>Mady’s house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E593978E-4F8B-5B66-9CFD-438F9D17FD16}"/>
              </a:ext>
            </a:extLst>
          </p:cNvPr>
          <p:cNvSpPr/>
          <p:nvPr/>
        </p:nvSpPr>
        <p:spPr>
          <a:xfrm>
            <a:off x="4592150" y="5793918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2211" dirty="0"/>
              <a:t>Bart’s house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997941-B435-62B1-131E-A3BFB38365A0}"/>
              </a:ext>
            </a:extLst>
          </p:cNvPr>
          <p:cNvSpPr/>
          <p:nvPr/>
        </p:nvSpPr>
        <p:spPr>
          <a:xfrm rot="5400000">
            <a:off x="-358537" y="1052131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E38523A-29AB-1CE6-FC0C-988B22158416}"/>
              </a:ext>
            </a:extLst>
          </p:cNvPr>
          <p:cNvSpPr/>
          <p:nvPr/>
        </p:nvSpPr>
        <p:spPr>
          <a:xfrm>
            <a:off x="4190183" y="342958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856025-63A8-FB9D-BF48-13EB4062199D}"/>
              </a:ext>
            </a:extLst>
          </p:cNvPr>
          <p:cNvSpPr/>
          <p:nvPr/>
        </p:nvSpPr>
        <p:spPr>
          <a:xfrm>
            <a:off x="8052983" y="342958"/>
            <a:ext cx="3862800" cy="24912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2211"/>
          </a:p>
        </p:txBody>
      </p:sp>
    </p:spTree>
    <p:extLst>
      <p:ext uri="{BB962C8B-B14F-4D97-AF65-F5344CB8AC3E}">
        <p14:creationId xmlns:p14="http://schemas.microsoft.com/office/powerpoint/2010/main" val="3547482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804DD-3256-0D9E-E6F6-8834B7DD1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Solutions</a:t>
            </a:r>
          </a:p>
        </p:txBody>
      </p:sp>
      <p:pic>
        <p:nvPicPr>
          <p:cNvPr id="5" name="Picture 4" descr="A green cartoon dinosaur with black outline&#10;&#10;AI-generated content may be incorrect.">
            <a:extLst>
              <a:ext uri="{FF2B5EF4-FFF2-40B4-BE49-F238E27FC236}">
                <a16:creationId xmlns:a16="http://schemas.microsoft.com/office/drawing/2014/main" id="{C5E77861-19EB-A3AE-5485-6C789AB2C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00" y="1892524"/>
            <a:ext cx="1800000" cy="1800000"/>
          </a:xfrm>
          <a:prstGeom prst="rect">
            <a:avLst/>
          </a:prstGeom>
        </p:spPr>
      </p:pic>
      <p:pic>
        <p:nvPicPr>
          <p:cNvPr id="7" name="Picture 6" descr="A cartoon mammoth with tusks&#10;&#10;AI-generated content may be incorrect.">
            <a:extLst>
              <a:ext uri="{FF2B5EF4-FFF2-40B4-BE49-F238E27FC236}">
                <a16:creationId xmlns:a16="http://schemas.microsoft.com/office/drawing/2014/main" id="{D7654422-B7D3-A21C-75CF-028518AA3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100" y="1892524"/>
            <a:ext cx="1800000" cy="1800000"/>
          </a:xfrm>
          <a:prstGeom prst="rect">
            <a:avLst/>
          </a:prstGeom>
        </p:spPr>
      </p:pic>
      <p:pic>
        <p:nvPicPr>
          <p:cNvPr id="9" name="Picture 8" descr="A cartoon dog on a white surface&#10;&#10;AI-generated content may be incorrect.">
            <a:extLst>
              <a:ext uri="{FF2B5EF4-FFF2-40B4-BE49-F238E27FC236}">
                <a16:creationId xmlns:a16="http://schemas.microsoft.com/office/drawing/2014/main" id="{B1A47CCA-2B5E-8912-886C-2840C1408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100" y="1892524"/>
            <a:ext cx="1800000" cy="1800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7405968-A6D1-32D6-090A-2B6692BC0000}"/>
              </a:ext>
            </a:extLst>
          </p:cNvPr>
          <p:cNvSpPr txBox="1"/>
          <p:nvPr/>
        </p:nvSpPr>
        <p:spPr>
          <a:xfrm>
            <a:off x="2348226" y="1892524"/>
            <a:ext cx="7617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b="1" dirty="0">
                <a:solidFill>
                  <a:srgbClr val="FF0000"/>
                </a:solidFill>
              </a:rPr>
              <a:t>749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CBCFE9-5D34-B670-FCA7-ABE3119560E9}"/>
              </a:ext>
            </a:extLst>
          </p:cNvPr>
          <p:cNvSpPr txBox="1"/>
          <p:nvPr/>
        </p:nvSpPr>
        <p:spPr>
          <a:xfrm>
            <a:off x="1622661" y="2544427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FFFF00"/>
                </a:solidFill>
              </a:rPr>
              <a:t>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E33B32-4BEF-06F9-A61F-FB44DE481AE9}"/>
              </a:ext>
            </a:extLst>
          </p:cNvPr>
          <p:cNvSpPr txBox="1"/>
          <p:nvPr/>
        </p:nvSpPr>
        <p:spPr>
          <a:xfrm>
            <a:off x="3665676" y="2544427"/>
            <a:ext cx="4860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4400" b="1" dirty="0">
                <a:solidFill>
                  <a:srgbClr val="FFFF00"/>
                </a:solidFill>
              </a:rPr>
              <a:t>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8806F9-492C-CBEB-07A6-06F944912F8F}"/>
              </a:ext>
            </a:extLst>
          </p:cNvPr>
          <p:cNvSpPr txBox="1"/>
          <p:nvPr/>
        </p:nvSpPr>
        <p:spPr>
          <a:xfrm>
            <a:off x="5435095" y="2023083"/>
            <a:ext cx="5549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5400" b="1" dirty="0">
                <a:solidFill>
                  <a:srgbClr val="FFFF00"/>
                </a:solidFill>
              </a:rPr>
              <a:t>9</a:t>
            </a:r>
            <a:endParaRPr lang="en-CA" sz="4400" b="1" dirty="0">
              <a:solidFill>
                <a:srgbClr val="FFFF00"/>
              </a:solidFill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FC2A042-FD05-D2A3-F8AD-CDFE4BEA36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1376" y="1063609"/>
            <a:ext cx="5401524" cy="1865538"/>
          </a:xfrm>
          <a:prstGeom prst="rect">
            <a:avLst/>
          </a:prstGeom>
        </p:spPr>
      </p:pic>
      <p:pic>
        <p:nvPicPr>
          <p:cNvPr id="16" name="Picture 15" descr="A crossword puzzle with red circles&#10;&#10;AI-generated content may be incorrect.">
            <a:extLst>
              <a:ext uri="{FF2B5EF4-FFF2-40B4-BE49-F238E27FC236}">
                <a16:creationId xmlns:a16="http://schemas.microsoft.com/office/drawing/2014/main" id="{88B16DB9-5A45-373F-5913-47C4AF0F183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00" y="3958148"/>
            <a:ext cx="3385268" cy="2534726"/>
          </a:xfrm>
          <a:prstGeom prst="rect">
            <a:avLst/>
          </a:prstGeom>
        </p:spPr>
      </p:pic>
      <p:pic>
        <p:nvPicPr>
          <p:cNvPr id="18" name="Picture 17" descr="A white square with black numbers and a blue square&#10;&#10;AI-generated content may be incorrect.">
            <a:extLst>
              <a:ext uri="{FF2B5EF4-FFF2-40B4-BE49-F238E27FC236}">
                <a16:creationId xmlns:a16="http://schemas.microsoft.com/office/drawing/2014/main" id="{3ADEE1F1-948C-0780-D572-8B791BD573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4795" y="4011360"/>
            <a:ext cx="2953162" cy="237205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53C127-8DC8-D40A-147B-8EBDC92171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89226" y="2160922"/>
            <a:ext cx="6413548" cy="253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334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0BDED-425C-2591-354A-F98A540B1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E23AB-A525-3EEB-53B5-45C9FE0E5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Solutions</a:t>
            </a:r>
          </a:p>
        </p:txBody>
      </p:sp>
      <p:pic>
        <p:nvPicPr>
          <p:cNvPr id="4" name="Picture 3" descr="A close up of a dog collar&#10;&#10;AI-generated content may be incorrect.">
            <a:extLst>
              <a:ext uri="{FF2B5EF4-FFF2-40B4-BE49-F238E27FC236}">
                <a16:creationId xmlns:a16="http://schemas.microsoft.com/office/drawing/2014/main" id="{146FBFE0-2EA3-904C-F9A5-2FFD78A4F3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856" y="1335739"/>
            <a:ext cx="4846863" cy="165036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46E7CD90-8365-BE82-5602-59DDF4151CB8}"/>
              </a:ext>
            </a:extLst>
          </p:cNvPr>
          <p:cNvSpPr/>
          <p:nvPr/>
        </p:nvSpPr>
        <p:spPr>
          <a:xfrm>
            <a:off x="2889287" y="2374123"/>
            <a:ext cx="815970" cy="427665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2E8B50-4ED0-761B-44A1-3F61921A7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912" y="1333945"/>
            <a:ext cx="4846740" cy="1652159"/>
          </a:xfrm>
          <a:prstGeom prst="rect">
            <a:avLst/>
          </a:prstGeom>
        </p:spPr>
      </p:pic>
      <p:pic>
        <p:nvPicPr>
          <p:cNvPr id="21" name="Picture 20" descr="A diagram of a diagram&#10;&#10;AI-generated content may be incorrect.">
            <a:extLst>
              <a:ext uri="{FF2B5EF4-FFF2-40B4-BE49-F238E27FC236}">
                <a16:creationId xmlns:a16="http://schemas.microsoft.com/office/drawing/2014/main" id="{034B8E60-F6A2-DF34-90AB-5D137A531C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6407" y="0"/>
            <a:ext cx="7059010" cy="637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908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8ACB0-3379-710E-51A9-DD33AA45E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20D2E-5D1B-2781-65FC-F0B24762A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Solutions</a:t>
            </a:r>
          </a:p>
        </p:txBody>
      </p:sp>
      <p:pic>
        <p:nvPicPr>
          <p:cNvPr id="9" name="Picture 8" descr="A table of the elements&#10;&#10;AI-generated content may be incorrect.">
            <a:extLst>
              <a:ext uri="{FF2B5EF4-FFF2-40B4-BE49-F238E27FC236}">
                <a16:creationId xmlns:a16="http://schemas.microsoft.com/office/drawing/2014/main" id="{F862B6DB-9F33-5E8E-4489-9CE0F1CF1A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48" t="5324" r="6873" b="10000"/>
          <a:stretch>
            <a:fillRect/>
          </a:stretch>
        </p:blipFill>
        <p:spPr>
          <a:xfrm>
            <a:off x="714375" y="1521350"/>
            <a:ext cx="9067800" cy="497152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08B3E35-54B9-FC32-F1C2-90761E1A4931}"/>
              </a:ext>
            </a:extLst>
          </p:cNvPr>
          <p:cNvSpPr/>
          <p:nvPr/>
        </p:nvSpPr>
        <p:spPr>
          <a:xfrm>
            <a:off x="810768" y="3289161"/>
            <a:ext cx="521208" cy="553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3672EC-4972-E148-317F-7065353406C2}"/>
              </a:ext>
            </a:extLst>
          </p:cNvPr>
          <p:cNvSpPr/>
          <p:nvPr/>
        </p:nvSpPr>
        <p:spPr>
          <a:xfrm>
            <a:off x="8470392" y="5873865"/>
            <a:ext cx="521208" cy="553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1611AB-213A-2B1F-C396-EF1BC7051304}"/>
              </a:ext>
            </a:extLst>
          </p:cNvPr>
          <p:cNvSpPr/>
          <p:nvPr/>
        </p:nvSpPr>
        <p:spPr>
          <a:xfrm>
            <a:off x="3282696" y="4279761"/>
            <a:ext cx="521208" cy="553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74697A5-969D-7CD3-1CDF-65DD27BCB52F}"/>
              </a:ext>
            </a:extLst>
          </p:cNvPr>
          <p:cNvSpPr/>
          <p:nvPr/>
        </p:nvSpPr>
        <p:spPr>
          <a:xfrm>
            <a:off x="7741920" y="2256969"/>
            <a:ext cx="521208" cy="553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A0BCA2-6747-28BD-6995-38ED75B537A2}"/>
              </a:ext>
            </a:extLst>
          </p:cNvPr>
          <p:cNvSpPr/>
          <p:nvPr/>
        </p:nvSpPr>
        <p:spPr>
          <a:xfrm>
            <a:off x="810768" y="1806168"/>
            <a:ext cx="521208" cy="553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5554E6-C37C-D02F-A2C2-CE32E7C30353}"/>
              </a:ext>
            </a:extLst>
          </p:cNvPr>
          <p:cNvSpPr/>
          <p:nvPr/>
        </p:nvSpPr>
        <p:spPr>
          <a:xfrm>
            <a:off x="1789748" y="3796809"/>
            <a:ext cx="521208" cy="553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CC6E0F-6CD1-DE37-3E7B-FB71BC2C7CC0}"/>
              </a:ext>
            </a:extLst>
          </p:cNvPr>
          <p:cNvSpPr/>
          <p:nvPr/>
        </p:nvSpPr>
        <p:spPr>
          <a:xfrm>
            <a:off x="7245668" y="2801193"/>
            <a:ext cx="521208" cy="553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C3848B-5159-3C03-EA06-FFF85CC1E6B7}"/>
              </a:ext>
            </a:extLst>
          </p:cNvPr>
          <p:cNvSpPr/>
          <p:nvPr/>
        </p:nvSpPr>
        <p:spPr>
          <a:xfrm>
            <a:off x="810768" y="4282479"/>
            <a:ext cx="521208" cy="553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072A97-D769-C9F0-A8E5-D18D17F2288F}"/>
              </a:ext>
            </a:extLst>
          </p:cNvPr>
          <p:cNvSpPr/>
          <p:nvPr/>
        </p:nvSpPr>
        <p:spPr>
          <a:xfrm>
            <a:off x="7754684" y="2805765"/>
            <a:ext cx="521208" cy="553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113E7AE-3850-FD5A-5D59-85EC9B9C4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0183" y="944664"/>
            <a:ext cx="9071634" cy="49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004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D8B30-025E-C5F8-5EDD-D6273DF78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16718-7FDF-DC10-73E3-333B66F4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Solutions</a:t>
            </a:r>
          </a:p>
        </p:txBody>
      </p:sp>
      <p:pic>
        <p:nvPicPr>
          <p:cNvPr id="4" name="Picture 3" descr="A toy figurine of a person and a cat&#10;&#10;AI-generated content may be incorrect.">
            <a:extLst>
              <a:ext uri="{FF2B5EF4-FFF2-40B4-BE49-F238E27FC236}">
                <a16:creationId xmlns:a16="http://schemas.microsoft.com/office/drawing/2014/main" id="{57DCC19A-86AA-BF1A-9431-70125B9127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325" y="2094688"/>
            <a:ext cx="2400000" cy="1800000"/>
          </a:xfrm>
          <a:prstGeom prst="rect">
            <a:avLst/>
          </a:prstGeom>
        </p:spPr>
      </p:pic>
      <p:pic>
        <p:nvPicPr>
          <p:cNvPr id="6" name="Picture 5" descr="A lego figure with a guitar&#10;&#10;AI-generated content may be incorrect.">
            <a:extLst>
              <a:ext uri="{FF2B5EF4-FFF2-40B4-BE49-F238E27FC236}">
                <a16:creationId xmlns:a16="http://schemas.microsoft.com/office/drawing/2014/main" id="{514318D5-1993-20B8-CD77-92AA37217D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325" y="2094688"/>
            <a:ext cx="2400000" cy="1800000"/>
          </a:xfrm>
          <a:prstGeom prst="rect">
            <a:avLst/>
          </a:prstGeom>
        </p:spPr>
      </p:pic>
      <p:pic>
        <p:nvPicPr>
          <p:cNvPr id="8" name="Picture 7" descr="A lego figure with a stick&#10;&#10;AI-generated content may be incorrect.">
            <a:extLst>
              <a:ext uri="{FF2B5EF4-FFF2-40B4-BE49-F238E27FC236}">
                <a16:creationId xmlns:a16="http://schemas.microsoft.com/office/drawing/2014/main" id="{877FC241-406C-91FD-139B-F1E959DCFA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7325" y="2094688"/>
            <a:ext cx="2400000" cy="1800000"/>
          </a:xfrm>
          <a:prstGeom prst="rect">
            <a:avLst/>
          </a:prstGeom>
        </p:spPr>
      </p:pic>
      <p:pic>
        <p:nvPicPr>
          <p:cNvPr id="21" name="Picture 20" descr="A toy figurine of a person&#10;&#10;AI-generated content may be incorrect.">
            <a:extLst>
              <a:ext uri="{FF2B5EF4-FFF2-40B4-BE49-F238E27FC236}">
                <a16:creationId xmlns:a16="http://schemas.microsoft.com/office/drawing/2014/main" id="{0096871B-9247-F5B7-4F33-CD1916E3D9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7325" y="2094688"/>
            <a:ext cx="2400000" cy="1800000"/>
          </a:xfrm>
          <a:prstGeom prst="rect">
            <a:avLst/>
          </a:prstGeom>
        </p:spPr>
      </p:pic>
      <p:pic>
        <p:nvPicPr>
          <p:cNvPr id="23" name="Picture 22" descr="A toy figurine of a person and a dog&#10;&#10;AI-generated content may be incorrect.">
            <a:extLst>
              <a:ext uri="{FF2B5EF4-FFF2-40B4-BE49-F238E27FC236}">
                <a16:creationId xmlns:a16="http://schemas.microsoft.com/office/drawing/2014/main" id="{8745E742-2AF0-B70B-5A9D-8A102749FA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325" y="2094688"/>
            <a:ext cx="2400000" cy="180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9445A4B-B8B3-33B8-9880-5D033DD557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7936" y="4139487"/>
            <a:ext cx="12004064" cy="179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465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5C028-0CEE-FD11-4D38-092D5837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73DBED9-1204-260F-3F78-AF7BFF2F5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64" y="334979"/>
            <a:ext cx="11444633" cy="61382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514B526-F702-5802-FF6C-2EA0C66072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64" y="5737263"/>
            <a:ext cx="641350" cy="735965"/>
          </a:xfrm>
          <a:prstGeom prst="rect">
            <a:avLst/>
          </a:prstGeo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D9BCA09-92D6-CD62-6434-EF7BCD7472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691" y="1166762"/>
            <a:ext cx="360000" cy="360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990C0C-5182-B634-3EB4-6DC8A2BEA6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903" y="1902794"/>
            <a:ext cx="360000" cy="360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BEB5A2-9ECE-7F57-43F5-3BD2375CFA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1978" y="1946495"/>
            <a:ext cx="360000" cy="3600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97D4027-1938-8F4F-D0F4-7B3A5D77F0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0903" y="3820816"/>
            <a:ext cx="362976" cy="3600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D002844-B464-BD17-317C-B1FD34003B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9002" y="3069000"/>
            <a:ext cx="362976" cy="3600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1E24C2B-3D3F-8F12-2BCE-8B9184425A1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7774" y="4581703"/>
            <a:ext cx="360000" cy="3600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EB5AFE1-8D30-FBBF-A491-C286B06FC1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7519" y="4073207"/>
            <a:ext cx="360000" cy="3600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E4BFFA98-6647-9D51-0E97-2D4059AF219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89072" y="3336559"/>
            <a:ext cx="360000" cy="3600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8B69F6E-C210-BE5C-8CAB-01D8A83B94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12520" y="4707026"/>
            <a:ext cx="360000" cy="3600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1D0162E-A658-037E-BDA6-3918CDB77C8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21692" y="2118664"/>
            <a:ext cx="360000" cy="360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2FA1351-7B3D-AE58-D6ED-E7CF153C6C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21834" y="3494155"/>
            <a:ext cx="360000" cy="3600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99C5A39-9E8B-701F-0096-EC8AC6B2FE4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77519" y="5212687"/>
            <a:ext cx="360000" cy="36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0801238-8178-D20B-305B-497FBB40FE4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36015" y="5434396"/>
            <a:ext cx="360000" cy="36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D6B0AC8C-7896-1AE4-4BF0-0786736F5A6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30795" y="1808058"/>
            <a:ext cx="360000" cy="3600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F970E34-DA65-9FF5-7FC2-F05604CE8CC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943653" y="4433207"/>
            <a:ext cx="360000" cy="3600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216860D-9EEA-C4EE-7847-897638B8DBB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37386" y="1588559"/>
            <a:ext cx="357049" cy="3600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37E5B0EB-742E-FF96-384B-F816F0752B8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143919" y="2976559"/>
            <a:ext cx="357049" cy="3600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7C0A11C5-520C-8BF7-3780-A2866FF0F6C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39962" y="5067026"/>
            <a:ext cx="360000" cy="360000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7B87841-59B8-166B-553E-3094459418EA}"/>
              </a:ext>
            </a:extLst>
          </p:cNvPr>
          <p:cNvSpPr/>
          <p:nvPr/>
        </p:nvSpPr>
        <p:spPr>
          <a:xfrm>
            <a:off x="1386930" y="2168058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Rich’s house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6C730E5-279B-0194-47B6-CAF6D638C20A}"/>
              </a:ext>
            </a:extLst>
          </p:cNvPr>
          <p:cNvSpPr/>
          <p:nvPr/>
        </p:nvSpPr>
        <p:spPr>
          <a:xfrm>
            <a:off x="1299788" y="4761703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Dick’s house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66E05A1-6D0B-D644-6557-9A42D15795DB}"/>
              </a:ext>
            </a:extLst>
          </p:cNvPr>
          <p:cNvSpPr/>
          <p:nvPr/>
        </p:nvSpPr>
        <p:spPr>
          <a:xfrm>
            <a:off x="5977969" y="3854521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June’s house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6A6164B-8950-A9FE-5B13-89F9DEC31C5E}"/>
              </a:ext>
            </a:extLst>
          </p:cNvPr>
          <p:cNvSpPr/>
          <p:nvPr/>
        </p:nvSpPr>
        <p:spPr>
          <a:xfrm>
            <a:off x="8633654" y="5578489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Mady’s house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62F823A-B387-F5E5-D4DB-B5FFCEA6BE51}"/>
              </a:ext>
            </a:extLst>
          </p:cNvPr>
          <p:cNvSpPr/>
          <p:nvPr/>
        </p:nvSpPr>
        <p:spPr>
          <a:xfrm>
            <a:off x="4592150" y="5793918"/>
            <a:ext cx="1647730" cy="219918"/>
          </a:xfrm>
          <a:prstGeom prst="roundRect">
            <a:avLst/>
          </a:prstGeom>
          <a:solidFill>
            <a:srgbClr val="156082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dirty="0"/>
              <a:t>Bart’s house</a:t>
            </a:r>
          </a:p>
        </p:txBody>
      </p:sp>
      <p:pic>
        <p:nvPicPr>
          <p:cNvPr id="3" name="Graphic 2" descr="Marker with solid fill">
            <a:extLst>
              <a:ext uri="{FF2B5EF4-FFF2-40B4-BE49-F238E27FC236}">
                <a16:creationId xmlns:a16="http://schemas.microsoft.com/office/drawing/2014/main" id="{A4457FE8-F775-4CF5-FA8A-296FC0C9EA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268338" y="1228559"/>
            <a:ext cx="720000" cy="720000"/>
          </a:xfrm>
          <a:prstGeom prst="rect">
            <a:avLst/>
          </a:prstGeom>
        </p:spPr>
      </p:pic>
      <p:pic>
        <p:nvPicPr>
          <p:cNvPr id="4" name="Graphic 3" descr="Marker with solid fill">
            <a:extLst>
              <a:ext uri="{FF2B5EF4-FFF2-40B4-BE49-F238E27FC236}">
                <a16:creationId xmlns:a16="http://schemas.microsoft.com/office/drawing/2014/main" id="{09747AB1-16ED-8B71-2441-10D8A27EE65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980697" y="4793207"/>
            <a:ext cx="720000" cy="720000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B18AEC7-5C22-2F52-03C2-8925099F81CB}"/>
              </a:ext>
            </a:extLst>
          </p:cNvPr>
          <p:cNvCxnSpPr/>
          <p:nvPr/>
        </p:nvCxnSpPr>
        <p:spPr>
          <a:xfrm flipV="1">
            <a:off x="4628338" y="1444466"/>
            <a:ext cx="1966097" cy="37603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EB9819-1674-9069-02CF-5263BD4CEBDA}"/>
              </a:ext>
            </a:extLst>
          </p:cNvPr>
          <p:cNvCxnSpPr>
            <a:cxnSpLocks/>
          </p:cNvCxnSpPr>
          <p:nvPr/>
        </p:nvCxnSpPr>
        <p:spPr>
          <a:xfrm flipV="1">
            <a:off x="4805988" y="3370616"/>
            <a:ext cx="2133974" cy="44725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7942C0A-D267-EDC1-F70C-D5D50604D198}"/>
              </a:ext>
            </a:extLst>
          </p:cNvPr>
          <p:cNvCxnSpPr>
            <a:cxnSpLocks/>
          </p:cNvCxnSpPr>
          <p:nvPr/>
        </p:nvCxnSpPr>
        <p:spPr>
          <a:xfrm flipV="1">
            <a:off x="5206319" y="5499525"/>
            <a:ext cx="2192639" cy="49412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C8BCCB-6BFC-DFAA-D33B-81C511095581}"/>
              </a:ext>
            </a:extLst>
          </p:cNvPr>
          <p:cNvCxnSpPr>
            <a:cxnSpLocks/>
          </p:cNvCxnSpPr>
          <p:nvPr/>
        </p:nvCxnSpPr>
        <p:spPr>
          <a:xfrm>
            <a:off x="6621834" y="1444466"/>
            <a:ext cx="358863" cy="195267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98F1A3-7C1A-6F02-878B-462560C7E1B8}"/>
              </a:ext>
            </a:extLst>
          </p:cNvPr>
          <p:cNvCxnSpPr>
            <a:cxnSpLocks/>
          </p:cNvCxnSpPr>
          <p:nvPr/>
        </p:nvCxnSpPr>
        <p:spPr>
          <a:xfrm>
            <a:off x="4817946" y="3874709"/>
            <a:ext cx="388373" cy="2136183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>
            <a:extLst>
              <a:ext uri="{FF2B5EF4-FFF2-40B4-BE49-F238E27FC236}">
                <a16:creationId xmlns:a16="http://schemas.microsoft.com/office/drawing/2014/main" id="{9097F667-24BC-1B81-4D83-93332407093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121408" y="1296654"/>
            <a:ext cx="9696184" cy="520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36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7664</TotalTime>
  <Words>148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Architects Daughter</vt:lpstr>
      <vt:lpstr>Arial</vt:lpstr>
      <vt:lpstr>Caveat</vt:lpstr>
      <vt:lpstr>Times New Roman</vt:lpstr>
      <vt:lpstr>Office Theme</vt:lpstr>
      <vt:lpstr>PowerPoint Presentation</vt:lpstr>
      <vt:lpstr>PowerPoint Presentation</vt:lpstr>
      <vt:lpstr>PowerPoint Presentation</vt:lpstr>
      <vt:lpstr>Icons for locks</vt:lpstr>
      <vt:lpstr>PowerPoint Presentation</vt:lpstr>
      <vt:lpstr>PowerPoint Presentation</vt:lpstr>
      <vt:lpstr>PowerPoint Presentation</vt:lpstr>
      <vt:lpstr>Solutions</vt:lpstr>
      <vt:lpstr>Solutions</vt:lpstr>
      <vt:lpstr>Solutions</vt:lpstr>
      <vt:lpstr>Solutions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Simon Guettier</dc:creator>
  <cp:lastModifiedBy>Simon Guettier</cp:lastModifiedBy>
  <cp:revision>5</cp:revision>
  <dcterms:created xsi:type="dcterms:W3CDTF">2025-11-25T00:30:23Z</dcterms:created>
  <dcterms:modified xsi:type="dcterms:W3CDTF">2025-12-19T19:35:29Z</dcterms:modified>
</cp:coreProperties>
</file>