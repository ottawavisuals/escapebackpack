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56" r:id="rId9"/>
    <p:sldId id="257" r:id="rId10"/>
    <p:sldId id="258" r:id="rId11"/>
    <p:sldId id="259" r:id="rId12"/>
    <p:sldId id="260" r:id="rId13"/>
    <p:sldId id="261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F38"/>
    <a:srgbClr val="FFD700"/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2026-01-31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sv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6.svg"/><Relationship Id="rId10" Type="http://schemas.openxmlformats.org/officeDocument/2006/relationships/image" Target="../media/image10.svg"/><Relationship Id="rId19" Type="http://schemas.openxmlformats.org/officeDocument/2006/relationships/image" Target="../media/image20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7.png"/><Relationship Id="rId5" Type="http://schemas.openxmlformats.org/officeDocument/2006/relationships/image" Target="../media/image20.png"/><Relationship Id="rId10" Type="http://schemas.openxmlformats.org/officeDocument/2006/relationships/image" Target="../media/image26.png"/><Relationship Id="rId4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svg"/><Relationship Id="rId18" Type="http://schemas.openxmlformats.org/officeDocument/2006/relationships/image" Target="../media/image42.png"/><Relationship Id="rId26" Type="http://schemas.openxmlformats.org/officeDocument/2006/relationships/image" Target="../media/image50.svg"/><Relationship Id="rId39" Type="http://schemas.openxmlformats.org/officeDocument/2006/relationships/image" Target="../media/image23.png"/><Relationship Id="rId21" Type="http://schemas.openxmlformats.org/officeDocument/2006/relationships/image" Target="../media/image45.png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svg"/><Relationship Id="rId29" Type="http://schemas.openxmlformats.org/officeDocument/2006/relationships/image" Target="../media/image15.png"/><Relationship Id="rId41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24" Type="http://schemas.openxmlformats.org/officeDocument/2006/relationships/image" Target="../media/image48.svg"/><Relationship Id="rId32" Type="http://schemas.openxmlformats.org/officeDocument/2006/relationships/image" Target="../media/image55.png"/><Relationship Id="rId37" Type="http://schemas.openxmlformats.org/officeDocument/2006/relationships/image" Target="../media/image20.png"/><Relationship Id="rId40" Type="http://schemas.openxmlformats.org/officeDocument/2006/relationships/image" Target="../media/image24.png"/><Relationship Id="rId5" Type="http://schemas.openxmlformats.org/officeDocument/2006/relationships/image" Target="../media/image31.svg"/><Relationship Id="rId15" Type="http://schemas.openxmlformats.org/officeDocument/2006/relationships/image" Target="../media/image4.svg"/><Relationship Id="rId23" Type="http://schemas.openxmlformats.org/officeDocument/2006/relationships/image" Target="../media/image47.png"/><Relationship Id="rId28" Type="http://schemas.openxmlformats.org/officeDocument/2006/relationships/image" Target="../media/image52.svg"/><Relationship Id="rId36" Type="http://schemas.openxmlformats.org/officeDocument/2006/relationships/image" Target="../media/image19.png"/><Relationship Id="rId10" Type="http://schemas.openxmlformats.org/officeDocument/2006/relationships/image" Target="../media/image36.png"/><Relationship Id="rId19" Type="http://schemas.openxmlformats.org/officeDocument/2006/relationships/image" Target="../media/image43.svg"/><Relationship Id="rId31" Type="http://schemas.openxmlformats.org/officeDocument/2006/relationships/image" Target="../media/image54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3.png"/><Relationship Id="rId22" Type="http://schemas.openxmlformats.org/officeDocument/2006/relationships/image" Target="../media/image46.svg"/><Relationship Id="rId27" Type="http://schemas.openxmlformats.org/officeDocument/2006/relationships/image" Target="../media/image51.png"/><Relationship Id="rId30" Type="http://schemas.openxmlformats.org/officeDocument/2006/relationships/image" Target="../media/image53.png"/><Relationship Id="rId35" Type="http://schemas.openxmlformats.org/officeDocument/2006/relationships/image" Target="../media/image18.png"/><Relationship Id="rId43" Type="http://schemas.openxmlformats.org/officeDocument/2006/relationships/image" Target="../media/image27.png"/><Relationship Id="rId8" Type="http://schemas.openxmlformats.org/officeDocument/2006/relationships/image" Target="../media/image34.png"/><Relationship Id="rId3" Type="http://schemas.openxmlformats.org/officeDocument/2006/relationships/image" Target="../media/image29.svg"/><Relationship Id="rId12" Type="http://schemas.openxmlformats.org/officeDocument/2006/relationships/image" Target="../media/image38.png"/><Relationship Id="rId17" Type="http://schemas.openxmlformats.org/officeDocument/2006/relationships/image" Target="../media/image41.svg"/><Relationship Id="rId25" Type="http://schemas.openxmlformats.org/officeDocument/2006/relationships/image" Target="../media/image49.png"/><Relationship Id="rId33" Type="http://schemas.openxmlformats.org/officeDocument/2006/relationships/image" Target="../media/image56.png"/><Relationship Id="rId38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8.svg"/><Relationship Id="rId18" Type="http://schemas.openxmlformats.org/officeDocument/2006/relationships/image" Target="../media/image73.png"/><Relationship Id="rId26" Type="http://schemas.openxmlformats.org/officeDocument/2006/relationships/image" Target="../media/image81.png"/><Relationship Id="rId39" Type="http://schemas.openxmlformats.org/officeDocument/2006/relationships/image" Target="../media/image94.png"/><Relationship Id="rId21" Type="http://schemas.openxmlformats.org/officeDocument/2006/relationships/image" Target="../media/image76.svg"/><Relationship Id="rId34" Type="http://schemas.openxmlformats.org/officeDocument/2006/relationships/image" Target="../media/image89.png"/><Relationship Id="rId42" Type="http://schemas.openxmlformats.org/officeDocument/2006/relationships/image" Target="../media/image97.svg"/><Relationship Id="rId7" Type="http://schemas.openxmlformats.org/officeDocument/2006/relationships/image" Target="../media/image62.svg"/><Relationship Id="rId2" Type="http://schemas.openxmlformats.org/officeDocument/2006/relationships/image" Target="../media/image57.png"/><Relationship Id="rId16" Type="http://schemas.openxmlformats.org/officeDocument/2006/relationships/image" Target="../media/image71.png"/><Relationship Id="rId29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svg"/><Relationship Id="rId24" Type="http://schemas.openxmlformats.org/officeDocument/2006/relationships/image" Target="../media/image79.png"/><Relationship Id="rId32" Type="http://schemas.openxmlformats.org/officeDocument/2006/relationships/image" Target="../media/image87.png"/><Relationship Id="rId37" Type="http://schemas.openxmlformats.org/officeDocument/2006/relationships/image" Target="../media/image92.png"/><Relationship Id="rId40" Type="http://schemas.openxmlformats.org/officeDocument/2006/relationships/image" Target="../media/image95.svg"/><Relationship Id="rId45" Type="http://schemas.openxmlformats.org/officeDocument/2006/relationships/image" Target="../media/image100.png"/><Relationship Id="rId5" Type="http://schemas.openxmlformats.org/officeDocument/2006/relationships/image" Target="../media/image60.svg"/><Relationship Id="rId15" Type="http://schemas.openxmlformats.org/officeDocument/2006/relationships/image" Target="../media/image70.svg"/><Relationship Id="rId23" Type="http://schemas.openxmlformats.org/officeDocument/2006/relationships/image" Target="../media/image78.svg"/><Relationship Id="rId28" Type="http://schemas.openxmlformats.org/officeDocument/2006/relationships/image" Target="../media/image83.png"/><Relationship Id="rId36" Type="http://schemas.openxmlformats.org/officeDocument/2006/relationships/image" Target="../media/image91.png"/><Relationship Id="rId10" Type="http://schemas.openxmlformats.org/officeDocument/2006/relationships/image" Target="../media/image65.png"/><Relationship Id="rId19" Type="http://schemas.openxmlformats.org/officeDocument/2006/relationships/image" Target="../media/image74.svg"/><Relationship Id="rId31" Type="http://schemas.openxmlformats.org/officeDocument/2006/relationships/image" Target="../media/image86.png"/><Relationship Id="rId44" Type="http://schemas.openxmlformats.org/officeDocument/2006/relationships/image" Target="../media/image99.png"/><Relationship Id="rId4" Type="http://schemas.openxmlformats.org/officeDocument/2006/relationships/image" Target="../media/image59.png"/><Relationship Id="rId9" Type="http://schemas.openxmlformats.org/officeDocument/2006/relationships/image" Target="../media/image64.svg"/><Relationship Id="rId14" Type="http://schemas.openxmlformats.org/officeDocument/2006/relationships/image" Target="../media/image69.png"/><Relationship Id="rId22" Type="http://schemas.openxmlformats.org/officeDocument/2006/relationships/image" Target="../media/image77.png"/><Relationship Id="rId27" Type="http://schemas.openxmlformats.org/officeDocument/2006/relationships/image" Target="../media/image82.png"/><Relationship Id="rId30" Type="http://schemas.openxmlformats.org/officeDocument/2006/relationships/image" Target="../media/image85.png"/><Relationship Id="rId35" Type="http://schemas.openxmlformats.org/officeDocument/2006/relationships/image" Target="../media/image90.png"/><Relationship Id="rId43" Type="http://schemas.openxmlformats.org/officeDocument/2006/relationships/image" Target="../media/image98.png"/><Relationship Id="rId8" Type="http://schemas.openxmlformats.org/officeDocument/2006/relationships/image" Target="../media/image63.png"/><Relationship Id="rId3" Type="http://schemas.openxmlformats.org/officeDocument/2006/relationships/image" Target="../media/image58.svg"/><Relationship Id="rId12" Type="http://schemas.openxmlformats.org/officeDocument/2006/relationships/image" Target="../media/image67.png"/><Relationship Id="rId17" Type="http://schemas.openxmlformats.org/officeDocument/2006/relationships/image" Target="../media/image72.svg"/><Relationship Id="rId25" Type="http://schemas.openxmlformats.org/officeDocument/2006/relationships/image" Target="../media/image80.svg"/><Relationship Id="rId33" Type="http://schemas.openxmlformats.org/officeDocument/2006/relationships/image" Target="../media/image88.png"/><Relationship Id="rId38" Type="http://schemas.openxmlformats.org/officeDocument/2006/relationships/image" Target="../media/image93.svg"/><Relationship Id="rId20" Type="http://schemas.openxmlformats.org/officeDocument/2006/relationships/image" Target="../media/image75.png"/><Relationship Id="rId41" Type="http://schemas.openxmlformats.org/officeDocument/2006/relationships/image" Target="../media/image9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tmp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tmp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7" Type="http://schemas.openxmlformats.org/officeDocument/2006/relationships/image" Target="../media/image12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18" Type="http://schemas.openxmlformats.org/officeDocument/2006/relationships/image" Target="../media/image12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20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19" Type="http://schemas.openxmlformats.org/officeDocument/2006/relationships/image" Target="../media/image122.sv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11512</TotalTime>
  <Words>1354</Words>
  <Application>Microsoft Office PowerPoint</Application>
  <PresentationFormat>Widescreen</PresentationFormat>
  <Paragraphs>323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27</cp:revision>
  <dcterms:created xsi:type="dcterms:W3CDTF">2025-11-25T00:30:23Z</dcterms:created>
  <dcterms:modified xsi:type="dcterms:W3CDTF">2026-02-01T00:36:54Z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