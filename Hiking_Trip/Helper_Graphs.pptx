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8" r:id="rId2"/>
    <p:sldId id="269" r:id="rId3"/>
    <p:sldId id="270" r:id="rId4"/>
    <p:sldId id="272" r:id="rId5"/>
    <p:sldId id="271" r:id="rId6"/>
    <p:sldId id="262" r:id="rId7"/>
    <p:sldId id="256" r:id="rId8"/>
    <p:sldId id="257" r:id="rId9"/>
    <p:sldId id="258" r:id="rId10"/>
    <p:sldId id="259" r:id="rId11"/>
    <p:sldId id="260" r:id="rId12"/>
    <p:sldId id="261" r:id="rId13"/>
    <p:sldId id="263" r:id="rId14"/>
    <p:sldId id="26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F38"/>
    <a:srgbClr val="FFD700"/>
    <a:srgbClr val="FE8A18"/>
    <a:srgbClr val="0055BF"/>
    <a:srgbClr val="C91A09"/>
    <a:srgbClr val="582A12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70" d="100"/>
          <a:sy n="170" d="100"/>
        </p:scale>
        <p:origin x="120" y="-15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2025-12-22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7.svg"/><Relationship Id="rId18" Type="http://schemas.openxmlformats.org/officeDocument/2006/relationships/image" Target="../media/image40.png"/><Relationship Id="rId26" Type="http://schemas.openxmlformats.org/officeDocument/2006/relationships/image" Target="../media/image48.svg"/><Relationship Id="rId39" Type="http://schemas.openxmlformats.org/officeDocument/2006/relationships/image" Target="../media/image8.png"/><Relationship Id="rId21" Type="http://schemas.openxmlformats.org/officeDocument/2006/relationships/image" Target="../media/image43.png"/><Relationship Id="rId34" Type="http://schemas.openxmlformats.org/officeDocument/2006/relationships/image" Target="../media/image3.png"/><Relationship Id="rId42" Type="http://schemas.openxmlformats.org/officeDocument/2006/relationships/image" Target="../media/image11.png"/><Relationship Id="rId7" Type="http://schemas.openxmlformats.org/officeDocument/2006/relationships/image" Target="../media/image31.sv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20" Type="http://schemas.openxmlformats.org/officeDocument/2006/relationships/image" Target="../media/image42.svg"/><Relationship Id="rId29" Type="http://schemas.openxmlformats.org/officeDocument/2006/relationships/image" Target="../media/image25.png"/><Relationship Id="rId41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svg"/><Relationship Id="rId24" Type="http://schemas.openxmlformats.org/officeDocument/2006/relationships/image" Target="../media/image46.svg"/><Relationship Id="rId32" Type="http://schemas.openxmlformats.org/officeDocument/2006/relationships/image" Target="../media/image53.png"/><Relationship Id="rId37" Type="http://schemas.openxmlformats.org/officeDocument/2006/relationships/image" Target="../media/image6.png"/><Relationship Id="rId40" Type="http://schemas.openxmlformats.org/officeDocument/2006/relationships/image" Target="../media/image9.png"/><Relationship Id="rId5" Type="http://schemas.openxmlformats.org/officeDocument/2006/relationships/image" Target="../media/image29.svg"/><Relationship Id="rId15" Type="http://schemas.openxmlformats.org/officeDocument/2006/relationships/image" Target="../media/image14.svg"/><Relationship Id="rId23" Type="http://schemas.openxmlformats.org/officeDocument/2006/relationships/image" Target="../media/image45.png"/><Relationship Id="rId28" Type="http://schemas.openxmlformats.org/officeDocument/2006/relationships/image" Target="../media/image50.svg"/><Relationship Id="rId36" Type="http://schemas.openxmlformats.org/officeDocument/2006/relationships/image" Target="../media/image5.png"/><Relationship Id="rId10" Type="http://schemas.openxmlformats.org/officeDocument/2006/relationships/image" Target="../media/image34.png"/><Relationship Id="rId19" Type="http://schemas.openxmlformats.org/officeDocument/2006/relationships/image" Target="../media/image41.svg"/><Relationship Id="rId31" Type="http://schemas.openxmlformats.org/officeDocument/2006/relationships/image" Target="../media/image52.pn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13.png"/><Relationship Id="rId22" Type="http://schemas.openxmlformats.org/officeDocument/2006/relationships/image" Target="../media/image44.svg"/><Relationship Id="rId27" Type="http://schemas.openxmlformats.org/officeDocument/2006/relationships/image" Target="../media/image49.png"/><Relationship Id="rId30" Type="http://schemas.openxmlformats.org/officeDocument/2006/relationships/image" Target="../media/image51.png"/><Relationship Id="rId35" Type="http://schemas.openxmlformats.org/officeDocument/2006/relationships/image" Target="../media/image4.png"/><Relationship Id="rId43" Type="http://schemas.openxmlformats.org/officeDocument/2006/relationships/image" Target="../media/image12.png"/><Relationship Id="rId8" Type="http://schemas.openxmlformats.org/officeDocument/2006/relationships/image" Target="../media/image32.png"/><Relationship Id="rId3" Type="http://schemas.openxmlformats.org/officeDocument/2006/relationships/image" Target="../media/image27.svg"/><Relationship Id="rId12" Type="http://schemas.openxmlformats.org/officeDocument/2006/relationships/image" Target="../media/image36.png"/><Relationship Id="rId17" Type="http://schemas.openxmlformats.org/officeDocument/2006/relationships/image" Target="../media/image39.svg"/><Relationship Id="rId25" Type="http://schemas.openxmlformats.org/officeDocument/2006/relationships/image" Target="../media/image47.png"/><Relationship Id="rId33" Type="http://schemas.openxmlformats.org/officeDocument/2006/relationships/image" Target="../media/image54.png"/><Relationship Id="rId38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6.svg"/><Relationship Id="rId18" Type="http://schemas.openxmlformats.org/officeDocument/2006/relationships/image" Target="../media/image71.png"/><Relationship Id="rId26" Type="http://schemas.openxmlformats.org/officeDocument/2006/relationships/image" Target="../media/image79.png"/><Relationship Id="rId39" Type="http://schemas.openxmlformats.org/officeDocument/2006/relationships/image" Target="../media/image92.png"/><Relationship Id="rId21" Type="http://schemas.openxmlformats.org/officeDocument/2006/relationships/image" Target="../media/image74.svg"/><Relationship Id="rId34" Type="http://schemas.openxmlformats.org/officeDocument/2006/relationships/image" Target="../media/image87.png"/><Relationship Id="rId42" Type="http://schemas.openxmlformats.org/officeDocument/2006/relationships/image" Target="../media/image95.svg"/><Relationship Id="rId7" Type="http://schemas.openxmlformats.org/officeDocument/2006/relationships/image" Target="../media/image60.svg"/><Relationship Id="rId2" Type="http://schemas.openxmlformats.org/officeDocument/2006/relationships/image" Target="../media/image55.png"/><Relationship Id="rId16" Type="http://schemas.openxmlformats.org/officeDocument/2006/relationships/image" Target="../media/image69.png"/><Relationship Id="rId29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1" Type="http://schemas.openxmlformats.org/officeDocument/2006/relationships/image" Target="../media/image64.svg"/><Relationship Id="rId24" Type="http://schemas.openxmlformats.org/officeDocument/2006/relationships/image" Target="../media/image77.png"/><Relationship Id="rId32" Type="http://schemas.openxmlformats.org/officeDocument/2006/relationships/image" Target="../media/image85.png"/><Relationship Id="rId37" Type="http://schemas.openxmlformats.org/officeDocument/2006/relationships/image" Target="../media/image90.png"/><Relationship Id="rId40" Type="http://schemas.openxmlformats.org/officeDocument/2006/relationships/image" Target="../media/image93.svg"/><Relationship Id="rId45" Type="http://schemas.openxmlformats.org/officeDocument/2006/relationships/image" Target="../media/image98.png"/><Relationship Id="rId5" Type="http://schemas.openxmlformats.org/officeDocument/2006/relationships/image" Target="../media/image58.svg"/><Relationship Id="rId15" Type="http://schemas.openxmlformats.org/officeDocument/2006/relationships/image" Target="../media/image68.svg"/><Relationship Id="rId23" Type="http://schemas.openxmlformats.org/officeDocument/2006/relationships/image" Target="../media/image76.svg"/><Relationship Id="rId28" Type="http://schemas.openxmlformats.org/officeDocument/2006/relationships/image" Target="../media/image81.png"/><Relationship Id="rId36" Type="http://schemas.openxmlformats.org/officeDocument/2006/relationships/image" Target="../media/image89.png"/><Relationship Id="rId10" Type="http://schemas.openxmlformats.org/officeDocument/2006/relationships/image" Target="../media/image63.png"/><Relationship Id="rId19" Type="http://schemas.openxmlformats.org/officeDocument/2006/relationships/image" Target="../media/image72.svg"/><Relationship Id="rId31" Type="http://schemas.openxmlformats.org/officeDocument/2006/relationships/image" Target="../media/image84.png"/><Relationship Id="rId44" Type="http://schemas.openxmlformats.org/officeDocument/2006/relationships/image" Target="../media/image97.png"/><Relationship Id="rId4" Type="http://schemas.openxmlformats.org/officeDocument/2006/relationships/image" Target="../media/image57.png"/><Relationship Id="rId9" Type="http://schemas.openxmlformats.org/officeDocument/2006/relationships/image" Target="../media/image62.svg"/><Relationship Id="rId14" Type="http://schemas.openxmlformats.org/officeDocument/2006/relationships/image" Target="../media/image67.png"/><Relationship Id="rId22" Type="http://schemas.openxmlformats.org/officeDocument/2006/relationships/image" Target="../media/image75.png"/><Relationship Id="rId27" Type="http://schemas.openxmlformats.org/officeDocument/2006/relationships/image" Target="../media/image80.png"/><Relationship Id="rId30" Type="http://schemas.openxmlformats.org/officeDocument/2006/relationships/image" Target="../media/image83.png"/><Relationship Id="rId35" Type="http://schemas.openxmlformats.org/officeDocument/2006/relationships/image" Target="../media/image88.png"/><Relationship Id="rId43" Type="http://schemas.openxmlformats.org/officeDocument/2006/relationships/image" Target="../media/image96.png"/><Relationship Id="rId8" Type="http://schemas.openxmlformats.org/officeDocument/2006/relationships/image" Target="../media/image61.png"/><Relationship Id="rId3" Type="http://schemas.openxmlformats.org/officeDocument/2006/relationships/image" Target="../media/image56.svg"/><Relationship Id="rId12" Type="http://schemas.openxmlformats.org/officeDocument/2006/relationships/image" Target="../media/image65.png"/><Relationship Id="rId17" Type="http://schemas.openxmlformats.org/officeDocument/2006/relationships/image" Target="../media/image70.svg"/><Relationship Id="rId25" Type="http://schemas.openxmlformats.org/officeDocument/2006/relationships/image" Target="../media/image78.svg"/><Relationship Id="rId33" Type="http://schemas.openxmlformats.org/officeDocument/2006/relationships/image" Target="../media/image86.png"/><Relationship Id="rId38" Type="http://schemas.openxmlformats.org/officeDocument/2006/relationships/image" Target="../media/image91.svg"/><Relationship Id="rId20" Type="http://schemas.openxmlformats.org/officeDocument/2006/relationships/image" Target="../media/image73.png"/><Relationship Id="rId41" Type="http://schemas.openxmlformats.org/officeDocument/2006/relationships/image" Target="../media/image9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3" Type="http://schemas.openxmlformats.org/officeDocument/2006/relationships/image" Target="../media/image100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8.png"/><Relationship Id="rId2" Type="http://schemas.openxmlformats.org/officeDocument/2006/relationships/image" Target="../media/image99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6.png"/><Relationship Id="rId10" Type="http://schemas.openxmlformats.org/officeDocument/2006/relationships/image" Target="../media/image86.png"/><Relationship Id="rId4" Type="http://schemas.openxmlformats.org/officeDocument/2006/relationships/image" Target="../media/image79.png"/><Relationship Id="rId9" Type="http://schemas.openxmlformats.org/officeDocument/2006/relationships/image" Target="../media/image85.png"/><Relationship Id="rId14" Type="http://schemas.openxmlformats.org/officeDocument/2006/relationships/image" Target="../media/image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3" Type="http://schemas.openxmlformats.org/officeDocument/2006/relationships/image" Target="../media/image100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8.png"/><Relationship Id="rId2" Type="http://schemas.openxmlformats.org/officeDocument/2006/relationships/image" Target="../media/image99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6.png"/><Relationship Id="rId10" Type="http://schemas.openxmlformats.org/officeDocument/2006/relationships/image" Target="../media/image86.png"/><Relationship Id="rId4" Type="http://schemas.openxmlformats.org/officeDocument/2006/relationships/image" Target="../media/image79.png"/><Relationship Id="rId9" Type="http://schemas.openxmlformats.org/officeDocument/2006/relationships/image" Target="../media/image85.png"/><Relationship Id="rId1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3" Type="http://schemas.openxmlformats.org/officeDocument/2006/relationships/image" Target="../media/image100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8.png"/><Relationship Id="rId2" Type="http://schemas.openxmlformats.org/officeDocument/2006/relationships/image" Target="../media/image99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6.png"/><Relationship Id="rId10" Type="http://schemas.openxmlformats.org/officeDocument/2006/relationships/image" Target="../media/image86.png"/><Relationship Id="rId4" Type="http://schemas.openxmlformats.org/officeDocument/2006/relationships/image" Target="../media/image79.png"/><Relationship Id="rId9" Type="http://schemas.openxmlformats.org/officeDocument/2006/relationships/image" Target="../media/image85.png"/><Relationship Id="rId14" Type="http://schemas.openxmlformats.org/officeDocument/2006/relationships/image" Target="../media/image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2.png"/><Relationship Id="rId7" Type="http://schemas.openxmlformats.org/officeDocument/2006/relationships/image" Target="../media/image106.tmp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tmp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tm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119.png"/><Relationship Id="rId3" Type="http://schemas.openxmlformats.org/officeDocument/2006/relationships/image" Target="../media/image100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8.png"/><Relationship Id="rId2" Type="http://schemas.openxmlformats.org/officeDocument/2006/relationships/image" Target="../media/image99.png"/><Relationship Id="rId16" Type="http://schemas.openxmlformats.org/officeDocument/2006/relationships/image" Target="../media/image9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6.png"/><Relationship Id="rId10" Type="http://schemas.openxmlformats.org/officeDocument/2006/relationships/image" Target="../media/image86.png"/><Relationship Id="rId19" Type="http://schemas.openxmlformats.org/officeDocument/2006/relationships/image" Target="../media/image120.svg"/><Relationship Id="rId4" Type="http://schemas.openxmlformats.org/officeDocument/2006/relationships/image" Target="../media/image79.png"/><Relationship Id="rId9" Type="http://schemas.openxmlformats.org/officeDocument/2006/relationships/image" Target="../media/image85.png"/><Relationship Id="rId1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0" y="365126"/>
            <a:ext cx="9067800" cy="1325563"/>
          </a:xfrm>
        </p:spPr>
        <p:txBody>
          <a:bodyPr>
            <a:norm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8693"/>
            <a:ext cx="1245425" cy="14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rgbClr val="FF0000"/>
                </a:solidFill>
              </a:rPr>
              <a:t>409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409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523775" y="1789250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523774" y="1789249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769" y="1798178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523774" y="4129250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2700000">
            <a:off x="583793" y="4108101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223772" y="4129250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40603" y="4108101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223772" y="4165250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3769" y="2145711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238486" y="2140658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844257" y="2156163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558968" y="2139143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223769" y="2200812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523774" y="2493770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238488" y="2502173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523769" y="3265250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838199" y="3262497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41769" y="3274438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516428" y="1789249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14369" y="4378101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6666" y="1804287"/>
            <a:ext cx="324000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close up of a dog collar&#10;&#10;AI-generated content may be incorrect.">
            <a:extLst>
              <a:ext uri="{FF2B5EF4-FFF2-40B4-BE49-F238E27FC236}">
                <a16:creationId xmlns:a16="http://schemas.microsoft.com/office/drawing/2014/main" id="{146FBFE0-2EA3-904C-F9A5-2FFD78A4F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56" y="1335739"/>
            <a:ext cx="4846863" cy="165036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2889287" y="2374123"/>
            <a:ext cx="815970" cy="427665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E8B50-4ED0-761B-44A1-3F61921A7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912" y="1333945"/>
            <a:ext cx="4846740" cy="1652159"/>
          </a:xfrm>
          <a:prstGeom prst="rect">
            <a:avLst/>
          </a:prstGeom>
        </p:spPr>
      </p:pic>
      <p:pic>
        <p:nvPicPr>
          <p:cNvPr id="21" name="Picture 20" descr="A diagram of a diagram&#10;&#10;AI-generated content may be incorrect.">
            <a:extLst>
              <a:ext uri="{FF2B5EF4-FFF2-40B4-BE49-F238E27FC236}">
                <a16:creationId xmlns:a16="http://schemas.microsoft.com/office/drawing/2014/main" id="{034B8E60-F6A2-DF34-90AB-5D137A531C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407" y="0"/>
            <a:ext cx="7059010" cy="637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9303</TotalTime>
  <Words>883</Words>
  <Application>Microsoft Office PowerPoint</Application>
  <PresentationFormat>Widescreen</PresentationFormat>
  <Paragraphs>216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</vt:lpstr>
      <vt:lpstr>Backpack flowchart</vt:lpstr>
      <vt:lpstr>Backpack flowchart</vt:lpstr>
      <vt:lpstr>Backpack flowchart</vt:lpstr>
      <vt:lpstr>Icons for locks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22</cp:revision>
  <dcterms:created xsi:type="dcterms:W3CDTF">2025-11-25T00:30:23Z</dcterms:created>
  <dcterms:modified xsi:type="dcterms:W3CDTF">2025-12-22T10:47:46Z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