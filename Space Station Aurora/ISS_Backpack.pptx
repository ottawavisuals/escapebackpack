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3" r:id="rId4"/>
    <p:sldId id="268" r:id="rId5"/>
    <p:sldId id="269" r:id="rId6"/>
    <p:sldId id="257" r:id="rId7"/>
    <p:sldId id="266" r:id="rId8"/>
    <p:sldId id="267" r:id="rId9"/>
    <p:sldId id="259" r:id="rId10"/>
    <p:sldId id="261" r:id="rId11"/>
    <p:sldId id="265" r:id="rId12"/>
    <p:sldId id="260"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53C"/>
    <a:srgbClr val="A84420"/>
    <a:srgbClr val="8D391B"/>
    <a:srgbClr val="B36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5A600-66DE-4422-B266-4D9E07EEDDF7}" v="27" dt="2025-12-12T03:31:01.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ttier, Simon (he, him | il, lui)" userId="7826fc1b-fb9d-4766-ba69-562e161b9dbc" providerId="ADAL" clId="{EF954CB7-794B-4D5A-BBB9-9A77EB3004B3}"/>
    <pc:docChg chg="undo custSel addSld modSld">
      <pc:chgData name="Guettier, Simon (he, him | il, lui)" userId="7826fc1b-fb9d-4766-ba69-562e161b9dbc" providerId="ADAL" clId="{EF954CB7-794B-4D5A-BBB9-9A77EB3004B3}" dt="2025-12-10T18:45:36.969" v="669" actId="1076"/>
      <pc:docMkLst>
        <pc:docMk/>
      </pc:docMkLst>
      <pc:sldChg chg="addSp delSp modSp new mod setBg addAnim modAnim setClrOvrMap">
        <pc:chgData name="Guettier, Simon (he, him | il, lui)" userId="7826fc1b-fb9d-4766-ba69-562e161b9dbc" providerId="ADAL" clId="{EF954CB7-794B-4D5A-BBB9-9A77EB3004B3}" dt="2025-12-10T14:56:39.206" v="351" actId="20577"/>
        <pc:sldMkLst>
          <pc:docMk/>
          <pc:sldMk cId="354495851" sldId="256"/>
        </pc:sldMkLst>
        <pc:spChg chg="mod">
          <ac:chgData name="Guettier, Simon (he, him | il, lui)" userId="7826fc1b-fb9d-4766-ba69-562e161b9dbc" providerId="ADAL" clId="{EF954CB7-794B-4D5A-BBB9-9A77EB3004B3}" dt="2025-12-10T14:56:18.407" v="348" actId="14100"/>
          <ac:spMkLst>
            <pc:docMk/>
            <pc:sldMk cId="354495851" sldId="256"/>
            <ac:spMk id="2" creationId="{8E903A6F-84BB-0FC3-4F5F-184927E60D66}"/>
          </ac:spMkLst>
        </pc:spChg>
        <pc:spChg chg="mod">
          <ac:chgData name="Guettier, Simon (he, him | il, lui)" userId="7826fc1b-fb9d-4766-ba69-562e161b9dbc" providerId="ADAL" clId="{EF954CB7-794B-4D5A-BBB9-9A77EB3004B3}" dt="2025-12-10T14:56:39.206" v="351" actId="20577"/>
          <ac:spMkLst>
            <pc:docMk/>
            <pc:sldMk cId="354495851" sldId="256"/>
            <ac:spMk id="3" creationId="{D2624E2E-0FF7-2D31-21A1-6ECA691BCB33}"/>
          </ac:spMkLst>
        </pc:spChg>
        <pc:spChg chg="add">
          <ac:chgData name="Guettier, Simon (he, him | il, lui)" userId="7826fc1b-fb9d-4766-ba69-562e161b9dbc" providerId="ADAL" clId="{EF954CB7-794B-4D5A-BBB9-9A77EB3004B3}" dt="2025-12-10T14:44:20.246" v="335" actId="26606"/>
          <ac:spMkLst>
            <pc:docMk/>
            <pc:sldMk cId="354495851" sldId="256"/>
            <ac:spMk id="11" creationId="{71B2258F-86CA-4D4D-8270-BC05FCDEBFB3}"/>
          </ac:spMkLst>
        </pc:spChg>
        <pc:picChg chg="add mod ord">
          <ac:chgData name="Guettier, Simon (he, him | il, lui)" userId="7826fc1b-fb9d-4766-ba69-562e161b9dbc" providerId="ADAL" clId="{EF954CB7-794B-4D5A-BBB9-9A77EB3004B3}" dt="2025-12-10T14:44:20.246" v="335" actId="26606"/>
          <ac:picMkLst>
            <pc:docMk/>
            <pc:sldMk cId="354495851" sldId="256"/>
            <ac:picMk id="6" creationId="{E9EE41BF-A828-764B-C3E4-3C521954354E}"/>
          </ac:picMkLst>
        </pc:picChg>
      </pc:sldChg>
      <pc:sldChg chg="addSp delSp modSp new mod">
        <pc:chgData name="Guettier, Simon (he, him | il, lui)" userId="7826fc1b-fb9d-4766-ba69-562e161b9dbc" providerId="ADAL" clId="{EF954CB7-794B-4D5A-BBB9-9A77EB3004B3}" dt="2025-12-10T16:47:20.370" v="576" actId="21"/>
        <pc:sldMkLst>
          <pc:docMk/>
          <pc:sldMk cId="3363870539" sldId="257"/>
        </pc:sldMkLst>
        <pc:spChg chg="mod">
          <ac:chgData name="Guettier, Simon (he, him | il, lui)" userId="7826fc1b-fb9d-4766-ba69-562e161b9dbc" providerId="ADAL" clId="{EF954CB7-794B-4D5A-BBB9-9A77EB3004B3}" dt="2025-12-10T14:22:10.718" v="221" actId="20577"/>
          <ac:spMkLst>
            <pc:docMk/>
            <pc:sldMk cId="3363870539" sldId="257"/>
            <ac:spMk id="2" creationId="{BB463625-78EA-AFE2-4689-39B2875B5832}"/>
          </ac:spMkLst>
        </pc:spChg>
        <pc:spChg chg="mod">
          <ac:chgData name="Guettier, Simon (he, him | il, lui)" userId="7826fc1b-fb9d-4766-ba69-562e161b9dbc" providerId="ADAL" clId="{EF954CB7-794B-4D5A-BBB9-9A77EB3004B3}" dt="2025-12-10T14:40:19.803" v="329" actId="2711"/>
          <ac:spMkLst>
            <pc:docMk/>
            <pc:sldMk cId="3363870539" sldId="257"/>
            <ac:spMk id="3" creationId="{DCE11563-A896-075C-45CE-4D00347DAA57}"/>
          </ac:spMkLst>
        </pc:spChg>
        <pc:spChg chg="add mod">
          <ac:chgData name="Guettier, Simon (he, him | il, lui)" userId="7826fc1b-fb9d-4766-ba69-562e161b9dbc" providerId="ADAL" clId="{EF954CB7-794B-4D5A-BBB9-9A77EB3004B3}" dt="2025-12-10T15:23:50.495" v="375" actId="1076"/>
          <ac:spMkLst>
            <pc:docMk/>
            <pc:sldMk cId="3363870539" sldId="257"/>
            <ac:spMk id="8" creationId="{3D6ADDA3-2E6F-647C-98D6-7684B839D625}"/>
          </ac:spMkLst>
        </pc:spChg>
        <pc:spChg chg="add mod">
          <ac:chgData name="Guettier, Simon (he, him | il, lui)" userId="7826fc1b-fb9d-4766-ba69-562e161b9dbc" providerId="ADAL" clId="{EF954CB7-794B-4D5A-BBB9-9A77EB3004B3}" dt="2025-12-10T16:37:01.887" v="569" actId="207"/>
          <ac:spMkLst>
            <pc:docMk/>
            <pc:sldMk cId="3363870539" sldId="257"/>
            <ac:spMk id="9" creationId="{091911BA-7DC5-A274-3BA1-47DB05D83511}"/>
          </ac:spMkLst>
        </pc:spChg>
      </pc:sldChg>
      <pc:sldChg chg="addSp delSp modSp add mod">
        <pc:chgData name="Guettier, Simon (he, him | il, lui)" userId="7826fc1b-fb9d-4766-ba69-562e161b9dbc" providerId="ADAL" clId="{EF954CB7-794B-4D5A-BBB9-9A77EB3004B3}" dt="2025-12-10T14:35:24.234" v="308" actId="478"/>
        <pc:sldMkLst>
          <pc:docMk/>
          <pc:sldMk cId="1175273397" sldId="258"/>
        </pc:sldMkLst>
        <pc:spChg chg="mod">
          <ac:chgData name="Guettier, Simon (he, him | il, lui)" userId="7826fc1b-fb9d-4766-ba69-562e161b9dbc" providerId="ADAL" clId="{EF954CB7-794B-4D5A-BBB9-9A77EB3004B3}" dt="2025-12-10T14:35:18.018" v="306" actId="20577"/>
          <ac:spMkLst>
            <pc:docMk/>
            <pc:sldMk cId="1175273397" sldId="258"/>
            <ac:spMk id="2" creationId="{C7565B82-F4BD-895F-3AFD-874D9C2F238E}"/>
          </ac:spMkLst>
        </pc:spChg>
      </pc:sldChg>
      <pc:sldChg chg="addSp delSp modSp add mod">
        <pc:chgData name="Guettier, Simon (he, him | il, lui)" userId="7826fc1b-fb9d-4766-ba69-562e161b9dbc" providerId="ADAL" clId="{EF954CB7-794B-4D5A-BBB9-9A77EB3004B3}" dt="2025-12-10T16:04:04.427" v="470" actId="1076"/>
        <pc:sldMkLst>
          <pc:docMk/>
          <pc:sldMk cId="3634306679" sldId="259"/>
        </pc:sldMkLst>
        <pc:picChg chg="add mod">
          <ac:chgData name="Guettier, Simon (he, him | il, lui)" userId="7826fc1b-fb9d-4766-ba69-562e161b9dbc" providerId="ADAL" clId="{EF954CB7-794B-4D5A-BBB9-9A77EB3004B3}" dt="2025-12-10T15:38:58.570" v="391" actId="1076"/>
          <ac:picMkLst>
            <pc:docMk/>
            <pc:sldMk cId="3634306679" sldId="259"/>
            <ac:picMk id="6" creationId="{8471090E-AD15-D977-19A3-37524B1CD94C}"/>
          </ac:picMkLst>
        </pc:picChg>
        <pc:picChg chg="add mod">
          <ac:chgData name="Guettier, Simon (he, him | il, lui)" userId="7826fc1b-fb9d-4766-ba69-562e161b9dbc" providerId="ADAL" clId="{EF954CB7-794B-4D5A-BBB9-9A77EB3004B3}" dt="2025-12-10T15:39:04.882" v="393" actId="1076"/>
          <ac:picMkLst>
            <pc:docMk/>
            <pc:sldMk cId="3634306679" sldId="259"/>
            <ac:picMk id="10" creationId="{45223B8C-82A5-55D1-0D04-280C75E2F724}"/>
          </ac:picMkLst>
        </pc:picChg>
        <pc:picChg chg="add mod">
          <ac:chgData name="Guettier, Simon (he, him | il, lui)" userId="7826fc1b-fb9d-4766-ba69-562e161b9dbc" providerId="ADAL" clId="{EF954CB7-794B-4D5A-BBB9-9A77EB3004B3}" dt="2025-12-10T15:39:01.882" v="392" actId="1076"/>
          <ac:picMkLst>
            <pc:docMk/>
            <pc:sldMk cId="3634306679" sldId="259"/>
            <ac:picMk id="12" creationId="{37C05D47-3D64-DD26-12A2-3F4164BA10EE}"/>
          </ac:picMkLst>
        </pc:picChg>
        <pc:picChg chg="add mod">
          <ac:chgData name="Guettier, Simon (he, him | il, lui)" userId="7826fc1b-fb9d-4766-ba69-562e161b9dbc" providerId="ADAL" clId="{EF954CB7-794B-4D5A-BBB9-9A77EB3004B3}" dt="2025-12-10T15:38:51.417" v="389" actId="1076"/>
          <ac:picMkLst>
            <pc:docMk/>
            <pc:sldMk cId="3634306679" sldId="259"/>
            <ac:picMk id="14" creationId="{B75BE149-2245-B605-309D-CEC381ED750B}"/>
          </ac:picMkLst>
        </pc:picChg>
        <pc:picChg chg="add mod">
          <ac:chgData name="Guettier, Simon (he, him | il, lui)" userId="7826fc1b-fb9d-4766-ba69-562e161b9dbc" providerId="ADAL" clId="{EF954CB7-794B-4D5A-BBB9-9A77EB3004B3}" dt="2025-12-10T15:39:07.455" v="394" actId="1076"/>
          <ac:picMkLst>
            <pc:docMk/>
            <pc:sldMk cId="3634306679" sldId="259"/>
            <ac:picMk id="16" creationId="{753D3CE2-C60E-04C9-AE28-0D9CB49CC114}"/>
          </ac:picMkLst>
        </pc:picChg>
        <pc:picChg chg="add mod">
          <ac:chgData name="Guettier, Simon (he, him | il, lui)" userId="7826fc1b-fb9d-4766-ba69-562e161b9dbc" providerId="ADAL" clId="{EF954CB7-794B-4D5A-BBB9-9A77EB3004B3}" dt="2025-12-10T15:38:47.724" v="387" actId="1076"/>
          <ac:picMkLst>
            <pc:docMk/>
            <pc:sldMk cId="3634306679" sldId="259"/>
            <ac:picMk id="18" creationId="{01B54853-E5D8-01E6-9189-CFED070AE7E7}"/>
          </ac:picMkLst>
        </pc:picChg>
        <pc:picChg chg="add mod">
          <ac:chgData name="Guettier, Simon (he, him | il, lui)" userId="7826fc1b-fb9d-4766-ba69-562e161b9dbc" providerId="ADAL" clId="{EF954CB7-794B-4D5A-BBB9-9A77EB3004B3}" dt="2025-12-10T15:38:45.524" v="386" actId="1076"/>
          <ac:picMkLst>
            <pc:docMk/>
            <pc:sldMk cId="3634306679" sldId="259"/>
            <ac:picMk id="20" creationId="{0A26C066-0112-9BA2-25BC-C7AE45D8C401}"/>
          </ac:picMkLst>
        </pc:picChg>
        <pc:picChg chg="add mod">
          <ac:chgData name="Guettier, Simon (he, him | il, lui)" userId="7826fc1b-fb9d-4766-ba69-562e161b9dbc" providerId="ADAL" clId="{EF954CB7-794B-4D5A-BBB9-9A77EB3004B3}" dt="2025-12-10T15:38:55.777" v="390" actId="1076"/>
          <ac:picMkLst>
            <pc:docMk/>
            <pc:sldMk cId="3634306679" sldId="259"/>
            <ac:picMk id="22" creationId="{42C34387-B761-F83E-B791-AEE4589536A8}"/>
          </ac:picMkLst>
        </pc:picChg>
        <pc:picChg chg="add mod">
          <ac:chgData name="Guettier, Simon (he, him | il, lui)" userId="7826fc1b-fb9d-4766-ba69-562e161b9dbc" providerId="ADAL" clId="{EF954CB7-794B-4D5A-BBB9-9A77EB3004B3}" dt="2025-12-10T15:38:32.448" v="384" actId="14100"/>
          <ac:picMkLst>
            <pc:docMk/>
            <pc:sldMk cId="3634306679" sldId="259"/>
            <ac:picMk id="24" creationId="{8ED9EE03-2ACA-7D42-3B02-3D17986449EE}"/>
          </ac:picMkLst>
        </pc:picChg>
        <pc:picChg chg="mod">
          <ac:chgData name="Guettier, Simon (he, him | il, lui)" userId="7826fc1b-fb9d-4766-ba69-562e161b9dbc" providerId="ADAL" clId="{EF954CB7-794B-4D5A-BBB9-9A77EB3004B3}" dt="2025-12-10T15:57:45.814" v="425" actId="1076"/>
          <ac:picMkLst>
            <pc:docMk/>
            <pc:sldMk cId="3634306679" sldId="259"/>
            <ac:picMk id="26" creationId="{A078E885-500F-CE4A-83CB-A3919B02EA5B}"/>
          </ac:picMkLst>
        </pc:picChg>
        <pc:picChg chg="mod">
          <ac:chgData name="Guettier, Simon (he, him | il, lui)" userId="7826fc1b-fb9d-4766-ba69-562e161b9dbc" providerId="ADAL" clId="{EF954CB7-794B-4D5A-BBB9-9A77EB3004B3}" dt="2025-12-10T15:57:51.459" v="426" actId="1076"/>
          <ac:picMkLst>
            <pc:docMk/>
            <pc:sldMk cId="3634306679" sldId="259"/>
            <ac:picMk id="28" creationId="{221D92DC-BFAD-A8C4-DFCA-4BB1AAE529EE}"/>
          </ac:picMkLst>
        </pc:picChg>
        <pc:picChg chg="add mod">
          <ac:chgData name="Guettier, Simon (he, him | il, lui)" userId="7826fc1b-fb9d-4766-ba69-562e161b9dbc" providerId="ADAL" clId="{EF954CB7-794B-4D5A-BBB9-9A77EB3004B3}" dt="2025-12-10T15:58:04.596" v="432" actId="1076"/>
          <ac:picMkLst>
            <pc:docMk/>
            <pc:sldMk cId="3634306679" sldId="259"/>
            <ac:picMk id="30" creationId="{38DE41FA-E4FC-6434-89A1-A21BAF75388B}"/>
          </ac:picMkLst>
        </pc:picChg>
        <pc:picChg chg="mod">
          <ac:chgData name="Guettier, Simon (he, him | il, lui)" userId="7826fc1b-fb9d-4766-ba69-562e161b9dbc" providerId="ADAL" clId="{EF954CB7-794B-4D5A-BBB9-9A77EB3004B3}" dt="2025-12-10T16:03:46.237" v="466" actId="1076"/>
          <ac:picMkLst>
            <pc:docMk/>
            <pc:sldMk cId="3634306679" sldId="259"/>
            <ac:picMk id="32" creationId="{06805084-E511-4A35-37EC-6200A2D0093B}"/>
          </ac:picMkLst>
        </pc:picChg>
        <pc:picChg chg="mod">
          <ac:chgData name="Guettier, Simon (he, him | il, lui)" userId="7826fc1b-fb9d-4766-ba69-562e161b9dbc" providerId="ADAL" clId="{EF954CB7-794B-4D5A-BBB9-9A77EB3004B3}" dt="2025-12-10T16:00:33.383" v="445" actId="1076"/>
          <ac:picMkLst>
            <pc:docMk/>
            <pc:sldMk cId="3634306679" sldId="259"/>
            <ac:picMk id="34" creationId="{831692D6-331F-8427-5BDC-CCE9123D9835}"/>
          </ac:picMkLst>
        </pc:picChg>
        <pc:picChg chg="add mod">
          <ac:chgData name="Guettier, Simon (he, him | il, lui)" userId="7826fc1b-fb9d-4766-ba69-562e161b9dbc" providerId="ADAL" clId="{EF954CB7-794B-4D5A-BBB9-9A77EB3004B3}" dt="2025-12-10T16:03:34.118" v="464" actId="1076"/>
          <ac:picMkLst>
            <pc:docMk/>
            <pc:sldMk cId="3634306679" sldId="259"/>
            <ac:picMk id="36" creationId="{EE8343D6-81EF-F0CD-961E-956599CEEF67}"/>
          </ac:picMkLst>
        </pc:picChg>
        <pc:picChg chg="add mod">
          <ac:chgData name="Guettier, Simon (he, him | il, lui)" userId="7826fc1b-fb9d-4766-ba69-562e161b9dbc" providerId="ADAL" clId="{EF954CB7-794B-4D5A-BBB9-9A77EB3004B3}" dt="2025-12-10T16:04:01.375" v="469" actId="1076"/>
          <ac:picMkLst>
            <pc:docMk/>
            <pc:sldMk cId="3634306679" sldId="259"/>
            <ac:picMk id="38" creationId="{E21202F8-BC21-50D0-CE61-898F7D1C4F20}"/>
          </ac:picMkLst>
        </pc:picChg>
        <pc:picChg chg="mod">
          <ac:chgData name="Guettier, Simon (he, him | il, lui)" userId="7826fc1b-fb9d-4766-ba69-562e161b9dbc" providerId="ADAL" clId="{EF954CB7-794B-4D5A-BBB9-9A77EB3004B3}" dt="2025-12-10T16:03:58.195" v="468" actId="1076"/>
          <ac:picMkLst>
            <pc:docMk/>
            <pc:sldMk cId="3634306679" sldId="259"/>
            <ac:picMk id="40" creationId="{9F6687DC-581E-02B7-27A7-E4D0A6F20159}"/>
          </ac:picMkLst>
        </pc:picChg>
        <pc:picChg chg="mod">
          <ac:chgData name="Guettier, Simon (he, him | il, lui)" userId="7826fc1b-fb9d-4766-ba69-562e161b9dbc" providerId="ADAL" clId="{EF954CB7-794B-4D5A-BBB9-9A77EB3004B3}" dt="2025-12-10T16:02:31.989" v="452" actId="1076"/>
          <ac:picMkLst>
            <pc:docMk/>
            <pc:sldMk cId="3634306679" sldId="259"/>
            <ac:picMk id="42" creationId="{CEF7F6FC-C40D-10DD-C13B-8B840BFDB6D8}"/>
          </ac:picMkLst>
        </pc:picChg>
        <pc:picChg chg="mod">
          <ac:chgData name="Guettier, Simon (he, him | il, lui)" userId="7826fc1b-fb9d-4766-ba69-562e161b9dbc" providerId="ADAL" clId="{EF954CB7-794B-4D5A-BBB9-9A77EB3004B3}" dt="2025-12-10T16:02:37.245" v="454" actId="1076"/>
          <ac:picMkLst>
            <pc:docMk/>
            <pc:sldMk cId="3634306679" sldId="259"/>
            <ac:picMk id="44" creationId="{7EE06018-6712-38CE-1230-542A203B68BE}"/>
          </ac:picMkLst>
        </pc:picChg>
        <pc:picChg chg="add mod">
          <ac:chgData name="Guettier, Simon (he, him | il, lui)" userId="7826fc1b-fb9d-4766-ba69-562e161b9dbc" providerId="ADAL" clId="{EF954CB7-794B-4D5A-BBB9-9A77EB3004B3}" dt="2025-12-10T16:02:34.917" v="453" actId="1076"/>
          <ac:picMkLst>
            <pc:docMk/>
            <pc:sldMk cId="3634306679" sldId="259"/>
            <ac:picMk id="46" creationId="{26592DC0-A948-A511-387F-A729AC1E5349}"/>
          </ac:picMkLst>
        </pc:picChg>
        <pc:picChg chg="mod">
          <ac:chgData name="Guettier, Simon (he, him | il, lui)" userId="7826fc1b-fb9d-4766-ba69-562e161b9dbc" providerId="ADAL" clId="{EF954CB7-794B-4D5A-BBB9-9A77EB3004B3}" dt="2025-12-10T16:04:04.427" v="470" actId="1076"/>
          <ac:picMkLst>
            <pc:docMk/>
            <pc:sldMk cId="3634306679" sldId="259"/>
            <ac:picMk id="48" creationId="{6BE9215C-55E9-E02E-5932-DBC7BC67628E}"/>
          </ac:picMkLst>
        </pc:picChg>
        <pc:picChg chg="mod">
          <ac:chgData name="Guettier, Simon (he, him | il, lui)" userId="7826fc1b-fb9d-4766-ba69-562e161b9dbc" providerId="ADAL" clId="{EF954CB7-794B-4D5A-BBB9-9A77EB3004B3}" dt="2025-12-10T16:03:23.818" v="461" actId="1076"/>
          <ac:picMkLst>
            <pc:docMk/>
            <pc:sldMk cId="3634306679" sldId="259"/>
            <ac:picMk id="50" creationId="{B369921E-83D6-ABFC-E8CD-AFCCCBC3BA48}"/>
          </ac:picMkLst>
        </pc:picChg>
        <pc:picChg chg="mod">
          <ac:chgData name="Guettier, Simon (he, him | il, lui)" userId="7826fc1b-fb9d-4766-ba69-562e161b9dbc" providerId="ADAL" clId="{EF954CB7-794B-4D5A-BBB9-9A77EB3004B3}" dt="2025-12-10T16:03:09.814" v="458" actId="1076"/>
          <ac:picMkLst>
            <pc:docMk/>
            <pc:sldMk cId="3634306679" sldId="259"/>
            <ac:picMk id="52" creationId="{43D311B4-9361-4D2F-9316-1844B3302142}"/>
          </ac:picMkLst>
        </pc:picChg>
        <pc:picChg chg="mod">
          <ac:chgData name="Guettier, Simon (he, him | il, lui)" userId="7826fc1b-fb9d-4766-ba69-562e161b9dbc" providerId="ADAL" clId="{EF954CB7-794B-4D5A-BBB9-9A77EB3004B3}" dt="2025-12-10T16:03:42.380" v="465" actId="1076"/>
          <ac:picMkLst>
            <pc:docMk/>
            <pc:sldMk cId="3634306679" sldId="259"/>
            <ac:picMk id="54" creationId="{A91280D5-641D-B3EB-C8F8-FA782D395BF8}"/>
          </ac:picMkLst>
        </pc:picChg>
        <pc:picChg chg="add mod">
          <ac:chgData name="Guettier, Simon (he, him | il, lui)" userId="7826fc1b-fb9d-4766-ba69-562e161b9dbc" providerId="ADAL" clId="{EF954CB7-794B-4D5A-BBB9-9A77EB3004B3}" dt="2025-12-10T16:02:58.930" v="456" actId="1076"/>
          <ac:picMkLst>
            <pc:docMk/>
            <pc:sldMk cId="3634306679" sldId="259"/>
            <ac:picMk id="56" creationId="{55B15DE1-B147-211F-B5A8-FA31119267A7}"/>
          </ac:picMkLst>
        </pc:picChg>
        <pc:picChg chg="add mod">
          <ac:chgData name="Guettier, Simon (he, him | il, lui)" userId="7826fc1b-fb9d-4766-ba69-562e161b9dbc" providerId="ADAL" clId="{EF954CB7-794B-4D5A-BBB9-9A77EB3004B3}" dt="2025-12-10T15:58:25.653" v="436" actId="1076"/>
          <ac:picMkLst>
            <pc:docMk/>
            <pc:sldMk cId="3634306679" sldId="259"/>
            <ac:picMk id="58" creationId="{BBCD290C-FED1-7D5E-58BB-09FD7F7D5CD6}"/>
          </ac:picMkLst>
        </pc:picChg>
        <pc:picChg chg="add mod">
          <ac:chgData name="Guettier, Simon (he, him | il, lui)" userId="7826fc1b-fb9d-4766-ba69-562e161b9dbc" providerId="ADAL" clId="{EF954CB7-794B-4D5A-BBB9-9A77EB3004B3}" dt="2025-12-10T15:58:15.429" v="434" actId="1076"/>
          <ac:picMkLst>
            <pc:docMk/>
            <pc:sldMk cId="3634306679" sldId="259"/>
            <ac:picMk id="60" creationId="{C739CD68-A291-E307-87FD-9F251C674B51}"/>
          </ac:picMkLst>
        </pc:picChg>
        <pc:picChg chg="add mod">
          <ac:chgData name="Guettier, Simon (he, him | il, lui)" userId="7826fc1b-fb9d-4766-ba69-562e161b9dbc" providerId="ADAL" clId="{EF954CB7-794B-4D5A-BBB9-9A77EB3004B3}" dt="2025-12-10T15:58:19.839" v="435" actId="1076"/>
          <ac:picMkLst>
            <pc:docMk/>
            <pc:sldMk cId="3634306679" sldId="259"/>
            <ac:picMk id="62" creationId="{A416C31C-FFFB-2803-BD02-FA928A19737E}"/>
          </ac:picMkLst>
        </pc:picChg>
        <pc:picChg chg="add mod">
          <ac:chgData name="Guettier, Simon (he, him | il, lui)" userId="7826fc1b-fb9d-4766-ba69-562e161b9dbc" providerId="ADAL" clId="{EF954CB7-794B-4D5A-BBB9-9A77EB3004B3}" dt="2025-12-10T15:57:25.971" v="424" actId="1076"/>
          <ac:picMkLst>
            <pc:docMk/>
            <pc:sldMk cId="3634306679" sldId="259"/>
            <ac:picMk id="64" creationId="{E2788EA2-8CFF-52A1-2C9D-5FC4D6E7CB42}"/>
          </ac:picMkLst>
        </pc:picChg>
        <pc:picChg chg="mod">
          <ac:chgData name="Guettier, Simon (he, him | il, lui)" userId="7826fc1b-fb9d-4766-ba69-562e161b9dbc" providerId="ADAL" clId="{EF954CB7-794B-4D5A-BBB9-9A77EB3004B3}" dt="2025-12-10T16:03:18.451" v="460" actId="1076"/>
          <ac:picMkLst>
            <pc:docMk/>
            <pc:sldMk cId="3634306679" sldId="259"/>
            <ac:picMk id="66" creationId="{0ADFDCD9-F0C8-30D2-AFE7-BC4DC2030AC3}"/>
          </ac:picMkLst>
        </pc:picChg>
        <pc:picChg chg="mod">
          <ac:chgData name="Guettier, Simon (he, him | il, lui)" userId="7826fc1b-fb9d-4766-ba69-562e161b9dbc" providerId="ADAL" clId="{EF954CB7-794B-4D5A-BBB9-9A77EB3004B3}" dt="2025-12-10T16:03:31.334" v="463" actId="1076"/>
          <ac:picMkLst>
            <pc:docMk/>
            <pc:sldMk cId="3634306679" sldId="259"/>
            <ac:picMk id="68" creationId="{574E7099-60E8-7F75-DBC6-E377DC754F2B}"/>
          </ac:picMkLst>
        </pc:picChg>
        <pc:picChg chg="mod">
          <ac:chgData name="Guettier, Simon (he, him | il, lui)" userId="7826fc1b-fb9d-4766-ba69-562e161b9dbc" providerId="ADAL" clId="{EF954CB7-794B-4D5A-BBB9-9A77EB3004B3}" dt="2025-12-10T15:58:10.467" v="433" actId="1076"/>
          <ac:picMkLst>
            <pc:docMk/>
            <pc:sldMk cId="3634306679" sldId="259"/>
            <ac:picMk id="70" creationId="{8917F412-45E0-4874-5782-1781EA7A4501}"/>
          </ac:picMkLst>
        </pc:picChg>
        <pc:picChg chg="add mod">
          <ac:chgData name="Guettier, Simon (he, him | il, lui)" userId="7826fc1b-fb9d-4766-ba69-562e161b9dbc" providerId="ADAL" clId="{EF954CB7-794B-4D5A-BBB9-9A77EB3004B3}" dt="2025-12-10T16:03:52.327" v="467" actId="1076"/>
          <ac:picMkLst>
            <pc:docMk/>
            <pc:sldMk cId="3634306679" sldId="259"/>
            <ac:picMk id="72" creationId="{2390DF34-6C63-B321-A5ED-F1C79E52676C}"/>
          </ac:picMkLst>
        </pc:picChg>
      </pc:sldChg>
      <pc:sldChg chg="addSp delSp modSp add mod">
        <pc:chgData name="Guettier, Simon (he, him | il, lui)" userId="7826fc1b-fb9d-4766-ba69-562e161b9dbc" providerId="ADAL" clId="{EF954CB7-794B-4D5A-BBB9-9A77EB3004B3}" dt="2025-12-10T18:44:25.399" v="658" actId="1076"/>
        <pc:sldMkLst>
          <pc:docMk/>
          <pc:sldMk cId="3600266187" sldId="260"/>
        </pc:sldMkLst>
        <pc:spChg chg="mod">
          <ac:chgData name="Guettier, Simon (he, him | il, lui)" userId="7826fc1b-fb9d-4766-ba69-562e161b9dbc" providerId="ADAL" clId="{EF954CB7-794B-4D5A-BBB9-9A77EB3004B3}" dt="2025-12-10T18:38:32.611" v="581" actId="1076"/>
          <ac:spMkLst>
            <pc:docMk/>
            <pc:sldMk cId="3600266187" sldId="260"/>
            <ac:spMk id="23" creationId="{5B495054-B05C-AC76-46FF-1DB6BB4EC220}"/>
          </ac:spMkLst>
        </pc:spChg>
        <pc:spChg chg="add mod ord">
          <ac:chgData name="Guettier, Simon (he, him | il, lui)" userId="7826fc1b-fb9d-4766-ba69-562e161b9dbc" providerId="ADAL" clId="{EF954CB7-794B-4D5A-BBB9-9A77EB3004B3}" dt="2025-12-10T18:39:55.889" v="598" actId="14100"/>
          <ac:spMkLst>
            <pc:docMk/>
            <pc:sldMk cId="3600266187" sldId="260"/>
            <ac:spMk id="27" creationId="{F650F943-9316-0930-FAC1-B4E53DEA9AED}"/>
          </ac:spMkLst>
        </pc:spChg>
        <pc:spChg chg="add mod">
          <ac:chgData name="Guettier, Simon (he, him | il, lui)" userId="7826fc1b-fb9d-4766-ba69-562e161b9dbc" providerId="ADAL" clId="{EF954CB7-794B-4D5A-BBB9-9A77EB3004B3}" dt="2025-12-10T18:41:28.451" v="616" actId="1076"/>
          <ac:spMkLst>
            <pc:docMk/>
            <pc:sldMk cId="3600266187" sldId="260"/>
            <ac:spMk id="29" creationId="{C46E9168-87E1-5F64-8E34-900DF46B9EFC}"/>
          </ac:spMkLst>
        </pc:spChg>
        <pc:spChg chg="add mod ord">
          <ac:chgData name="Guettier, Simon (he, him | il, lui)" userId="7826fc1b-fb9d-4766-ba69-562e161b9dbc" providerId="ADAL" clId="{EF954CB7-794B-4D5A-BBB9-9A77EB3004B3}" dt="2025-12-10T18:44:25.399" v="658" actId="1076"/>
          <ac:spMkLst>
            <pc:docMk/>
            <pc:sldMk cId="3600266187" sldId="260"/>
            <ac:spMk id="41" creationId="{6C2692CC-4B86-ACAF-D19C-5F7468804FDA}"/>
          </ac:spMkLst>
        </pc:spChg>
        <pc:picChg chg="add mod ord">
          <ac:chgData name="Guettier, Simon (he, him | il, lui)" userId="7826fc1b-fb9d-4766-ba69-562e161b9dbc" providerId="ADAL" clId="{EF954CB7-794B-4D5A-BBB9-9A77EB3004B3}" dt="2025-12-10T18:40:10.769" v="601" actId="1076"/>
          <ac:picMkLst>
            <pc:docMk/>
            <pc:sldMk cId="3600266187" sldId="260"/>
            <ac:picMk id="25" creationId="{C83E0348-9BD2-CBD9-AAFE-71A653A0A722}"/>
          </ac:picMkLst>
        </pc:picChg>
      </pc:sldChg>
      <pc:sldChg chg="addSp delSp modSp add mod">
        <pc:chgData name="Guettier, Simon (he, him | il, lui)" userId="7826fc1b-fb9d-4766-ba69-562e161b9dbc" providerId="ADAL" clId="{EF954CB7-794B-4D5A-BBB9-9A77EB3004B3}" dt="2025-12-10T16:47:23.731" v="578" actId="1076"/>
        <pc:sldMkLst>
          <pc:docMk/>
          <pc:sldMk cId="2424138196" sldId="261"/>
        </pc:sldMkLst>
        <pc:picChg chg="add mod">
          <ac:chgData name="Guettier, Simon (he, him | il, lui)" userId="7826fc1b-fb9d-4766-ba69-562e161b9dbc" providerId="ADAL" clId="{EF954CB7-794B-4D5A-BBB9-9A77EB3004B3}" dt="2025-12-10T16:47:23.731" v="578" actId="1076"/>
          <ac:picMkLst>
            <pc:docMk/>
            <pc:sldMk cId="2424138196" sldId="261"/>
            <ac:picMk id="5" creationId="{28733469-ECDA-7B22-D0B9-A6C3C99DFDED}"/>
          </ac:picMkLst>
        </pc:picChg>
        <pc:picChg chg="add mod">
          <ac:chgData name="Guettier, Simon (he, him | il, lui)" userId="7826fc1b-fb9d-4766-ba69-562e161b9dbc" providerId="ADAL" clId="{EF954CB7-794B-4D5A-BBB9-9A77EB3004B3}" dt="2025-12-10T16:47:23.731" v="578" actId="1076"/>
          <ac:picMkLst>
            <pc:docMk/>
            <pc:sldMk cId="2424138196" sldId="261"/>
            <ac:picMk id="7" creationId="{132009F9-342D-1C9D-07E8-E3FA505EE7F4}"/>
          </ac:picMkLst>
        </pc:picChg>
        <pc:picChg chg="add mod">
          <ac:chgData name="Guettier, Simon (he, him | il, lui)" userId="7826fc1b-fb9d-4766-ba69-562e161b9dbc" providerId="ADAL" clId="{EF954CB7-794B-4D5A-BBB9-9A77EB3004B3}" dt="2025-12-10T16:47:23.731" v="578" actId="1076"/>
          <ac:picMkLst>
            <pc:docMk/>
            <pc:sldMk cId="2424138196" sldId="261"/>
            <ac:picMk id="8" creationId="{0BCF6533-93FD-503F-72EB-45E291012714}"/>
          </ac:picMkLst>
        </pc:picChg>
      </pc:sldChg>
      <pc:sldChg chg="addSp delSp modSp add mod">
        <pc:chgData name="Guettier, Simon (he, him | il, lui)" userId="7826fc1b-fb9d-4766-ba69-562e161b9dbc" providerId="ADAL" clId="{EF954CB7-794B-4D5A-BBB9-9A77EB3004B3}" dt="2025-12-10T18:45:36.969" v="669" actId="1076"/>
        <pc:sldMkLst>
          <pc:docMk/>
          <pc:sldMk cId="695642350" sldId="262"/>
        </pc:sldMkLst>
        <pc:spChg chg="mod">
          <ac:chgData name="Guettier, Simon (he, him | il, lui)" userId="7826fc1b-fb9d-4766-ba69-562e161b9dbc" providerId="ADAL" clId="{EF954CB7-794B-4D5A-BBB9-9A77EB3004B3}" dt="2025-12-10T18:45:18.648" v="665" actId="1076"/>
          <ac:spMkLst>
            <pc:docMk/>
            <pc:sldMk cId="695642350" sldId="262"/>
            <ac:spMk id="4" creationId="{F9F7E362-37FF-A201-629E-D12541051135}"/>
          </ac:spMkLst>
        </pc:spChg>
        <pc:picChg chg="add mod">
          <ac:chgData name="Guettier, Simon (he, him | il, lui)" userId="7826fc1b-fb9d-4766-ba69-562e161b9dbc" providerId="ADAL" clId="{EF954CB7-794B-4D5A-BBB9-9A77EB3004B3}" dt="2025-12-10T18:45:36.969" v="669" actId="1076"/>
          <ac:picMkLst>
            <pc:docMk/>
            <pc:sldMk cId="695642350" sldId="262"/>
            <ac:picMk id="5" creationId="{2D649D42-544E-4659-1935-4F283D20E9F8}"/>
          </ac:picMkLst>
        </pc:picChg>
      </pc:sldChg>
    </pc:docChg>
  </pc:docChgLst>
  <pc:docChgLst>
    <pc:chgData name="Simon Guettier" userId="aecb12b45723362e" providerId="LiveId" clId="{93106A41-72F2-4D58-BE20-2D0BA65C9A85}"/>
    <pc:docChg chg="undo custSel addSld delSld modSld sldOrd">
      <pc:chgData name="Simon Guettier" userId="aecb12b45723362e" providerId="LiveId" clId="{93106A41-72F2-4D58-BE20-2D0BA65C9A85}" dt="2025-12-12T03:39:12.187" v="3306" actId="1076"/>
      <pc:docMkLst>
        <pc:docMk/>
      </pc:docMkLst>
      <pc:sldChg chg="modSp mod">
        <pc:chgData name="Simon Guettier" userId="aecb12b45723362e" providerId="LiveId" clId="{93106A41-72F2-4D58-BE20-2D0BA65C9A85}" dt="2025-12-11T23:23:18.097" v="1" actId="1076"/>
        <pc:sldMkLst>
          <pc:docMk/>
          <pc:sldMk cId="3363870539" sldId="257"/>
        </pc:sldMkLst>
        <pc:spChg chg="mod">
          <ac:chgData name="Simon Guettier" userId="aecb12b45723362e" providerId="LiveId" clId="{93106A41-72F2-4D58-BE20-2D0BA65C9A85}" dt="2025-12-11T23:23:12.951" v="0" actId="1076"/>
          <ac:spMkLst>
            <pc:docMk/>
            <pc:sldMk cId="3363870539" sldId="257"/>
            <ac:spMk id="8" creationId="{3D6ADDA3-2E6F-647C-98D6-7684B839D625}"/>
          </ac:spMkLst>
        </pc:spChg>
        <pc:spChg chg="mod">
          <ac:chgData name="Simon Guettier" userId="aecb12b45723362e" providerId="LiveId" clId="{93106A41-72F2-4D58-BE20-2D0BA65C9A85}" dt="2025-12-11T23:23:18.097" v="1" actId="1076"/>
          <ac:spMkLst>
            <pc:docMk/>
            <pc:sldMk cId="3363870539" sldId="257"/>
            <ac:spMk id="9" creationId="{091911BA-7DC5-A274-3BA1-47DB05D83511}"/>
          </ac:spMkLst>
        </pc:spChg>
      </pc:sldChg>
      <pc:sldChg chg="addSp modSp mod ord">
        <pc:chgData name="Simon Guettier" userId="aecb12b45723362e" providerId="LiveId" clId="{93106A41-72F2-4D58-BE20-2D0BA65C9A85}" dt="2025-12-12T03:38:07.348" v="3299" actId="6549"/>
        <pc:sldMkLst>
          <pc:docMk/>
          <pc:sldMk cId="1175273397" sldId="258"/>
        </pc:sldMkLst>
        <pc:spChg chg="mod">
          <ac:chgData name="Simon Guettier" userId="aecb12b45723362e" providerId="LiveId" clId="{93106A41-72F2-4D58-BE20-2D0BA65C9A85}" dt="2025-12-12T01:29:57.554" v="1918" actId="20577"/>
          <ac:spMkLst>
            <pc:docMk/>
            <pc:sldMk cId="1175273397" sldId="258"/>
            <ac:spMk id="2" creationId="{C7565B82-F4BD-895F-3AFD-874D9C2F238E}"/>
          </ac:spMkLst>
        </pc:spChg>
        <pc:spChg chg="add mod">
          <ac:chgData name="Simon Guettier" userId="aecb12b45723362e" providerId="LiveId" clId="{93106A41-72F2-4D58-BE20-2D0BA65C9A85}" dt="2025-12-12T03:38:07.348" v="3299" actId="6549"/>
          <ac:spMkLst>
            <pc:docMk/>
            <pc:sldMk cId="1175273397" sldId="258"/>
            <ac:spMk id="3" creationId="{3FC27E82-D196-882E-3E30-EBFE1A68E616}"/>
          </ac:spMkLst>
        </pc:spChg>
      </pc:sldChg>
      <pc:sldChg chg="addSp delSp modSp mod">
        <pc:chgData name="Simon Guettier" userId="aecb12b45723362e" providerId="LiveId" clId="{93106A41-72F2-4D58-BE20-2D0BA65C9A85}" dt="2025-12-12T02:36:07.122" v="2688" actId="1076"/>
        <pc:sldMkLst>
          <pc:docMk/>
          <pc:sldMk cId="2424138196" sldId="261"/>
        </pc:sldMkLst>
        <pc:spChg chg="add del mod">
          <ac:chgData name="Simon Guettier" userId="aecb12b45723362e" providerId="LiveId" clId="{93106A41-72F2-4D58-BE20-2D0BA65C9A85}" dt="2025-12-12T02:35:48.193" v="2687" actId="478"/>
          <ac:spMkLst>
            <pc:docMk/>
            <pc:sldMk cId="2424138196" sldId="261"/>
            <ac:spMk id="6" creationId="{7C95FB6B-B294-639A-8FCD-AC5F10C6EE9E}"/>
          </ac:spMkLst>
        </pc:spChg>
        <pc:spChg chg="add del mod">
          <ac:chgData name="Simon Guettier" userId="aecb12b45723362e" providerId="LiveId" clId="{93106A41-72F2-4D58-BE20-2D0BA65C9A85}" dt="2025-12-12T02:35:42.575" v="2685" actId="478"/>
          <ac:spMkLst>
            <pc:docMk/>
            <pc:sldMk cId="2424138196" sldId="261"/>
            <ac:spMk id="10" creationId="{D6DC59C7-4EB5-4A51-73C8-48C46D08FC00}"/>
          </ac:spMkLst>
        </pc:spChg>
        <pc:picChg chg="add del mod">
          <ac:chgData name="Simon Guettier" userId="aecb12b45723362e" providerId="LiveId" clId="{93106A41-72F2-4D58-BE20-2D0BA65C9A85}" dt="2025-12-12T02:35:44.625" v="2686" actId="478"/>
          <ac:picMkLst>
            <pc:docMk/>
            <pc:sldMk cId="2424138196" sldId="261"/>
            <ac:picMk id="4" creationId="{C068B996-6BC0-E240-B341-8518843FCA49}"/>
          </ac:picMkLst>
        </pc:picChg>
        <pc:picChg chg="mod">
          <ac:chgData name="Simon Guettier" userId="aecb12b45723362e" providerId="LiveId" clId="{93106A41-72F2-4D58-BE20-2D0BA65C9A85}" dt="2025-12-12T02:36:07.122" v="2688" actId="1076"/>
          <ac:picMkLst>
            <pc:docMk/>
            <pc:sldMk cId="2424138196" sldId="261"/>
            <ac:picMk id="8" creationId="{0BCF6533-93FD-503F-72EB-45E291012714}"/>
          </ac:picMkLst>
        </pc:picChg>
        <pc:picChg chg="add del mod">
          <ac:chgData name="Simon Guettier" userId="aecb12b45723362e" providerId="LiveId" clId="{93106A41-72F2-4D58-BE20-2D0BA65C9A85}" dt="2025-12-12T02:35:38.945" v="2684" actId="478"/>
          <ac:picMkLst>
            <pc:docMk/>
            <pc:sldMk cId="2424138196" sldId="261"/>
            <ac:picMk id="9" creationId="{BDDCEFD6-27E1-1C16-3432-227136531E8D}"/>
          </ac:picMkLst>
        </pc:picChg>
        <pc:picChg chg="add del mod">
          <ac:chgData name="Simon Guettier" userId="aecb12b45723362e" providerId="LiveId" clId="{93106A41-72F2-4D58-BE20-2D0BA65C9A85}" dt="2025-12-12T02:35:35.721" v="2683" actId="478"/>
          <ac:picMkLst>
            <pc:docMk/>
            <pc:sldMk cId="2424138196" sldId="261"/>
            <ac:picMk id="11" creationId="{DEBEC912-7C4B-FD68-C88A-2AAF9FF738DD}"/>
          </ac:picMkLst>
        </pc:picChg>
      </pc:sldChg>
      <pc:sldChg chg="addSp modSp mod">
        <pc:chgData name="Simon Guettier" userId="aecb12b45723362e" providerId="LiveId" clId="{93106A41-72F2-4D58-BE20-2D0BA65C9A85}" dt="2025-12-12T01:36:05.285" v="2083" actId="1076"/>
        <pc:sldMkLst>
          <pc:docMk/>
          <pc:sldMk cId="695642350" sldId="262"/>
        </pc:sldMkLst>
        <pc:spChg chg="add mod">
          <ac:chgData name="Simon Guettier" userId="aecb12b45723362e" providerId="LiveId" clId="{93106A41-72F2-4D58-BE20-2D0BA65C9A85}" dt="2025-12-12T01:36:05.285" v="2083" actId="1076"/>
          <ac:spMkLst>
            <pc:docMk/>
            <pc:sldMk cId="695642350" sldId="262"/>
            <ac:spMk id="3" creationId="{593D6F1C-B6F8-26D4-8BF8-74D1187D9982}"/>
          </ac:spMkLst>
        </pc:spChg>
      </pc:sldChg>
      <pc:sldChg chg="modSp add mod">
        <pc:chgData name="Simon Guettier" userId="aecb12b45723362e" providerId="LiveId" clId="{93106A41-72F2-4D58-BE20-2D0BA65C9A85}" dt="2025-12-12T02:22:39.404" v="2628" actId="20577"/>
        <pc:sldMkLst>
          <pc:docMk/>
          <pc:sldMk cId="3386871535" sldId="263"/>
        </pc:sldMkLst>
        <pc:spChg chg="mod">
          <ac:chgData name="Simon Guettier" userId="aecb12b45723362e" providerId="LiveId" clId="{93106A41-72F2-4D58-BE20-2D0BA65C9A85}" dt="2025-12-11T23:53:39.944" v="1164" actId="20577"/>
          <ac:spMkLst>
            <pc:docMk/>
            <pc:sldMk cId="3386871535" sldId="263"/>
            <ac:spMk id="2" creationId="{AB17E4BC-0C12-6650-5D1C-F24EFD2BB27B}"/>
          </ac:spMkLst>
        </pc:spChg>
        <pc:spChg chg="mod">
          <ac:chgData name="Simon Guettier" userId="aecb12b45723362e" providerId="LiveId" clId="{93106A41-72F2-4D58-BE20-2D0BA65C9A85}" dt="2025-12-12T02:22:39.404" v="2628" actId="20577"/>
          <ac:spMkLst>
            <pc:docMk/>
            <pc:sldMk cId="3386871535" sldId="263"/>
            <ac:spMk id="3" creationId="{304885E3-CE4A-054E-5D1D-31A71522DE0B}"/>
          </ac:spMkLst>
        </pc:spChg>
      </pc:sldChg>
      <pc:sldChg chg="add del">
        <pc:chgData name="Simon Guettier" userId="aecb12b45723362e" providerId="LiveId" clId="{93106A41-72F2-4D58-BE20-2D0BA65C9A85}" dt="2025-12-12T02:41:26.288" v="2689" actId="2696"/>
        <pc:sldMkLst>
          <pc:docMk/>
          <pc:sldMk cId="1089081270" sldId="264"/>
        </pc:sldMkLst>
      </pc:sldChg>
      <pc:sldChg chg="delSp modSp add mod">
        <pc:chgData name="Simon Guettier" userId="aecb12b45723362e" providerId="LiveId" clId="{93106A41-72F2-4D58-BE20-2D0BA65C9A85}" dt="2025-12-12T02:35:26.156" v="2682" actId="29295"/>
        <pc:sldMkLst>
          <pc:docMk/>
          <pc:sldMk cId="199836061" sldId="265"/>
        </pc:sldMkLst>
        <pc:spChg chg="mod">
          <ac:chgData name="Simon Guettier" userId="aecb12b45723362e" providerId="LiveId" clId="{93106A41-72F2-4D58-BE20-2D0BA65C9A85}" dt="2025-12-12T02:34:32.836" v="2674" actId="1076"/>
          <ac:spMkLst>
            <pc:docMk/>
            <pc:sldMk cId="199836061" sldId="265"/>
            <ac:spMk id="6" creationId="{6773A5ED-EF3E-E525-5B85-9EA452583B7A}"/>
          </ac:spMkLst>
        </pc:spChg>
        <pc:spChg chg="mod">
          <ac:chgData name="Simon Guettier" userId="aecb12b45723362e" providerId="LiveId" clId="{93106A41-72F2-4D58-BE20-2D0BA65C9A85}" dt="2025-12-12T02:35:09.703" v="2681" actId="1076"/>
          <ac:spMkLst>
            <pc:docMk/>
            <pc:sldMk cId="199836061" sldId="265"/>
            <ac:spMk id="10" creationId="{41DC2704-31AD-1D47-F687-4B7FBF1F3EBA}"/>
          </ac:spMkLst>
        </pc:spChg>
        <pc:picChg chg="mod">
          <ac:chgData name="Simon Guettier" userId="aecb12b45723362e" providerId="LiveId" clId="{93106A41-72F2-4D58-BE20-2D0BA65C9A85}" dt="2025-12-12T02:33:32.954" v="2661" actId="1076"/>
          <ac:picMkLst>
            <pc:docMk/>
            <pc:sldMk cId="199836061" sldId="265"/>
            <ac:picMk id="4" creationId="{C124D2CB-7FA4-3A1A-C0BC-CEAFC4DEBF93}"/>
          </ac:picMkLst>
        </pc:picChg>
        <pc:picChg chg="mod">
          <ac:chgData name="Simon Guettier" userId="aecb12b45723362e" providerId="LiveId" clId="{93106A41-72F2-4D58-BE20-2D0BA65C9A85}" dt="2025-12-12T02:35:26.156" v="2682" actId="29295"/>
          <ac:picMkLst>
            <pc:docMk/>
            <pc:sldMk cId="199836061" sldId="265"/>
            <ac:picMk id="5" creationId="{87E51D74-C068-890E-B704-44DDECAFBB1D}"/>
          </ac:picMkLst>
        </pc:picChg>
        <pc:picChg chg="del">
          <ac:chgData name="Simon Guettier" userId="aecb12b45723362e" providerId="LiveId" clId="{93106A41-72F2-4D58-BE20-2D0BA65C9A85}" dt="2025-12-12T02:32:52.948" v="2648" actId="478"/>
          <ac:picMkLst>
            <pc:docMk/>
            <pc:sldMk cId="199836061" sldId="265"/>
            <ac:picMk id="7" creationId="{4B52F068-8B05-2BF9-A628-F3E03A7BE067}"/>
          </ac:picMkLst>
        </pc:picChg>
        <pc:picChg chg="del">
          <ac:chgData name="Simon Guettier" userId="aecb12b45723362e" providerId="LiveId" clId="{93106A41-72F2-4D58-BE20-2D0BA65C9A85}" dt="2025-12-12T02:32:50.220" v="2647" actId="478"/>
          <ac:picMkLst>
            <pc:docMk/>
            <pc:sldMk cId="199836061" sldId="265"/>
            <ac:picMk id="8" creationId="{00D6855A-9110-87BA-71B0-A11E1EF232EF}"/>
          </ac:picMkLst>
        </pc:picChg>
        <pc:picChg chg="mod">
          <ac:chgData name="Simon Guettier" userId="aecb12b45723362e" providerId="LiveId" clId="{93106A41-72F2-4D58-BE20-2D0BA65C9A85}" dt="2025-12-12T02:34:44.835" v="2679" actId="1035"/>
          <ac:picMkLst>
            <pc:docMk/>
            <pc:sldMk cId="199836061" sldId="265"/>
            <ac:picMk id="9" creationId="{E07389C5-473D-D6DA-9DBD-BA22FA4C392F}"/>
          </ac:picMkLst>
        </pc:picChg>
        <pc:picChg chg="del">
          <ac:chgData name="Simon Guettier" userId="aecb12b45723362e" providerId="LiveId" clId="{93106A41-72F2-4D58-BE20-2D0BA65C9A85}" dt="2025-12-12T02:32:47.360" v="2646" actId="478"/>
          <ac:picMkLst>
            <pc:docMk/>
            <pc:sldMk cId="199836061" sldId="265"/>
            <ac:picMk id="11" creationId="{A7567E06-E00D-06C6-6979-41D93E1587BC}"/>
          </ac:picMkLst>
        </pc:picChg>
      </pc:sldChg>
      <pc:sldChg chg="addSp delSp modSp add mod">
        <pc:chgData name="Simon Guettier" userId="aecb12b45723362e" providerId="LiveId" clId="{93106A41-72F2-4D58-BE20-2D0BA65C9A85}" dt="2025-12-12T03:39:12.187" v="3306" actId="1076"/>
        <pc:sldMkLst>
          <pc:docMk/>
          <pc:sldMk cId="3788628348" sldId="266"/>
        </pc:sldMkLst>
        <pc:spChg chg="mod">
          <ac:chgData name="Simon Guettier" userId="aecb12b45723362e" providerId="LiveId" clId="{93106A41-72F2-4D58-BE20-2D0BA65C9A85}" dt="2025-12-12T02:48:42.418" v="2696" actId="20577"/>
          <ac:spMkLst>
            <pc:docMk/>
            <pc:sldMk cId="3788628348" sldId="266"/>
            <ac:spMk id="2" creationId="{E64B3BBB-9015-2CA7-8900-5D6127A84A48}"/>
          </ac:spMkLst>
        </pc:spChg>
        <pc:spChg chg="del mod">
          <ac:chgData name="Simon Guettier" userId="aecb12b45723362e" providerId="LiveId" clId="{93106A41-72F2-4D58-BE20-2D0BA65C9A85}" dt="2025-12-12T02:48:50.002" v="2698" actId="478"/>
          <ac:spMkLst>
            <pc:docMk/>
            <pc:sldMk cId="3788628348" sldId="266"/>
            <ac:spMk id="3" creationId="{5D6F99FD-D60B-FE6D-D80C-F442F6BBD5F2}"/>
          </ac:spMkLst>
        </pc:spChg>
        <pc:spChg chg="add mod">
          <ac:chgData name="Simon Guettier" userId="aecb12b45723362e" providerId="LiveId" clId="{93106A41-72F2-4D58-BE20-2D0BA65C9A85}" dt="2025-12-12T03:22:53.624" v="3085" actId="1076"/>
          <ac:spMkLst>
            <pc:docMk/>
            <pc:sldMk cId="3788628348" sldId="266"/>
            <ac:spMk id="6" creationId="{1E7E1716-B68C-AC94-A3FB-7FFB783E4C93}"/>
          </ac:spMkLst>
        </pc:spChg>
        <pc:spChg chg="del">
          <ac:chgData name="Simon Guettier" userId="aecb12b45723362e" providerId="LiveId" clId="{93106A41-72F2-4D58-BE20-2D0BA65C9A85}" dt="2025-12-12T02:48:38.769" v="2692" actId="478"/>
          <ac:spMkLst>
            <pc:docMk/>
            <pc:sldMk cId="3788628348" sldId="266"/>
            <ac:spMk id="8" creationId="{0FE7DE3B-A15F-516A-760C-36E0340C9ED9}"/>
          </ac:spMkLst>
        </pc:spChg>
        <pc:spChg chg="del">
          <ac:chgData name="Simon Guettier" userId="aecb12b45723362e" providerId="LiveId" clId="{93106A41-72F2-4D58-BE20-2D0BA65C9A85}" dt="2025-12-12T02:48:36.229" v="2691" actId="478"/>
          <ac:spMkLst>
            <pc:docMk/>
            <pc:sldMk cId="3788628348" sldId="266"/>
            <ac:spMk id="9" creationId="{B706743A-FADA-93D8-A799-654F8028550A}"/>
          </ac:spMkLst>
        </pc:spChg>
        <pc:spChg chg="add del mod">
          <ac:chgData name="Simon Guettier" userId="aecb12b45723362e" providerId="LiveId" clId="{93106A41-72F2-4D58-BE20-2D0BA65C9A85}" dt="2025-12-12T02:59:48.574" v="2755" actId="478"/>
          <ac:spMkLst>
            <pc:docMk/>
            <pc:sldMk cId="3788628348" sldId="266"/>
            <ac:spMk id="12" creationId="{AEE6831B-254F-1EDA-8426-CC9032EAD407}"/>
          </ac:spMkLst>
        </pc:spChg>
        <pc:spChg chg="add del mod">
          <ac:chgData name="Simon Guettier" userId="aecb12b45723362e" providerId="LiveId" clId="{93106A41-72F2-4D58-BE20-2D0BA65C9A85}" dt="2025-12-12T03:00:48.802" v="2765"/>
          <ac:spMkLst>
            <pc:docMk/>
            <pc:sldMk cId="3788628348" sldId="266"/>
            <ac:spMk id="13" creationId="{7A8351EF-5BD4-9515-E84D-5AB51271A228}"/>
          </ac:spMkLst>
        </pc:spChg>
        <pc:spChg chg="add del mod ord">
          <ac:chgData name="Simon Guettier" userId="aecb12b45723362e" providerId="LiveId" clId="{93106A41-72F2-4D58-BE20-2D0BA65C9A85}" dt="2025-12-12T03:00:48.802" v="2765"/>
          <ac:spMkLst>
            <pc:docMk/>
            <pc:sldMk cId="3788628348" sldId="266"/>
            <ac:spMk id="14" creationId="{4BD94BF9-882B-5A87-5F35-0058B45EE2B1}"/>
          </ac:spMkLst>
        </pc:spChg>
        <pc:spChg chg="mod">
          <ac:chgData name="Simon Guettier" userId="aecb12b45723362e" providerId="LiveId" clId="{93106A41-72F2-4D58-BE20-2D0BA65C9A85}" dt="2025-12-12T03:23:01.836" v="3086" actId="1076"/>
          <ac:spMkLst>
            <pc:docMk/>
            <pc:sldMk cId="3788628348" sldId="266"/>
            <ac:spMk id="15" creationId="{48342908-3A8F-57DF-F513-CA2D13AF109E}"/>
          </ac:spMkLst>
        </pc:spChg>
        <pc:spChg chg="add mod">
          <ac:chgData name="Simon Guettier" userId="aecb12b45723362e" providerId="LiveId" clId="{93106A41-72F2-4D58-BE20-2D0BA65C9A85}" dt="2025-12-12T03:09:04.037" v="2871" actId="1076"/>
          <ac:spMkLst>
            <pc:docMk/>
            <pc:sldMk cId="3788628348" sldId="266"/>
            <ac:spMk id="16" creationId="{A5800853-B133-E4EF-77AB-7BEEBBDFDD40}"/>
          </ac:spMkLst>
        </pc:spChg>
        <pc:spChg chg="add mod">
          <ac:chgData name="Simon Guettier" userId="aecb12b45723362e" providerId="LiveId" clId="{93106A41-72F2-4D58-BE20-2D0BA65C9A85}" dt="2025-12-12T03:09:42.516" v="2889" actId="14100"/>
          <ac:spMkLst>
            <pc:docMk/>
            <pc:sldMk cId="3788628348" sldId="266"/>
            <ac:spMk id="24" creationId="{0203524B-E1CE-B7A1-8339-EAFC25BA2036}"/>
          </ac:spMkLst>
        </pc:spChg>
        <pc:spChg chg="add mod">
          <ac:chgData name="Simon Guettier" userId="aecb12b45723362e" providerId="LiveId" clId="{93106A41-72F2-4D58-BE20-2D0BA65C9A85}" dt="2025-12-12T03:22:26.089" v="3083" actId="1076"/>
          <ac:spMkLst>
            <pc:docMk/>
            <pc:sldMk cId="3788628348" sldId="266"/>
            <ac:spMk id="25" creationId="{731246D4-99D0-27A9-A095-B32022FBC091}"/>
          </ac:spMkLst>
        </pc:spChg>
        <pc:spChg chg="add mod">
          <ac:chgData name="Simon Guettier" userId="aecb12b45723362e" providerId="LiveId" clId="{93106A41-72F2-4D58-BE20-2D0BA65C9A85}" dt="2025-12-12T03:22:38.615" v="3084" actId="1076"/>
          <ac:spMkLst>
            <pc:docMk/>
            <pc:sldMk cId="3788628348" sldId="266"/>
            <ac:spMk id="26" creationId="{08B1A850-12CC-3645-16C1-A77511FB26FA}"/>
          </ac:spMkLst>
        </pc:spChg>
        <pc:spChg chg="add mod">
          <ac:chgData name="Simon Guettier" userId="aecb12b45723362e" providerId="LiveId" clId="{93106A41-72F2-4D58-BE20-2D0BA65C9A85}" dt="2025-12-12T03:13:36.448" v="2944" actId="20577"/>
          <ac:spMkLst>
            <pc:docMk/>
            <pc:sldMk cId="3788628348" sldId="266"/>
            <ac:spMk id="28" creationId="{27EF2709-AE67-15C0-E43A-F8D5ABF816F7}"/>
          </ac:spMkLst>
        </pc:spChg>
        <pc:spChg chg="add mod">
          <ac:chgData name="Simon Guettier" userId="aecb12b45723362e" providerId="LiveId" clId="{93106A41-72F2-4D58-BE20-2D0BA65C9A85}" dt="2025-12-12T03:12:26.642" v="2927" actId="20577"/>
          <ac:spMkLst>
            <pc:docMk/>
            <pc:sldMk cId="3788628348" sldId="266"/>
            <ac:spMk id="31" creationId="{1E085001-F7BF-4984-B3CD-CA12F2A28BE0}"/>
          </ac:spMkLst>
        </pc:spChg>
        <pc:spChg chg="add mod">
          <ac:chgData name="Simon Guettier" userId="aecb12b45723362e" providerId="LiveId" clId="{93106A41-72F2-4D58-BE20-2D0BA65C9A85}" dt="2025-12-12T03:14:02.131" v="2947" actId="1076"/>
          <ac:spMkLst>
            <pc:docMk/>
            <pc:sldMk cId="3788628348" sldId="266"/>
            <ac:spMk id="32" creationId="{EA77BEE0-44FC-332D-03B1-10EE575B7C6E}"/>
          </ac:spMkLst>
        </pc:spChg>
        <pc:spChg chg="add mod">
          <ac:chgData name="Simon Guettier" userId="aecb12b45723362e" providerId="LiveId" clId="{93106A41-72F2-4D58-BE20-2D0BA65C9A85}" dt="2025-12-12T03:21:18.782" v="3077" actId="2085"/>
          <ac:spMkLst>
            <pc:docMk/>
            <pc:sldMk cId="3788628348" sldId="266"/>
            <ac:spMk id="33" creationId="{874B9434-8086-5253-62D2-3D91C697EA82}"/>
          </ac:spMkLst>
        </pc:spChg>
        <pc:spChg chg="add mod">
          <ac:chgData name="Simon Guettier" userId="aecb12b45723362e" providerId="LiveId" clId="{93106A41-72F2-4D58-BE20-2D0BA65C9A85}" dt="2025-12-12T03:37:51.204" v="3275" actId="20577"/>
          <ac:spMkLst>
            <pc:docMk/>
            <pc:sldMk cId="3788628348" sldId="266"/>
            <ac:spMk id="35" creationId="{2BABA9F3-AE4B-A1CF-DA56-4B85C0C5A0C4}"/>
          </ac:spMkLst>
        </pc:spChg>
        <pc:spChg chg="add mod">
          <ac:chgData name="Simon Guettier" userId="aecb12b45723362e" providerId="LiveId" clId="{93106A41-72F2-4D58-BE20-2D0BA65C9A85}" dt="2025-12-12T03:14:52.712" v="2979" actId="20577"/>
          <ac:spMkLst>
            <pc:docMk/>
            <pc:sldMk cId="3788628348" sldId="266"/>
            <ac:spMk id="37" creationId="{F4EE2C63-5D3E-64B6-BDE3-7143A61CF7BC}"/>
          </ac:spMkLst>
        </pc:spChg>
        <pc:spChg chg="add mod">
          <ac:chgData name="Simon Guettier" userId="aecb12b45723362e" providerId="LiveId" clId="{93106A41-72F2-4D58-BE20-2D0BA65C9A85}" dt="2025-12-12T03:29:54.873" v="3201" actId="20577"/>
          <ac:spMkLst>
            <pc:docMk/>
            <pc:sldMk cId="3788628348" sldId="266"/>
            <ac:spMk id="42" creationId="{764EE7D3-C367-123E-BCBE-61A0DB2AECAD}"/>
          </ac:spMkLst>
        </pc:spChg>
        <pc:spChg chg="add mod">
          <ac:chgData name="Simon Guettier" userId="aecb12b45723362e" providerId="LiveId" clId="{93106A41-72F2-4D58-BE20-2D0BA65C9A85}" dt="2025-12-12T03:30:45.290" v="3226" actId="20577"/>
          <ac:spMkLst>
            <pc:docMk/>
            <pc:sldMk cId="3788628348" sldId="266"/>
            <ac:spMk id="45" creationId="{D74F619E-27D4-FA4E-8DAE-84DD2AD958DA}"/>
          </ac:spMkLst>
        </pc:spChg>
        <pc:spChg chg="add mod">
          <ac:chgData name="Simon Guettier" userId="aecb12b45723362e" providerId="LiveId" clId="{93106A41-72F2-4D58-BE20-2D0BA65C9A85}" dt="2025-12-12T03:38:27.263" v="3305" actId="20577"/>
          <ac:spMkLst>
            <pc:docMk/>
            <pc:sldMk cId="3788628348" sldId="266"/>
            <ac:spMk id="46" creationId="{840C6795-AA29-7AD2-509E-6C02A39473C7}"/>
          </ac:spMkLst>
        </pc:spChg>
        <pc:picChg chg="add mod ord">
          <ac:chgData name="Simon Guettier" userId="aecb12b45723362e" providerId="LiveId" clId="{93106A41-72F2-4D58-BE20-2D0BA65C9A85}" dt="2025-12-12T03:11:39.594" v="2902" actId="14100"/>
          <ac:picMkLst>
            <pc:docMk/>
            <pc:sldMk cId="3788628348" sldId="266"/>
            <ac:picMk id="5" creationId="{C4BFA73A-1140-DDE7-1665-876F64534D29}"/>
          </ac:picMkLst>
        </pc:picChg>
        <pc:picChg chg="add mod ord">
          <ac:chgData name="Simon Guettier" userId="aecb12b45723362e" providerId="LiveId" clId="{93106A41-72F2-4D58-BE20-2D0BA65C9A85}" dt="2025-12-12T03:39:12.187" v="3306" actId="1076"/>
          <ac:picMkLst>
            <pc:docMk/>
            <pc:sldMk cId="3788628348" sldId="266"/>
            <ac:picMk id="10" creationId="{78C79119-4A58-D727-6637-AA2D20FE20C9}"/>
          </ac:picMkLst>
        </pc:picChg>
        <pc:picChg chg="add mod">
          <ac:chgData name="Simon Guettier" userId="aecb12b45723362e" providerId="LiveId" clId="{93106A41-72F2-4D58-BE20-2D0BA65C9A85}" dt="2025-12-12T03:09:53.377" v="2890" actId="1076"/>
          <ac:picMkLst>
            <pc:docMk/>
            <pc:sldMk cId="3788628348" sldId="266"/>
            <ac:picMk id="11" creationId="{A2B633BA-8C0D-261D-9DCB-F3B0458FECD8}"/>
          </ac:picMkLst>
        </pc:picChg>
        <pc:picChg chg="add del mod">
          <ac:chgData name="Simon Guettier" userId="aecb12b45723362e" providerId="LiveId" clId="{93106A41-72F2-4D58-BE20-2D0BA65C9A85}" dt="2025-12-12T03:05:31.127" v="2808" actId="478"/>
          <ac:picMkLst>
            <pc:docMk/>
            <pc:sldMk cId="3788628348" sldId="266"/>
            <ac:picMk id="17" creationId="{9B9A45AA-C741-F4AD-5E96-F244990BE2F8}"/>
          </ac:picMkLst>
        </pc:picChg>
        <pc:picChg chg="add mod ord">
          <ac:chgData name="Simon Guettier" userId="aecb12b45723362e" providerId="LiveId" clId="{93106A41-72F2-4D58-BE20-2D0BA65C9A85}" dt="2025-12-12T03:14:36.555" v="2958" actId="1076"/>
          <ac:picMkLst>
            <pc:docMk/>
            <pc:sldMk cId="3788628348" sldId="266"/>
            <ac:picMk id="21" creationId="{624F8F91-3666-89B0-5BC6-86683401413D}"/>
          </ac:picMkLst>
        </pc:picChg>
        <pc:picChg chg="add mod">
          <ac:chgData name="Simon Guettier" userId="aecb12b45723362e" providerId="LiveId" clId="{93106A41-72F2-4D58-BE20-2D0BA65C9A85}" dt="2025-12-12T03:10:58.669" v="2895" actId="1076"/>
          <ac:picMkLst>
            <pc:docMk/>
            <pc:sldMk cId="3788628348" sldId="266"/>
            <ac:picMk id="27" creationId="{ECC065A4-1AB1-70F8-EBF5-BB51368ACE65}"/>
          </ac:picMkLst>
        </pc:picChg>
        <pc:picChg chg="add del mod">
          <ac:chgData name="Simon Guettier" userId="aecb12b45723362e" providerId="LiveId" clId="{93106A41-72F2-4D58-BE20-2D0BA65C9A85}" dt="2025-12-12T03:11:43.643" v="2904" actId="478"/>
          <ac:picMkLst>
            <pc:docMk/>
            <pc:sldMk cId="3788628348" sldId="266"/>
            <ac:picMk id="30" creationId="{4B85559A-D99B-A732-34D0-EFB238B744AA}"/>
          </ac:picMkLst>
        </pc:picChg>
        <pc:picChg chg="add mod">
          <ac:chgData name="Simon Guettier" userId="aecb12b45723362e" providerId="LiveId" clId="{93106A41-72F2-4D58-BE20-2D0BA65C9A85}" dt="2025-12-12T03:14:02.131" v="2947" actId="1076"/>
          <ac:picMkLst>
            <pc:docMk/>
            <pc:sldMk cId="3788628348" sldId="266"/>
            <ac:picMk id="34" creationId="{0EE43A0F-0E76-4AFE-4555-B6EDC7D5EFC9}"/>
          </ac:picMkLst>
        </pc:picChg>
        <pc:picChg chg="add del mod">
          <ac:chgData name="Simon Guettier" userId="aecb12b45723362e" providerId="LiveId" clId="{93106A41-72F2-4D58-BE20-2D0BA65C9A85}" dt="2025-12-12T03:14:06.499" v="2948" actId="478"/>
          <ac:picMkLst>
            <pc:docMk/>
            <pc:sldMk cId="3788628348" sldId="266"/>
            <ac:picMk id="38" creationId="{12C8C75A-C89C-21F8-B756-779A0C54B545}"/>
          </ac:picMkLst>
        </pc:picChg>
        <pc:picChg chg="add del mod">
          <ac:chgData name="Simon Guettier" userId="aecb12b45723362e" providerId="LiveId" clId="{93106A41-72F2-4D58-BE20-2D0BA65C9A85}" dt="2025-12-12T03:27:33.191" v="3146" actId="478"/>
          <ac:picMkLst>
            <pc:docMk/>
            <pc:sldMk cId="3788628348" sldId="266"/>
            <ac:picMk id="44" creationId="{8E65F55E-53A5-04B2-F64B-EE331049AA51}"/>
          </ac:picMkLst>
        </pc:picChg>
        <pc:cxnChg chg="add del mod">
          <ac:chgData name="Simon Guettier" userId="aecb12b45723362e" providerId="LiveId" clId="{93106A41-72F2-4D58-BE20-2D0BA65C9A85}" dt="2025-12-12T03:10:26.737" v="2891" actId="478"/>
          <ac:cxnSpMkLst>
            <pc:docMk/>
            <pc:sldMk cId="3788628348" sldId="266"/>
            <ac:cxnSpMk id="19" creationId="{138F85BE-CC39-0889-843B-C2BC45D38410}"/>
          </ac:cxnSpMkLst>
        </pc:cxnChg>
        <pc:cxnChg chg="add mod">
          <ac:chgData name="Simon Guettier" userId="aecb12b45723362e" providerId="LiveId" clId="{93106A41-72F2-4D58-BE20-2D0BA65C9A85}" dt="2025-12-12T03:23:01.836" v="3086" actId="1076"/>
          <ac:cxnSpMkLst>
            <pc:docMk/>
            <pc:sldMk cId="3788628348" sldId="266"/>
            <ac:cxnSpMk id="22" creationId="{6FED104E-CBDF-8BF0-9DA1-90561FEF7485}"/>
          </ac:cxnSpMkLst>
        </pc:cxnChg>
        <pc:cxnChg chg="add mod">
          <ac:chgData name="Simon Guettier" userId="aecb12b45723362e" providerId="LiveId" clId="{93106A41-72F2-4D58-BE20-2D0BA65C9A85}" dt="2025-12-12T03:22:38.615" v="3084" actId="1076"/>
          <ac:cxnSpMkLst>
            <pc:docMk/>
            <pc:sldMk cId="3788628348" sldId="266"/>
            <ac:cxnSpMk id="29" creationId="{D0811A13-24AD-AD2C-14F6-CB1D5D657442}"/>
          </ac:cxnSpMkLst>
        </pc:cxnChg>
        <pc:cxnChg chg="add mod">
          <ac:chgData name="Simon Guettier" userId="aecb12b45723362e" providerId="LiveId" clId="{93106A41-72F2-4D58-BE20-2D0BA65C9A85}" dt="2025-12-12T03:14:02.131" v="2947" actId="1076"/>
          <ac:cxnSpMkLst>
            <pc:docMk/>
            <pc:sldMk cId="3788628348" sldId="266"/>
            <ac:cxnSpMk id="36" creationId="{348479E6-50B1-FAB1-2CE4-DA6B58BBC7AE}"/>
          </ac:cxnSpMkLst>
        </pc:cxnChg>
        <pc:cxnChg chg="add mod">
          <ac:chgData name="Simon Guettier" userId="aecb12b45723362e" providerId="LiveId" clId="{93106A41-72F2-4D58-BE20-2D0BA65C9A85}" dt="2025-12-12T03:16:58.957" v="3015" actId="1076"/>
          <ac:cxnSpMkLst>
            <pc:docMk/>
            <pc:sldMk cId="3788628348" sldId="266"/>
            <ac:cxnSpMk id="40" creationId="{8E024DBC-9475-8A3A-A579-D3C6BC48BF37}"/>
          </ac:cxnSpMkLst>
        </pc:cxnChg>
        <pc:cxnChg chg="add mod">
          <ac:chgData name="Simon Guettier" userId="aecb12b45723362e" providerId="LiveId" clId="{93106A41-72F2-4D58-BE20-2D0BA65C9A85}" dt="2025-12-12T03:17:35.441" v="3047" actId="1036"/>
          <ac:cxnSpMkLst>
            <pc:docMk/>
            <pc:sldMk cId="3788628348" sldId="266"/>
            <ac:cxnSpMk id="41" creationId="{45ACA359-ED85-C7B0-F0AA-F7611E8F7C9B}"/>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726E-3AFF-B6F8-91C5-0B561AEACC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53539EC-6A8D-003C-604E-B37E66AD22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F41A639-AFC6-49BD-8292-A683B4DF5574}"/>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5" name="Footer Placeholder 4">
            <a:extLst>
              <a:ext uri="{FF2B5EF4-FFF2-40B4-BE49-F238E27FC236}">
                <a16:creationId xmlns:a16="http://schemas.microsoft.com/office/drawing/2014/main" id="{255845F3-6FBD-C7AF-DECC-6975C469C0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AB9555-0DDF-E041-A971-CEC0E98AC36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1883701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89B-3ACA-0D79-0F88-3B35180DD98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F931992-E445-1495-F277-193CCF5EBD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A4513D9-5E23-4795-C756-843EBF84346D}"/>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5" name="Footer Placeholder 4">
            <a:extLst>
              <a:ext uri="{FF2B5EF4-FFF2-40B4-BE49-F238E27FC236}">
                <a16:creationId xmlns:a16="http://schemas.microsoft.com/office/drawing/2014/main" id="{FAB23B77-E1C6-18A9-AB1D-7F17A061037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DE49B31-DA04-B19A-FF33-F0953EE9A4BE}"/>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45668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B52A-4204-D6D3-520A-CCD4375C79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A9847BC-CCB2-3037-725D-9FCBD2E40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45E81D-9E13-7533-6E30-BBC41192F9AD}"/>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5" name="Footer Placeholder 4">
            <a:extLst>
              <a:ext uri="{FF2B5EF4-FFF2-40B4-BE49-F238E27FC236}">
                <a16:creationId xmlns:a16="http://schemas.microsoft.com/office/drawing/2014/main" id="{BAF3C9BD-07C8-1277-D680-BFC0269CF0E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5A4BDBC-075A-A1C8-FFF1-585CACF4875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1720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BD4C-9706-D665-0BCC-B0CDF5E20A7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307CB75-C55A-E45F-E5F0-AD518C12B6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A95B35A-6F66-0D31-B23C-A7D778390D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6C613D0-7D57-910A-A180-058E069ADE59}"/>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6" name="Footer Placeholder 5">
            <a:extLst>
              <a:ext uri="{FF2B5EF4-FFF2-40B4-BE49-F238E27FC236}">
                <a16:creationId xmlns:a16="http://schemas.microsoft.com/office/drawing/2014/main" id="{7C524B3C-2718-2E6A-740B-9F7163BBA4E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FC163D5-873B-46C5-E728-F8E67CF1B466}"/>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2163891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B23ED-01B4-AF68-64DF-4288F3A2507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52D5495-70AF-A42B-4E64-4943BB894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09B49-EEA5-4F45-7944-044EC71770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A4E14A8-8EDB-0785-8F6F-331D651760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F33D21-DA7C-9D72-C656-C8EE8808DD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05127D6-9A61-0981-F4ED-E26E62859B17}"/>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8" name="Footer Placeholder 7">
            <a:extLst>
              <a:ext uri="{FF2B5EF4-FFF2-40B4-BE49-F238E27FC236}">
                <a16:creationId xmlns:a16="http://schemas.microsoft.com/office/drawing/2014/main" id="{DD969023-1C3F-9480-2EBE-C64892B28BA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7DE7B72-37E9-C7DB-4C0B-B6FDDD6329CB}"/>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1336337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4C95-7CF9-CDFB-21EE-4FABC020249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F73A9A2-A5BE-16FE-AE23-8DA7269F0C2E}"/>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4" name="Footer Placeholder 3">
            <a:extLst>
              <a:ext uri="{FF2B5EF4-FFF2-40B4-BE49-F238E27FC236}">
                <a16:creationId xmlns:a16="http://schemas.microsoft.com/office/drawing/2014/main" id="{80830269-C3FF-C5F2-7E3B-23BF2272508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C234026-A810-52D1-EB2A-3CA5BEFF7604}"/>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93695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CED40-2FAB-50EB-346B-5246071484A0}"/>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3" name="Footer Placeholder 2">
            <a:extLst>
              <a:ext uri="{FF2B5EF4-FFF2-40B4-BE49-F238E27FC236}">
                <a16:creationId xmlns:a16="http://schemas.microsoft.com/office/drawing/2014/main" id="{85D7364F-B90C-0EA7-6944-021F68AAAF9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B1D5695-5B64-2959-6B3F-87D9949C7455}"/>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60944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646C1-9337-BB38-0E68-806F1A7E9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E05EE3D-9259-13BE-3BC6-A99501A5AE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650BBD4-A935-6CD1-FEB2-2098758CB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40A859-CC93-D303-736C-BD90DCFB3680}"/>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6" name="Footer Placeholder 5">
            <a:extLst>
              <a:ext uri="{FF2B5EF4-FFF2-40B4-BE49-F238E27FC236}">
                <a16:creationId xmlns:a16="http://schemas.microsoft.com/office/drawing/2014/main" id="{E33EF52F-FFA2-53B2-7C13-A97A1319176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50B4C9F-8A55-D720-E4FA-A17FC59D8C13}"/>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4127861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CDFB-FAF1-10CB-C778-9190CE78D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A4E325B-670A-2DAD-6EA5-BC2C30145D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85F0043-B00F-DD83-0374-7F0D3DEA4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C30B48-8761-B96E-C6E1-7582C043DC34}"/>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6" name="Footer Placeholder 5">
            <a:extLst>
              <a:ext uri="{FF2B5EF4-FFF2-40B4-BE49-F238E27FC236}">
                <a16:creationId xmlns:a16="http://schemas.microsoft.com/office/drawing/2014/main" id="{3990F427-5865-F456-045B-075412F78CB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5DDCC5E-E2A2-FCEE-041F-28788F30C3FD}"/>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904788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659C6-36B3-5F62-E479-EDDCDB4BC2E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8ECDA14-7F3C-A70C-BB7B-038B9F5C0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7A8871-25F7-5CCE-90BC-6C7BDCB7F383}"/>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5" name="Footer Placeholder 4">
            <a:extLst>
              <a:ext uri="{FF2B5EF4-FFF2-40B4-BE49-F238E27FC236}">
                <a16:creationId xmlns:a16="http://schemas.microsoft.com/office/drawing/2014/main" id="{131BDBF5-FD46-814E-F661-C5200D89DF9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D1D96EF-C814-CC2A-6C61-7563B04EA845}"/>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291275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2FADDA-7D3E-A2DD-D5DC-3F6E1648A5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0B7B2EC-0D22-DB21-0A45-F9CE3B077B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1A7DA89-801B-B6CB-9D5E-D987057FA842}"/>
              </a:ext>
            </a:extLst>
          </p:cNvPr>
          <p:cNvSpPr>
            <a:spLocks noGrp="1"/>
          </p:cNvSpPr>
          <p:nvPr>
            <p:ph type="dt" sz="half" idx="10"/>
          </p:nvPr>
        </p:nvSpPr>
        <p:spPr/>
        <p:txBody>
          <a:bodyPr/>
          <a:lstStyle/>
          <a:p>
            <a:fld id="{DDEFC1D5-8823-4690-A09A-C7DCA957B2C3}" type="datetimeFigureOut">
              <a:rPr lang="en-CA" smtClean="0"/>
              <a:t>2025-12-14</a:t>
            </a:fld>
            <a:endParaRPr lang="en-CA"/>
          </a:p>
        </p:txBody>
      </p:sp>
      <p:sp>
        <p:nvSpPr>
          <p:cNvPr id="5" name="Footer Placeholder 4">
            <a:extLst>
              <a:ext uri="{FF2B5EF4-FFF2-40B4-BE49-F238E27FC236}">
                <a16:creationId xmlns:a16="http://schemas.microsoft.com/office/drawing/2014/main" id="{A6588A94-FE09-E2EB-579F-6307C3DC8BF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A8F308-2B39-21DE-DB56-DF288DB54C1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926964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CBBC9-7DDA-6811-4125-13E217C13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5DDFF34-EA0B-58A5-69EB-2E57F16DB7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5C0D381-5F70-3A8A-EB01-C55E9E81E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EFC1D5-8823-4690-A09A-C7DCA957B2C3}" type="datetimeFigureOut">
              <a:rPr lang="en-CA" smtClean="0"/>
              <a:t>2025-12-14</a:t>
            </a:fld>
            <a:endParaRPr lang="en-CA"/>
          </a:p>
        </p:txBody>
      </p:sp>
      <p:sp>
        <p:nvSpPr>
          <p:cNvPr id="5" name="Footer Placeholder 4">
            <a:extLst>
              <a:ext uri="{FF2B5EF4-FFF2-40B4-BE49-F238E27FC236}">
                <a16:creationId xmlns:a16="http://schemas.microsoft.com/office/drawing/2014/main" id="{111E32DC-6D61-7B77-0B23-895214978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861BBEA-8E26-7D09-6DA1-2957C38B6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CA6B47-AF92-4B85-91F6-63EAA5F4D2D3}" type="slidenum">
              <a:rPr lang="en-CA" smtClean="0"/>
              <a:t>‹#›</a:t>
            </a:fld>
            <a:endParaRPr lang="en-CA"/>
          </a:p>
        </p:txBody>
      </p:sp>
    </p:spTree>
    <p:extLst>
      <p:ext uri="{BB962C8B-B14F-4D97-AF65-F5344CB8AC3E}">
        <p14:creationId xmlns:p14="http://schemas.microsoft.com/office/powerpoint/2010/main" val="1412163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fonts.google.com/specimen/Orbitr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svg"/><Relationship Id="rId42" Type="http://schemas.openxmlformats.org/officeDocument/2006/relationships/image" Target="../media/image50.png"/><Relationship Id="rId47" Type="http://schemas.openxmlformats.org/officeDocument/2006/relationships/image" Target="../media/image55.svg"/><Relationship Id="rId63" Type="http://schemas.openxmlformats.org/officeDocument/2006/relationships/image" Target="../media/image71.svg"/><Relationship Id="rId68" Type="http://schemas.openxmlformats.org/officeDocument/2006/relationships/image" Target="../media/image76.png"/><Relationship Id="rId7" Type="http://schemas.openxmlformats.org/officeDocument/2006/relationships/image" Target="../media/image15.svg"/><Relationship Id="rId71" Type="http://schemas.openxmlformats.org/officeDocument/2006/relationships/image" Target="../media/image79.svg"/><Relationship Id="rId2" Type="http://schemas.openxmlformats.org/officeDocument/2006/relationships/image" Target="../media/image10.png"/><Relationship Id="rId16" Type="http://schemas.openxmlformats.org/officeDocument/2006/relationships/image" Target="../media/image24.png"/><Relationship Id="rId29" Type="http://schemas.openxmlformats.org/officeDocument/2006/relationships/image" Target="../media/image37.svg"/><Relationship Id="rId11" Type="http://schemas.openxmlformats.org/officeDocument/2006/relationships/image" Target="../media/image19.sv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svg"/><Relationship Id="rId40" Type="http://schemas.openxmlformats.org/officeDocument/2006/relationships/image" Target="../media/image48.png"/><Relationship Id="rId45" Type="http://schemas.openxmlformats.org/officeDocument/2006/relationships/image" Target="../media/image53.svg"/><Relationship Id="rId53" Type="http://schemas.openxmlformats.org/officeDocument/2006/relationships/image" Target="../media/image61.svg"/><Relationship Id="rId58" Type="http://schemas.openxmlformats.org/officeDocument/2006/relationships/image" Target="../media/image66.png"/><Relationship Id="rId66" Type="http://schemas.openxmlformats.org/officeDocument/2006/relationships/image" Target="../media/image74.png"/><Relationship Id="rId5" Type="http://schemas.openxmlformats.org/officeDocument/2006/relationships/image" Target="../media/image13.svg"/><Relationship Id="rId61" Type="http://schemas.openxmlformats.org/officeDocument/2006/relationships/image" Target="../media/image69.svg"/><Relationship Id="rId19" Type="http://schemas.openxmlformats.org/officeDocument/2006/relationships/image" Target="../media/image27.sv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svg"/><Relationship Id="rId30" Type="http://schemas.openxmlformats.org/officeDocument/2006/relationships/image" Target="../media/image38.png"/><Relationship Id="rId35" Type="http://schemas.openxmlformats.org/officeDocument/2006/relationships/image" Target="../media/image43.svg"/><Relationship Id="rId43" Type="http://schemas.openxmlformats.org/officeDocument/2006/relationships/image" Target="../media/image51.sv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2.png"/><Relationship Id="rId69" Type="http://schemas.openxmlformats.org/officeDocument/2006/relationships/image" Target="../media/image77.svg"/><Relationship Id="rId8" Type="http://schemas.openxmlformats.org/officeDocument/2006/relationships/image" Target="../media/image16.png"/><Relationship Id="rId51" Type="http://schemas.openxmlformats.org/officeDocument/2006/relationships/image" Target="../media/image59.svg"/><Relationship Id="rId3" Type="http://schemas.openxmlformats.org/officeDocument/2006/relationships/image" Target="../media/image11.svg"/><Relationship Id="rId12" Type="http://schemas.openxmlformats.org/officeDocument/2006/relationships/image" Target="../media/image20.png"/><Relationship Id="rId17" Type="http://schemas.openxmlformats.org/officeDocument/2006/relationships/image" Target="../media/image25.svg"/><Relationship Id="rId25" Type="http://schemas.openxmlformats.org/officeDocument/2006/relationships/image" Target="../media/image33.svg"/><Relationship Id="rId33" Type="http://schemas.openxmlformats.org/officeDocument/2006/relationships/image" Target="../media/image41.sv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7.svg"/><Relationship Id="rId67" Type="http://schemas.openxmlformats.org/officeDocument/2006/relationships/image" Target="../media/image75.svg"/><Relationship Id="rId20" Type="http://schemas.openxmlformats.org/officeDocument/2006/relationships/image" Target="../media/image28.png"/><Relationship Id="rId41" Type="http://schemas.openxmlformats.org/officeDocument/2006/relationships/image" Target="../media/image49.svg"/><Relationship Id="rId54" Type="http://schemas.openxmlformats.org/officeDocument/2006/relationships/image" Target="../media/image62.png"/><Relationship Id="rId62" Type="http://schemas.openxmlformats.org/officeDocument/2006/relationships/image" Target="../media/image70.png"/><Relationship Id="rId70"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14.png"/><Relationship Id="rId15" Type="http://schemas.openxmlformats.org/officeDocument/2006/relationships/image" Target="../media/image23.svg"/><Relationship Id="rId23" Type="http://schemas.openxmlformats.org/officeDocument/2006/relationships/image" Target="../media/image31.sv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svg"/><Relationship Id="rId57" Type="http://schemas.openxmlformats.org/officeDocument/2006/relationships/image" Target="../media/image65.svg"/><Relationship Id="rId10" Type="http://schemas.openxmlformats.org/officeDocument/2006/relationships/image" Target="../media/image18.png"/><Relationship Id="rId31" Type="http://schemas.openxmlformats.org/officeDocument/2006/relationships/image" Target="../media/image39.sv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8.png"/><Relationship Id="rId65" Type="http://schemas.openxmlformats.org/officeDocument/2006/relationships/image" Target="../media/image73.svg"/><Relationship Id="rId4" Type="http://schemas.openxmlformats.org/officeDocument/2006/relationships/image" Target="../media/image12.png"/><Relationship Id="rId9" Type="http://schemas.openxmlformats.org/officeDocument/2006/relationships/image" Target="../media/image17.svg"/><Relationship Id="rId13" Type="http://schemas.openxmlformats.org/officeDocument/2006/relationships/image" Target="../media/image21.svg"/><Relationship Id="rId18" Type="http://schemas.openxmlformats.org/officeDocument/2006/relationships/image" Target="../media/image26.png"/><Relationship Id="rId39" Type="http://schemas.openxmlformats.org/officeDocument/2006/relationships/image" Target="../media/image47.svg"/><Relationship Id="rId34" Type="http://schemas.openxmlformats.org/officeDocument/2006/relationships/image" Target="../media/image42.png"/><Relationship Id="rId50" Type="http://schemas.openxmlformats.org/officeDocument/2006/relationships/image" Target="../media/image58.png"/><Relationship Id="rId55" Type="http://schemas.openxmlformats.org/officeDocument/2006/relationships/image" Target="../media/image63.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artoon of a suitcase in a room&#10;&#10;AI-generated content may be incorrect.">
            <a:extLst>
              <a:ext uri="{FF2B5EF4-FFF2-40B4-BE49-F238E27FC236}">
                <a16:creationId xmlns:a16="http://schemas.microsoft.com/office/drawing/2014/main" id="{E9EE41BF-A828-764B-C3E4-3C521954354E}"/>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5233" b="10497"/>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8E903A6F-84BB-0FC3-4F5F-184927E60D66}"/>
              </a:ext>
            </a:extLst>
          </p:cNvPr>
          <p:cNvSpPr>
            <a:spLocks noGrp="1"/>
          </p:cNvSpPr>
          <p:nvPr>
            <p:ph type="ctrTitle"/>
          </p:nvPr>
        </p:nvSpPr>
        <p:spPr>
          <a:xfrm>
            <a:off x="1524000" y="1122362"/>
            <a:ext cx="9144000" cy="1306513"/>
          </a:xfrm>
        </p:spPr>
        <p:txBody>
          <a:bodyPr>
            <a:normAutofit/>
          </a:bodyPr>
          <a:lstStyle/>
          <a:p>
            <a:r>
              <a:rPr lang="en-US" dirty="0">
                <a:solidFill>
                  <a:srgbClr val="FFFFFF"/>
                </a:solidFill>
                <a:latin typeface="Orbitron ExtraBold" pitchFamily="2" charset="0"/>
                <a:ea typeface="STCaiyun" panose="020B0503020204020204" pitchFamily="2" charset="-122"/>
              </a:rPr>
              <a:t>Space Station</a:t>
            </a:r>
            <a:endParaRPr lang="en-CA" dirty="0">
              <a:solidFill>
                <a:srgbClr val="FFFFFF"/>
              </a:solidFill>
              <a:latin typeface="Orbitron ExtraBold" pitchFamily="2" charset="0"/>
              <a:ea typeface="STCaiyun" panose="020B0503020204020204" pitchFamily="2" charset="-122"/>
            </a:endParaRPr>
          </a:p>
        </p:txBody>
      </p:sp>
      <p:sp>
        <p:nvSpPr>
          <p:cNvPr id="3" name="Subtitle 2">
            <a:extLst>
              <a:ext uri="{FF2B5EF4-FFF2-40B4-BE49-F238E27FC236}">
                <a16:creationId xmlns:a16="http://schemas.microsoft.com/office/drawing/2014/main" id="{D2624E2E-0FF7-2D31-21A1-6ECA691BCB33}"/>
              </a:ext>
            </a:extLst>
          </p:cNvPr>
          <p:cNvSpPr>
            <a:spLocks noGrp="1"/>
          </p:cNvSpPr>
          <p:nvPr>
            <p:ph type="subTitle" idx="1"/>
          </p:nvPr>
        </p:nvSpPr>
        <p:spPr>
          <a:xfrm>
            <a:off x="1524000" y="3429000"/>
            <a:ext cx="9144000" cy="2657475"/>
          </a:xfrm>
        </p:spPr>
        <p:txBody>
          <a:bodyPr>
            <a:normAutofit/>
          </a:bodyPr>
          <a:lstStyle/>
          <a:p>
            <a:r>
              <a:rPr lang="en-US" dirty="0">
                <a:solidFill>
                  <a:srgbClr val="FFFFFF"/>
                </a:solidFill>
                <a:latin typeface="Orbitron" pitchFamily="2" charset="0"/>
              </a:rPr>
              <a:t>You're aboard the International Space Station Aurora when a micrometeorite strike damages critical systems. The chief engineer's emergency toolkit backpack contains repair protocols, backup codes, and tools needed to prevent catastrophic failure. Restore all systems and initiate emergency evacuation.</a:t>
            </a:r>
            <a:endParaRPr lang="en-CA" dirty="0">
              <a:solidFill>
                <a:srgbClr val="FFFFFF"/>
              </a:solidFill>
              <a:latin typeface="Orbitron" pitchFamily="2" charset="0"/>
            </a:endParaRPr>
          </a:p>
        </p:txBody>
      </p:sp>
    </p:spTree>
    <p:extLst>
      <p:ext uri="{BB962C8B-B14F-4D97-AF65-F5344CB8AC3E}">
        <p14:creationId xmlns:p14="http://schemas.microsoft.com/office/powerpoint/2010/main" val="3544958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04A0-2B94-541E-511A-4D30832F5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65B82-F4BD-895F-3AFD-874D9C2F238E}"/>
              </a:ext>
            </a:extLst>
          </p:cNvPr>
          <p:cNvSpPr>
            <a:spLocks noGrp="1"/>
          </p:cNvSpPr>
          <p:nvPr>
            <p:ph type="title"/>
          </p:nvPr>
        </p:nvSpPr>
        <p:spPr/>
        <p:txBody>
          <a:bodyPr/>
          <a:lstStyle/>
          <a:p>
            <a:r>
              <a:rPr lang="en-US" dirty="0">
                <a:latin typeface="Orbitron ExtraBold" pitchFamily="2" charset="0"/>
              </a:rPr>
              <a:t>Story Details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3FC27E82-D196-882E-3E30-EBFE1A68E616}"/>
              </a:ext>
            </a:extLst>
          </p:cNvPr>
          <p:cNvSpPr>
            <a:spLocks noGrp="1"/>
          </p:cNvSpPr>
          <p:nvPr>
            <p:ph idx="1"/>
          </p:nvPr>
        </p:nvSpPr>
        <p:spPr>
          <a:xfrm>
            <a:off x="838200" y="1825625"/>
            <a:ext cx="10515600" cy="4351338"/>
          </a:xfrm>
        </p:spPr>
        <p:txBody>
          <a:bodyPr>
            <a:normAutofit lnSpcReduction="10000"/>
          </a:bodyPr>
          <a:lstStyle/>
          <a:p>
            <a:pPr marL="0" indent="0">
              <a:buNone/>
            </a:pPr>
            <a:r>
              <a:rPr lang="en-US" sz="1600" dirty="0">
                <a:latin typeface="Orbitron" pitchFamily="2" charset="0"/>
                <a:cs typeface="Dreaming Outloud Pro" panose="03050502040302030504" pitchFamily="66" charset="0"/>
              </a:rPr>
              <a:t>You are the biologist on the Aurora Space Station. While you were on duty during the night shift, a meteorite shower struck vital parts of the space station. </a:t>
            </a:r>
          </a:p>
          <a:p>
            <a:pPr marL="0" indent="0">
              <a:buNone/>
            </a:pPr>
            <a:r>
              <a:rPr lang="en-US" sz="1600" dirty="0">
                <a:latin typeface="Orbitron" pitchFamily="2" charset="0"/>
                <a:cs typeface="Dreaming Outloud Pro" panose="03050502040302030504" pitchFamily="66" charset="0"/>
              </a:rPr>
              <a:t>The station computer is also impacted: most of the information it displays is scrambled and doesn’t seem to make sense. </a:t>
            </a:r>
          </a:p>
          <a:p>
            <a:pPr marL="0" indent="0">
              <a:buNone/>
            </a:pPr>
            <a:r>
              <a:rPr lang="en-US" sz="1600" dirty="0">
                <a:latin typeface="Orbitron" pitchFamily="2" charset="0"/>
                <a:cs typeface="Dreaming Outloud Pro" panose="03050502040302030504" pitchFamily="66" charset="0"/>
              </a:rPr>
              <a:t>You are now isolated from the other crew and more importantly from the engineer that is stuck in the crew quarters. </a:t>
            </a:r>
          </a:p>
          <a:p>
            <a:pPr marL="0" indent="0">
              <a:buNone/>
            </a:pPr>
            <a:r>
              <a:rPr lang="en-US" sz="1600" dirty="0">
                <a:latin typeface="Orbitron" pitchFamily="2" charset="0"/>
                <a:cs typeface="Dreaming Outloud Pro" panose="03050502040302030504" pitchFamily="66" charset="0"/>
              </a:rPr>
              <a:t>It rests on you to repair the damages to the space station and help the crew evacuate safely. </a:t>
            </a:r>
          </a:p>
          <a:p>
            <a:pPr marL="0" indent="0">
              <a:buNone/>
            </a:pPr>
            <a:r>
              <a:rPr lang="en-US" sz="1600" dirty="0">
                <a:latin typeface="Orbitron" pitchFamily="2" charset="0"/>
                <a:cs typeface="Dreaming Outloud Pro" panose="03050502040302030504" pitchFamily="66" charset="0"/>
              </a:rPr>
              <a:t>You find the engineer tool bag, but it seem he decided to add extra security features and to access the tools needed for the repairs, you first need to find the codes for the different locks. </a:t>
            </a:r>
          </a:p>
          <a:p>
            <a:pPr marL="0" indent="0">
              <a:buNone/>
            </a:pPr>
            <a:r>
              <a:rPr lang="en-US" sz="1600" dirty="0">
                <a:latin typeface="Orbitron" pitchFamily="2" charset="0"/>
                <a:cs typeface="Dreaming Outloud Pro" panose="03050502040302030504" pitchFamily="66" charset="0"/>
              </a:rPr>
              <a:t>Crew:</a:t>
            </a:r>
          </a:p>
          <a:p>
            <a:r>
              <a:rPr lang="en-US" sz="1600" dirty="0">
                <a:latin typeface="Orbitron" pitchFamily="2" charset="0"/>
                <a:cs typeface="Dreaming Outloud Pro" panose="03050502040302030504" pitchFamily="66" charset="0"/>
              </a:rPr>
              <a:t>Dr </a:t>
            </a:r>
            <a:r>
              <a:rPr lang="en-US" sz="1600">
                <a:latin typeface="Orbitron" pitchFamily="2" charset="0"/>
                <a:cs typeface="Dreaming Outloud Pro" panose="03050502040302030504" pitchFamily="66" charset="0"/>
              </a:rPr>
              <a:t>Helena Chen </a:t>
            </a:r>
            <a:r>
              <a:rPr lang="en-US" sz="1600" dirty="0">
                <a:latin typeface="Orbitron" pitchFamily="2" charset="0"/>
                <a:cs typeface="Dreaming Outloud Pro" panose="03050502040302030504" pitchFamily="66" charset="0"/>
              </a:rPr>
              <a:t>– Captain/Pilot</a:t>
            </a:r>
          </a:p>
          <a:p>
            <a:r>
              <a:rPr lang="en-US" sz="1600" dirty="0">
                <a:latin typeface="Orbitron" pitchFamily="2" charset="0"/>
                <a:cs typeface="Dreaming Outloud Pro" panose="03050502040302030504" pitchFamily="66" charset="0"/>
              </a:rPr>
              <a:t>Alistair Johnson – Engineer/Communication Officer</a:t>
            </a:r>
          </a:p>
          <a:p>
            <a:r>
              <a:rPr lang="en-US" sz="1600" b="1" dirty="0">
                <a:latin typeface="Orbitron" pitchFamily="2" charset="0"/>
                <a:cs typeface="Dreaming Outloud Pro" panose="03050502040302030504" pitchFamily="66" charset="0"/>
              </a:rPr>
              <a:t>Sarah Lancaster – Biologist/Physician</a:t>
            </a:r>
          </a:p>
        </p:txBody>
      </p:sp>
    </p:spTree>
    <p:extLst>
      <p:ext uri="{BB962C8B-B14F-4D97-AF65-F5344CB8AC3E}">
        <p14:creationId xmlns:p14="http://schemas.microsoft.com/office/powerpoint/2010/main" val="117527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02EBF-CD2B-5127-A08B-B243C4A9D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7E4BC-0C12-6650-5D1C-F24EFD2BB27B}"/>
              </a:ext>
            </a:extLst>
          </p:cNvPr>
          <p:cNvSpPr>
            <a:spLocks noGrp="1"/>
          </p:cNvSpPr>
          <p:nvPr>
            <p:ph type="title"/>
          </p:nvPr>
        </p:nvSpPr>
        <p:spPr/>
        <p:txBody>
          <a:bodyPr/>
          <a:lstStyle/>
          <a:p>
            <a:r>
              <a:rPr lang="en-US" dirty="0">
                <a:latin typeface="Orbitron ExtraBold" pitchFamily="2" charset="0"/>
              </a:rPr>
              <a:t>Puzzle/clues/story Ideas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304885E3-CE4A-054E-5D1D-31A71522DE0B}"/>
              </a:ext>
            </a:extLst>
          </p:cNvPr>
          <p:cNvSpPr>
            <a:spLocks noGrp="1"/>
          </p:cNvSpPr>
          <p:nvPr>
            <p:ph idx="1"/>
          </p:nvPr>
        </p:nvSpPr>
        <p:spPr>
          <a:xfrm>
            <a:off x="838200" y="1825625"/>
            <a:ext cx="10515600" cy="4351338"/>
          </a:xfrm>
        </p:spPr>
        <p:txBody>
          <a:bodyPr>
            <a:normAutofit/>
          </a:bodyPr>
          <a:lstStyle/>
          <a:p>
            <a:r>
              <a:rPr lang="en-US" sz="1600" dirty="0">
                <a:latin typeface="Orbitron" pitchFamily="2" charset="0"/>
                <a:cs typeface="Dreaming Outloud Pro" panose="03050502040302030504" pitchFamily="66" charset="0"/>
              </a:rPr>
              <a:t>Briefing note explaining you just arrived, engineer was replaced, blueprint of the station</a:t>
            </a:r>
          </a:p>
          <a:p>
            <a:r>
              <a:rPr lang="en-US" sz="1600" dirty="0">
                <a:latin typeface="Orbitron" pitchFamily="2" charset="0"/>
                <a:cs typeface="Dreaming Outloud Pro" panose="03050502040302030504" pitchFamily="66" charset="0"/>
              </a:rPr>
              <a:t>Engineer is working with rich corporations to sabotage the space station so that it is dismantled and a new one is constructed by them. (that’s why he locked his bag). Discover he is actually not Canadian and was not expecting to be the backup. He had to poison the 1</a:t>
            </a:r>
            <a:r>
              <a:rPr lang="en-US" sz="1600" baseline="30000" dirty="0">
                <a:latin typeface="Orbitron" pitchFamily="2" charset="0"/>
                <a:cs typeface="Dreaming Outloud Pro" panose="03050502040302030504" pitchFamily="66" charset="0"/>
              </a:rPr>
              <a:t>st</a:t>
            </a:r>
            <a:r>
              <a:rPr lang="en-US" sz="1600" dirty="0">
                <a:latin typeface="Orbitron" pitchFamily="2" charset="0"/>
                <a:cs typeface="Dreaming Outloud Pro" panose="03050502040302030504" pitchFamily="66" charset="0"/>
              </a:rPr>
              <a:t> choice. He was helped by a higher government employee to hide his tracks. Real name is linked to a corporation name. </a:t>
            </a:r>
          </a:p>
          <a:p>
            <a:pPr lvl="1"/>
            <a:r>
              <a:rPr lang="en-US" sz="1200" dirty="0">
                <a:latin typeface="Orbitron" pitchFamily="2" charset="0"/>
                <a:cs typeface="Dreaming Outloud Pro" panose="03050502040302030504" pitchFamily="66" charset="0"/>
              </a:rPr>
              <a:t>One puzzle is to find the corporations involved</a:t>
            </a:r>
          </a:p>
          <a:p>
            <a:r>
              <a:rPr lang="en-US" sz="1600" dirty="0">
                <a:latin typeface="Orbitron" pitchFamily="2" charset="0"/>
                <a:cs typeface="Dreaming Outloud Pro" panose="03050502040302030504" pitchFamily="66" charset="0"/>
              </a:rPr>
              <a:t>One puzzle is to restore communication: build a QR code that links to a website page. </a:t>
            </a:r>
          </a:p>
          <a:p>
            <a:pPr lvl="1"/>
            <a:r>
              <a:rPr lang="en-US" sz="1200" dirty="0">
                <a:latin typeface="Orbitron" pitchFamily="2" charset="0"/>
                <a:cs typeface="Dreaming Outloud Pro" panose="03050502040302030504" pitchFamily="66" charset="0"/>
              </a:rPr>
              <a:t>You have now limited communication with the crew. </a:t>
            </a:r>
          </a:p>
          <a:p>
            <a:r>
              <a:rPr lang="en-US" sz="1600" dirty="0">
                <a:latin typeface="Orbitron" pitchFamily="2" charset="0"/>
                <a:cs typeface="Dreaming Outloud Pro" panose="03050502040302030504" pitchFamily="66" charset="0"/>
              </a:rPr>
              <a:t>Final clue opens the compartment for the specialized tool to repair the station.</a:t>
            </a:r>
          </a:p>
          <a:p>
            <a:pPr lvl="1"/>
            <a:r>
              <a:rPr lang="en-US" sz="1200" dirty="0">
                <a:latin typeface="Orbitron" pitchFamily="2" charset="0"/>
                <a:cs typeface="Dreaming Outloud Pro" panose="03050502040302030504" pitchFamily="66" charset="0"/>
              </a:rPr>
              <a:t>This special tool, opens the panel that contains the evidence needed to incriminate the corporations (that’s why it was to well protected)</a:t>
            </a:r>
          </a:p>
          <a:p>
            <a:r>
              <a:rPr lang="en-US" sz="1600" dirty="0">
                <a:latin typeface="Orbitron" pitchFamily="2" charset="0"/>
                <a:cs typeface="Dreaming Outloud Pro" panose="03050502040302030504" pitchFamily="66" charset="0"/>
              </a:rPr>
              <a:t>You have to juggle between repairing the station/opening the bag/finding clues</a:t>
            </a:r>
          </a:p>
          <a:p>
            <a:r>
              <a:rPr lang="en-US" sz="1600" dirty="0">
                <a:latin typeface="Orbitron" pitchFamily="2" charset="0"/>
                <a:cs typeface="Dreaming Outloud Pro" panose="03050502040302030504" pitchFamily="66" charset="0"/>
              </a:rPr>
              <a:t>Computer is scrambled but still gives you clues:</a:t>
            </a:r>
          </a:p>
          <a:p>
            <a:pPr lvl="1"/>
            <a:r>
              <a:rPr lang="en-US" sz="1200" dirty="0">
                <a:latin typeface="Orbitron" pitchFamily="2" charset="0"/>
                <a:cs typeface="Dreaming Outloud Pro" panose="03050502040302030504" pitchFamily="66" charset="0"/>
              </a:rPr>
              <a:t>Map of the station as a grid, cross out the affected sections, either gives a number or the path direction (up, down, left, right…)</a:t>
            </a:r>
            <a:endParaRPr lang="en-CA" sz="1200" dirty="0">
              <a:latin typeface="Orbitron" pitchFamily="2" charset="0"/>
            </a:endParaRPr>
          </a:p>
        </p:txBody>
      </p:sp>
    </p:spTree>
    <p:extLst>
      <p:ext uri="{BB962C8B-B14F-4D97-AF65-F5344CB8AC3E}">
        <p14:creationId xmlns:p14="http://schemas.microsoft.com/office/powerpoint/2010/main" val="3386871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CE5FD-D8BA-83AA-5DCA-663CDA56B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75407-7877-58DC-B5B8-4D0D60F39ED4}"/>
              </a:ext>
            </a:extLst>
          </p:cNvPr>
          <p:cNvSpPr>
            <a:spLocks noGrp="1"/>
          </p:cNvSpPr>
          <p:nvPr>
            <p:ph type="title"/>
          </p:nvPr>
        </p:nvSpPr>
        <p:spPr/>
        <p:txBody>
          <a:bodyPr/>
          <a:lstStyle/>
          <a:p>
            <a:r>
              <a:rPr lang="en-US" dirty="0">
                <a:latin typeface="Orbitron ExtraBold" pitchFamily="2" charset="0"/>
              </a:rPr>
              <a:t>Puzzle/clues/story Ideas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7E71CED5-B2DF-0F54-EF6D-0368F696A961}"/>
              </a:ext>
            </a:extLst>
          </p:cNvPr>
          <p:cNvSpPr>
            <a:spLocks noGrp="1"/>
          </p:cNvSpPr>
          <p:nvPr>
            <p:ph idx="1"/>
          </p:nvPr>
        </p:nvSpPr>
        <p:spPr>
          <a:xfrm>
            <a:off x="838200" y="1825625"/>
            <a:ext cx="10515600" cy="4351338"/>
          </a:xfrm>
        </p:spPr>
        <p:txBody>
          <a:bodyPr>
            <a:normAutofit/>
          </a:bodyPr>
          <a:lstStyle/>
          <a:p>
            <a:r>
              <a:rPr lang="en-US" sz="1400" dirty="0">
                <a:latin typeface="Orbitron" pitchFamily="2" charset="0"/>
                <a:cs typeface="Dreaming Outloud Pro" panose="03050502040302030504" pitchFamily="66" charset="0"/>
              </a:rPr>
              <a:t>Bank statements for the Engineer: B.A.D (Bank of American Deposit)</a:t>
            </a:r>
          </a:p>
          <a:p>
            <a:pPr lvl="1"/>
            <a:r>
              <a:rPr lang="en-US" sz="1200" dirty="0">
                <a:latin typeface="Orbitron" pitchFamily="2" charset="0"/>
                <a:cs typeface="Dreaming Outloud Pro" panose="03050502040302030504" pitchFamily="66" charset="0"/>
              </a:rPr>
              <a:t>Payments to gambling sites: B.O.O. Betting Only Online S.A.P. Stakes And Punts</a:t>
            </a:r>
          </a:p>
          <a:p>
            <a:pPr lvl="1"/>
            <a:r>
              <a:rPr lang="en-US" sz="1200" dirty="0">
                <a:latin typeface="Orbitron" pitchFamily="2" charset="0"/>
                <a:cs typeface="Dreaming Outloud Pro" panose="03050502040302030504" pitchFamily="66" charset="0"/>
              </a:rPr>
              <a:t>Payment for nuts</a:t>
            </a:r>
          </a:p>
          <a:p>
            <a:pPr lvl="1"/>
            <a:r>
              <a:rPr lang="en-US" sz="1200" dirty="0">
                <a:latin typeface="Orbitron" pitchFamily="2" charset="0"/>
                <a:cs typeface="Dreaming Outloud Pro" panose="03050502040302030504" pitchFamily="66" charset="0"/>
              </a:rPr>
              <a:t>Deposit from corporation: E.V.I.L. Earth Vehicle Interstellar Landers </a:t>
            </a:r>
          </a:p>
          <a:p>
            <a:r>
              <a:rPr lang="en-US" sz="1400" dirty="0">
                <a:latin typeface="Orbitron" pitchFamily="2" charset="0"/>
                <a:cs typeface="Dreaming Outloud Pro" panose="03050502040302030504" pitchFamily="66" charset="0"/>
              </a:rPr>
              <a:t>Receipt from grocery store for: peanuts and shellfish. Total price could be a solution.</a:t>
            </a:r>
          </a:p>
          <a:p>
            <a:r>
              <a:rPr lang="en-US" sz="1400" dirty="0">
                <a:latin typeface="Orbitron" pitchFamily="2" charset="0"/>
                <a:cs typeface="Dreaming Outloud Pro" panose="03050502040302030504" pitchFamily="66" charset="0"/>
              </a:rPr>
              <a:t>Station AI name: H.A.R.O.L.D. (Highly Advanced Robotic Orbital Logistic Director) </a:t>
            </a:r>
            <a:endParaRPr lang="en-CA" sz="1400" dirty="0">
              <a:latin typeface="Orbitron" pitchFamily="2" charset="0"/>
              <a:cs typeface="Dreaming Outloud Pro" panose="03050502040302030504" pitchFamily="66" charset="0"/>
            </a:endParaRPr>
          </a:p>
        </p:txBody>
      </p:sp>
      <p:sp>
        <p:nvSpPr>
          <p:cNvPr id="10" name="Rectangle 9">
            <a:extLst>
              <a:ext uri="{FF2B5EF4-FFF2-40B4-BE49-F238E27FC236}">
                <a16:creationId xmlns:a16="http://schemas.microsoft.com/office/drawing/2014/main" id="{3ED26989-C50D-0868-5608-08C98FD8BAC7}"/>
              </a:ext>
            </a:extLst>
          </p:cNvPr>
          <p:cNvSpPr/>
          <p:nvPr/>
        </p:nvSpPr>
        <p:spPr>
          <a:xfrm>
            <a:off x="7170821" y="3833051"/>
            <a:ext cx="2983832" cy="2247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9" name="Picture 8">
            <a:extLst>
              <a:ext uri="{FF2B5EF4-FFF2-40B4-BE49-F238E27FC236}">
                <a16:creationId xmlns:a16="http://schemas.microsoft.com/office/drawing/2014/main" id="{7960149C-C677-E92B-D177-AE6AF0767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0781" y="3784949"/>
            <a:ext cx="2343912" cy="2343912"/>
          </a:xfrm>
          <a:prstGeom prst="rect">
            <a:avLst/>
          </a:prstGeom>
        </p:spPr>
      </p:pic>
    </p:spTree>
    <p:extLst>
      <p:ext uri="{BB962C8B-B14F-4D97-AF65-F5344CB8AC3E}">
        <p14:creationId xmlns:p14="http://schemas.microsoft.com/office/powerpoint/2010/main" val="5686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2F2B-99C1-FD69-761D-2BC3B77ED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F8CD5-DA10-C10C-F473-BF26AF048AC5}"/>
              </a:ext>
            </a:extLst>
          </p:cNvPr>
          <p:cNvSpPr>
            <a:spLocks noGrp="1"/>
          </p:cNvSpPr>
          <p:nvPr>
            <p:ph type="title"/>
          </p:nvPr>
        </p:nvSpPr>
        <p:spPr/>
        <p:txBody>
          <a:bodyPr/>
          <a:lstStyle/>
          <a:p>
            <a:r>
              <a:rPr lang="en-US" dirty="0">
                <a:latin typeface="Orbitron ExtraBold" pitchFamily="2" charset="0"/>
              </a:rPr>
              <a:t>Bank Statement</a:t>
            </a:r>
            <a:endParaRPr lang="en-CA" dirty="0">
              <a:latin typeface="Orbitron ExtraBold" pitchFamily="2" charset="0"/>
            </a:endParaRPr>
          </a:p>
        </p:txBody>
      </p:sp>
      <p:sp>
        <p:nvSpPr>
          <p:cNvPr id="8" name="TextBox 7">
            <a:extLst>
              <a:ext uri="{FF2B5EF4-FFF2-40B4-BE49-F238E27FC236}">
                <a16:creationId xmlns:a16="http://schemas.microsoft.com/office/drawing/2014/main" id="{A0494B9F-F6A2-90E2-1E70-F9F2B61E5DEF}"/>
              </a:ext>
            </a:extLst>
          </p:cNvPr>
          <p:cNvSpPr txBox="1"/>
          <p:nvPr/>
        </p:nvSpPr>
        <p:spPr>
          <a:xfrm>
            <a:off x="4899259" y="3089709"/>
            <a:ext cx="2512291" cy="923330"/>
          </a:xfrm>
          <a:prstGeom prst="rect">
            <a:avLst/>
          </a:prstGeom>
          <a:noFill/>
        </p:spPr>
        <p:txBody>
          <a:bodyPr wrap="none" rtlCol="0">
            <a:spAutoFit/>
          </a:bodyPr>
          <a:lstStyle/>
          <a:p>
            <a:r>
              <a:rPr lang="en-CA" dirty="0">
                <a:latin typeface="Times New Roman" panose="02020603050405020304" pitchFamily="18" charset="0"/>
                <a:cs typeface="Times New Roman" panose="02020603050405020304" pitchFamily="18" charset="0"/>
              </a:rPr>
              <a:t>650 Corporate Way</a:t>
            </a:r>
          </a:p>
          <a:p>
            <a:r>
              <a:rPr lang="en-CA" dirty="0">
                <a:latin typeface="Times New Roman" panose="02020603050405020304" pitchFamily="18" charset="0"/>
                <a:cs typeface="Times New Roman" panose="02020603050405020304" pitchFamily="18" charset="0"/>
              </a:rPr>
              <a:t>Waco, TX 76666</a:t>
            </a:r>
          </a:p>
          <a:p>
            <a:r>
              <a:rPr lang="en-CA" dirty="0">
                <a:latin typeface="Times New Roman" panose="02020603050405020304" pitchFamily="18" charset="0"/>
                <a:cs typeface="Times New Roman" panose="02020603050405020304" pitchFamily="18" charset="0"/>
              </a:rPr>
              <a:t>United States of America</a:t>
            </a:r>
          </a:p>
        </p:txBody>
      </p:sp>
      <p:pic>
        <p:nvPicPr>
          <p:cNvPr id="10" name="Picture 9">
            <a:extLst>
              <a:ext uri="{FF2B5EF4-FFF2-40B4-BE49-F238E27FC236}">
                <a16:creationId xmlns:a16="http://schemas.microsoft.com/office/drawing/2014/main" id="{7DD799E2-1647-4405-686D-816A0501E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92242"/>
            <a:ext cx="1795914" cy="1795914"/>
          </a:xfrm>
          <a:prstGeom prst="rect">
            <a:avLst/>
          </a:prstGeom>
        </p:spPr>
      </p:pic>
      <p:graphicFrame>
        <p:nvGraphicFramePr>
          <p:cNvPr id="11" name="Table 10">
            <a:extLst>
              <a:ext uri="{FF2B5EF4-FFF2-40B4-BE49-F238E27FC236}">
                <a16:creationId xmlns:a16="http://schemas.microsoft.com/office/drawing/2014/main" id="{6884C446-4796-61BF-291A-2977EE2EC7FB}"/>
              </a:ext>
            </a:extLst>
          </p:cNvPr>
          <p:cNvGraphicFramePr>
            <a:graphicFrameLocks noGrp="1"/>
          </p:cNvGraphicFramePr>
          <p:nvPr>
            <p:extLst>
              <p:ext uri="{D42A27DB-BD31-4B8C-83A1-F6EECF244321}">
                <p14:modId xmlns:p14="http://schemas.microsoft.com/office/powerpoint/2010/main" val="3456555480"/>
              </p:ext>
            </p:extLst>
          </p:nvPr>
        </p:nvGraphicFramePr>
        <p:xfrm>
          <a:off x="118872" y="4638675"/>
          <a:ext cx="11859768" cy="1854200"/>
        </p:xfrm>
        <a:graphic>
          <a:graphicData uri="http://schemas.openxmlformats.org/drawingml/2006/table">
            <a:tbl>
              <a:tblPr firstRow="1" bandRow="1">
                <a:tableStyleId>{5C22544A-7EE6-4342-B048-85BDC9FD1C3A}</a:tableStyleId>
              </a:tblPr>
              <a:tblGrid>
                <a:gridCol w="1976628">
                  <a:extLst>
                    <a:ext uri="{9D8B030D-6E8A-4147-A177-3AD203B41FA5}">
                      <a16:colId xmlns:a16="http://schemas.microsoft.com/office/drawing/2014/main" val="1351738746"/>
                    </a:ext>
                  </a:extLst>
                </a:gridCol>
                <a:gridCol w="1976628">
                  <a:extLst>
                    <a:ext uri="{9D8B030D-6E8A-4147-A177-3AD203B41FA5}">
                      <a16:colId xmlns:a16="http://schemas.microsoft.com/office/drawing/2014/main" val="4246258678"/>
                    </a:ext>
                  </a:extLst>
                </a:gridCol>
                <a:gridCol w="1976628">
                  <a:extLst>
                    <a:ext uri="{9D8B030D-6E8A-4147-A177-3AD203B41FA5}">
                      <a16:colId xmlns:a16="http://schemas.microsoft.com/office/drawing/2014/main" val="2975464552"/>
                    </a:ext>
                  </a:extLst>
                </a:gridCol>
                <a:gridCol w="1976628">
                  <a:extLst>
                    <a:ext uri="{9D8B030D-6E8A-4147-A177-3AD203B41FA5}">
                      <a16:colId xmlns:a16="http://schemas.microsoft.com/office/drawing/2014/main" val="3071316575"/>
                    </a:ext>
                  </a:extLst>
                </a:gridCol>
                <a:gridCol w="1976628">
                  <a:extLst>
                    <a:ext uri="{9D8B030D-6E8A-4147-A177-3AD203B41FA5}">
                      <a16:colId xmlns:a16="http://schemas.microsoft.com/office/drawing/2014/main" val="3907262342"/>
                    </a:ext>
                  </a:extLst>
                </a:gridCol>
                <a:gridCol w="1976628">
                  <a:extLst>
                    <a:ext uri="{9D8B030D-6E8A-4147-A177-3AD203B41FA5}">
                      <a16:colId xmlns:a16="http://schemas.microsoft.com/office/drawing/2014/main" val="1517644756"/>
                    </a:ext>
                  </a:extLst>
                </a:gridCol>
              </a:tblGrid>
              <a:tr h="370840">
                <a:tc>
                  <a:txBody>
                    <a:bodyPr/>
                    <a:lstStyle/>
                    <a:p>
                      <a:r>
                        <a:rPr lang="en-CA" dirty="0"/>
                        <a:t>Date</a:t>
                      </a:r>
                    </a:p>
                  </a:txBody>
                  <a:tcPr/>
                </a:tc>
                <a:tc>
                  <a:txBody>
                    <a:bodyPr/>
                    <a:lstStyle/>
                    <a:p>
                      <a:r>
                        <a:rPr lang="en-CA" dirty="0"/>
                        <a:t>Category</a:t>
                      </a:r>
                    </a:p>
                  </a:txBody>
                  <a:tcPr/>
                </a:tc>
                <a:tc>
                  <a:txBody>
                    <a:bodyPr/>
                    <a:lstStyle/>
                    <a:p>
                      <a:r>
                        <a:rPr lang="en-CA" dirty="0"/>
                        <a:t>Description</a:t>
                      </a:r>
                    </a:p>
                  </a:txBody>
                  <a:tcPr/>
                </a:tc>
                <a:tc>
                  <a:txBody>
                    <a:bodyPr/>
                    <a:lstStyle/>
                    <a:p>
                      <a:r>
                        <a:rPr lang="en-CA" dirty="0"/>
                        <a:t>Credit</a:t>
                      </a:r>
                    </a:p>
                  </a:txBody>
                  <a:tcPr/>
                </a:tc>
                <a:tc>
                  <a:txBody>
                    <a:bodyPr/>
                    <a:lstStyle/>
                    <a:p>
                      <a:r>
                        <a:rPr lang="en-CA" dirty="0"/>
                        <a:t>Debit</a:t>
                      </a:r>
                    </a:p>
                  </a:txBody>
                  <a:tcPr/>
                </a:tc>
                <a:tc>
                  <a:txBody>
                    <a:bodyPr/>
                    <a:lstStyle/>
                    <a:p>
                      <a:r>
                        <a:rPr lang="en-CA" dirty="0"/>
                        <a:t>Balance</a:t>
                      </a:r>
                    </a:p>
                  </a:txBody>
                  <a:tcPr/>
                </a:tc>
                <a:extLst>
                  <a:ext uri="{0D108BD9-81ED-4DB2-BD59-A6C34878D82A}">
                    <a16:rowId xmlns:a16="http://schemas.microsoft.com/office/drawing/2014/main" val="952306639"/>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342606626"/>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3868290211"/>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26400066"/>
                  </a:ext>
                </a:extLst>
              </a:tr>
              <a:tr h="370840">
                <a:tc>
                  <a:txBody>
                    <a:bodyPr/>
                    <a:lstStyle/>
                    <a:p>
                      <a:endParaRPr lang="en-CA"/>
                    </a:p>
                  </a:txBody>
                  <a:tcPr/>
                </a:tc>
                <a:tc>
                  <a:txBody>
                    <a:bodyPr/>
                    <a:lstStyle/>
                    <a:p>
                      <a:endParaRPr lang="en-CA" dirty="0"/>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dirty="0"/>
                    </a:p>
                  </a:txBody>
                  <a:tcPr/>
                </a:tc>
                <a:extLst>
                  <a:ext uri="{0D108BD9-81ED-4DB2-BD59-A6C34878D82A}">
                    <a16:rowId xmlns:a16="http://schemas.microsoft.com/office/drawing/2014/main" val="2878709488"/>
                  </a:ext>
                </a:extLst>
              </a:tr>
            </a:tbl>
          </a:graphicData>
        </a:graphic>
      </p:graphicFrame>
      <p:sp>
        <p:nvSpPr>
          <p:cNvPr id="14" name="Rectangle 13">
            <a:extLst>
              <a:ext uri="{FF2B5EF4-FFF2-40B4-BE49-F238E27FC236}">
                <a16:creationId xmlns:a16="http://schemas.microsoft.com/office/drawing/2014/main" id="{8B8A6E66-EAF4-2495-B0D2-A29F2A0F128D}"/>
              </a:ext>
            </a:extLst>
          </p:cNvPr>
          <p:cNvSpPr/>
          <p:nvPr/>
        </p:nvSpPr>
        <p:spPr>
          <a:xfrm>
            <a:off x="7982712" y="1027905"/>
            <a:ext cx="1795914" cy="163964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a:extLst>
              <a:ext uri="{FF2B5EF4-FFF2-40B4-BE49-F238E27FC236}">
                <a16:creationId xmlns:a16="http://schemas.microsoft.com/office/drawing/2014/main" id="{618660E8-C494-0852-44D7-6B6AAAF19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944" y="791002"/>
            <a:ext cx="2113450" cy="2113450"/>
          </a:xfrm>
          <a:prstGeom prst="rect">
            <a:avLst/>
          </a:prstGeom>
        </p:spPr>
      </p:pic>
    </p:spTree>
    <p:extLst>
      <p:ext uri="{BB962C8B-B14F-4D97-AF65-F5344CB8AC3E}">
        <p14:creationId xmlns:p14="http://schemas.microsoft.com/office/powerpoint/2010/main" val="3038263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3625-78EA-AFE2-4689-39B2875B5832}"/>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DCE11563-A896-075C-45CE-4D00347DAA57}"/>
              </a:ext>
            </a:extLst>
          </p:cNvPr>
          <p:cNvSpPr>
            <a:spLocks noGrp="1"/>
          </p:cNvSpPr>
          <p:nvPr>
            <p:ph idx="1"/>
          </p:nvPr>
        </p:nvSpPr>
        <p:spPr/>
        <p:txBody>
          <a:bodyPr>
            <a:normAutofit/>
          </a:bodyPr>
          <a:lstStyle/>
          <a:p>
            <a:r>
              <a:rPr lang="en-US" sz="2000" dirty="0">
                <a:latin typeface="Orbitron" pitchFamily="2" charset="0"/>
              </a:rPr>
              <a:t>Font printed text: </a:t>
            </a:r>
            <a:r>
              <a:rPr lang="en-US" sz="2000" dirty="0" err="1">
                <a:latin typeface="Orbitron" pitchFamily="2" charset="0"/>
              </a:rPr>
              <a:t>Orbitron</a:t>
            </a:r>
            <a:r>
              <a:rPr lang="en-US" sz="2000" dirty="0">
                <a:latin typeface="Orbitron" pitchFamily="2" charset="0"/>
              </a:rPr>
              <a:t> </a:t>
            </a:r>
            <a:r>
              <a:rPr lang="en-US" sz="2000" dirty="0">
                <a:latin typeface="Orbitron" pitchFamily="2" charset="0"/>
                <a:hlinkClick r:id="rId2"/>
              </a:rPr>
              <a:t>https://fonts.google.com/specimen/Orbitron</a:t>
            </a:r>
            <a:endParaRPr lang="en-US" sz="2000" dirty="0">
              <a:latin typeface="Orbitron" pitchFamily="2" charset="0"/>
            </a:endParaRPr>
          </a:p>
          <a:p>
            <a:r>
              <a:rPr lang="en-US" sz="2000" dirty="0">
                <a:latin typeface="Dreaming Outloud Pro" panose="03050502040302030504" pitchFamily="66" charset="0"/>
                <a:cs typeface="Dreaming Outloud Pro" panose="03050502040302030504" pitchFamily="66" charset="0"/>
              </a:rPr>
              <a:t>Font handwritten: Dreaming </a:t>
            </a:r>
            <a:r>
              <a:rPr lang="en-US" sz="2000" dirty="0" err="1">
                <a:latin typeface="Dreaming Outloud Pro" panose="03050502040302030504" pitchFamily="66" charset="0"/>
                <a:cs typeface="Dreaming Outloud Pro" panose="03050502040302030504" pitchFamily="66" charset="0"/>
              </a:rPr>
              <a:t>Outloud</a:t>
            </a:r>
            <a:r>
              <a:rPr lang="en-US" sz="2000" dirty="0">
                <a:latin typeface="Dreaming Outloud Pro" panose="03050502040302030504" pitchFamily="66" charset="0"/>
                <a:cs typeface="Dreaming Outloud Pro" panose="03050502040302030504" pitchFamily="66" charset="0"/>
              </a:rPr>
              <a:t> Pro</a:t>
            </a:r>
          </a:p>
          <a:p>
            <a:r>
              <a:rPr lang="en-US" sz="2000" dirty="0" err="1">
                <a:latin typeface="Orbitron" pitchFamily="2" charset="0"/>
                <a:cs typeface="Dreaming Outloud Pro" panose="03050502040302030504" pitchFamily="66" charset="0"/>
              </a:rPr>
              <a:t>Colour</a:t>
            </a:r>
            <a:r>
              <a:rPr lang="en-US" sz="2000" dirty="0">
                <a:latin typeface="Orbitron" pitchFamily="2" charset="0"/>
                <a:cs typeface="Dreaming Outloud Pro" panose="03050502040302030504" pitchFamily="66" charset="0"/>
              </a:rPr>
              <a:t> Scheme: </a:t>
            </a:r>
          </a:p>
          <a:p>
            <a:endParaRPr lang="en-CA" sz="2000" dirty="0">
              <a:latin typeface="Orbitron" pitchFamily="2" charset="0"/>
            </a:endParaRPr>
          </a:p>
        </p:txBody>
      </p:sp>
      <p:sp>
        <p:nvSpPr>
          <p:cNvPr id="8" name="Rectangle 7">
            <a:extLst>
              <a:ext uri="{FF2B5EF4-FFF2-40B4-BE49-F238E27FC236}">
                <a16:creationId xmlns:a16="http://schemas.microsoft.com/office/drawing/2014/main" id="{3D6ADDA3-2E6F-647C-98D6-7684B839D625}"/>
              </a:ext>
            </a:extLst>
          </p:cNvPr>
          <p:cNvSpPr/>
          <p:nvPr/>
        </p:nvSpPr>
        <p:spPr>
          <a:xfrm>
            <a:off x="1671453" y="3094030"/>
            <a:ext cx="742520" cy="357510"/>
          </a:xfrm>
          <a:prstGeom prst="rect">
            <a:avLst/>
          </a:prstGeom>
          <a:solidFill>
            <a:srgbClr val="16253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#16253C</a:t>
            </a:r>
          </a:p>
        </p:txBody>
      </p:sp>
      <p:sp>
        <p:nvSpPr>
          <p:cNvPr id="9" name="Rectangle 8">
            <a:extLst>
              <a:ext uri="{FF2B5EF4-FFF2-40B4-BE49-F238E27FC236}">
                <a16:creationId xmlns:a16="http://schemas.microsoft.com/office/drawing/2014/main" id="{091911BA-7DC5-A274-3BA1-47DB05D83511}"/>
              </a:ext>
            </a:extLst>
          </p:cNvPr>
          <p:cNvSpPr/>
          <p:nvPr/>
        </p:nvSpPr>
        <p:spPr>
          <a:xfrm>
            <a:off x="2709998" y="3094030"/>
            <a:ext cx="742520" cy="357510"/>
          </a:xfrm>
          <a:prstGeom prst="rect">
            <a:avLst/>
          </a:prstGeom>
          <a:solidFill>
            <a:srgbClr val="A8442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#A84420</a:t>
            </a:r>
          </a:p>
        </p:txBody>
      </p:sp>
    </p:spTree>
    <p:extLst>
      <p:ext uri="{BB962C8B-B14F-4D97-AF65-F5344CB8AC3E}">
        <p14:creationId xmlns:p14="http://schemas.microsoft.com/office/powerpoint/2010/main" val="3363870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E9BEA-DC76-69EE-DD2E-DA81E12FC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B3BBB-9015-2CA7-8900-5D6127A84A48}"/>
              </a:ext>
            </a:extLst>
          </p:cNvPr>
          <p:cNvSpPr>
            <a:spLocks noGrp="1"/>
          </p:cNvSpPr>
          <p:nvPr>
            <p:ph type="title"/>
          </p:nvPr>
        </p:nvSpPr>
        <p:spPr>
          <a:ln w="19050">
            <a:solidFill>
              <a:schemeClr val="bg1"/>
            </a:solidFill>
          </a:ln>
        </p:spPr>
        <p:txBody>
          <a:bodyPr/>
          <a:lstStyle/>
          <a:p>
            <a:r>
              <a:rPr lang="en-US" dirty="0">
                <a:latin typeface="Orbitron ExtraBold" pitchFamily="2" charset="0"/>
              </a:rPr>
              <a:t>Crew</a:t>
            </a:r>
            <a:endParaRPr lang="en-CA" dirty="0">
              <a:latin typeface="Orbitron ExtraBold" pitchFamily="2" charset="0"/>
            </a:endParaRPr>
          </a:p>
        </p:txBody>
      </p:sp>
      <p:sp>
        <p:nvSpPr>
          <p:cNvPr id="6" name="Rectangle: Rounded Corners 5">
            <a:extLst>
              <a:ext uri="{FF2B5EF4-FFF2-40B4-BE49-F238E27FC236}">
                <a16:creationId xmlns:a16="http://schemas.microsoft.com/office/drawing/2014/main" id="{1E7E1716-B68C-AC94-A3FB-7FFB783E4C93}"/>
              </a:ext>
            </a:extLst>
          </p:cNvPr>
          <p:cNvSpPr/>
          <p:nvPr/>
        </p:nvSpPr>
        <p:spPr>
          <a:xfrm>
            <a:off x="82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14">
            <a:extLst>
              <a:ext uri="{FF2B5EF4-FFF2-40B4-BE49-F238E27FC236}">
                <a16:creationId xmlns:a16="http://schemas.microsoft.com/office/drawing/2014/main" id="{48342908-3A8F-57DF-F513-CA2D13AF109E}"/>
              </a:ext>
            </a:extLst>
          </p:cNvPr>
          <p:cNvSpPr/>
          <p:nvPr/>
        </p:nvSpPr>
        <p:spPr>
          <a:xfrm>
            <a:off x="82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1" name="Picture 10" descr="A logo with a maple leaf&#10;&#10;AI-generated content may be incorrect.">
            <a:extLst>
              <a:ext uri="{FF2B5EF4-FFF2-40B4-BE49-F238E27FC236}">
                <a16:creationId xmlns:a16="http://schemas.microsoft.com/office/drawing/2014/main" id="{A2B633BA-8C0D-261D-9DCB-F3B0458FEC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246" y="1846550"/>
            <a:ext cx="780256" cy="780256"/>
          </a:xfrm>
          <a:prstGeom prst="ellipse">
            <a:avLst/>
          </a:prstGeom>
        </p:spPr>
      </p:pic>
      <p:sp>
        <p:nvSpPr>
          <p:cNvPr id="16" name="TextBox 15">
            <a:extLst>
              <a:ext uri="{FF2B5EF4-FFF2-40B4-BE49-F238E27FC236}">
                <a16:creationId xmlns:a16="http://schemas.microsoft.com/office/drawing/2014/main" id="{A5800853-B133-E4EF-77AB-7BEEBBDFDD40}"/>
              </a:ext>
            </a:extLst>
          </p:cNvPr>
          <p:cNvSpPr txBox="1"/>
          <p:nvPr/>
        </p:nvSpPr>
        <p:spPr>
          <a:xfrm>
            <a:off x="836276"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Dr. Helena Chen </a:t>
            </a:r>
          </a:p>
        </p:txBody>
      </p:sp>
      <p:cxnSp>
        <p:nvCxnSpPr>
          <p:cNvPr id="22" name="Straight Connector 21">
            <a:extLst>
              <a:ext uri="{FF2B5EF4-FFF2-40B4-BE49-F238E27FC236}">
                <a16:creationId xmlns:a16="http://schemas.microsoft.com/office/drawing/2014/main" id="{6FED104E-CBDF-8BF0-9DA1-90561FEF7485}"/>
              </a:ext>
            </a:extLst>
          </p:cNvPr>
          <p:cNvCxnSpPr>
            <a:cxnSpLocks/>
            <a:endCxn id="15" idx="3"/>
          </p:cNvCxnSpPr>
          <p:nvPr/>
        </p:nvCxnSpPr>
        <p:spPr>
          <a:xfrm>
            <a:off x="828000"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203524B-E1CE-B7A1-8339-EAFC25BA2036}"/>
              </a:ext>
            </a:extLst>
          </p:cNvPr>
          <p:cNvSpPr txBox="1"/>
          <p:nvPr/>
        </p:nvSpPr>
        <p:spPr>
          <a:xfrm>
            <a:off x="834352"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Captain</a:t>
            </a:r>
          </a:p>
          <a:p>
            <a:pPr algn="ctr"/>
            <a:r>
              <a:rPr lang="en-US" sz="1400" dirty="0">
                <a:solidFill>
                  <a:schemeClr val="bg1"/>
                </a:solidFill>
                <a:latin typeface="Orbitron" pitchFamily="2" charset="0"/>
                <a:cs typeface="Dreaming Outloud Pro" panose="03050502040302030504" pitchFamily="66" charset="0"/>
              </a:rPr>
              <a:t>Pilot</a:t>
            </a:r>
          </a:p>
        </p:txBody>
      </p:sp>
      <p:sp>
        <p:nvSpPr>
          <p:cNvPr id="25" name="Rectangle: Rounded Corners 24">
            <a:extLst>
              <a:ext uri="{FF2B5EF4-FFF2-40B4-BE49-F238E27FC236}">
                <a16:creationId xmlns:a16="http://schemas.microsoft.com/office/drawing/2014/main" id="{731246D4-99D0-27A9-A095-B32022FBC091}"/>
              </a:ext>
            </a:extLst>
          </p:cNvPr>
          <p:cNvSpPr/>
          <p:nvPr/>
        </p:nvSpPr>
        <p:spPr>
          <a:xfrm>
            <a:off x="370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Freeform: Shape 25">
            <a:extLst>
              <a:ext uri="{FF2B5EF4-FFF2-40B4-BE49-F238E27FC236}">
                <a16:creationId xmlns:a16="http://schemas.microsoft.com/office/drawing/2014/main" id="{08B1A850-12CC-3645-16C1-A77511FB26FA}"/>
              </a:ext>
            </a:extLst>
          </p:cNvPr>
          <p:cNvSpPr/>
          <p:nvPr/>
        </p:nvSpPr>
        <p:spPr>
          <a:xfrm>
            <a:off x="370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27" name="Picture 26" descr="A logo with a maple leaf&#10;&#10;AI-generated content may be incorrect.">
            <a:extLst>
              <a:ext uri="{FF2B5EF4-FFF2-40B4-BE49-F238E27FC236}">
                <a16:creationId xmlns:a16="http://schemas.microsoft.com/office/drawing/2014/main" id="{ECC065A4-1AB1-70F8-EBF5-BB51368ACE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7622" y="1846550"/>
            <a:ext cx="780256" cy="780256"/>
          </a:xfrm>
          <a:prstGeom prst="ellipse">
            <a:avLst/>
          </a:prstGeom>
        </p:spPr>
      </p:pic>
      <p:sp>
        <p:nvSpPr>
          <p:cNvPr id="28" name="TextBox 27">
            <a:extLst>
              <a:ext uri="{FF2B5EF4-FFF2-40B4-BE49-F238E27FC236}">
                <a16:creationId xmlns:a16="http://schemas.microsoft.com/office/drawing/2014/main" id="{27EF2709-AE67-15C0-E43A-F8D5ABF816F7}"/>
              </a:ext>
            </a:extLst>
          </p:cNvPr>
          <p:cNvSpPr txBox="1"/>
          <p:nvPr/>
        </p:nvSpPr>
        <p:spPr>
          <a:xfrm>
            <a:off x="3676652"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Dr. Sarah</a:t>
            </a:r>
          </a:p>
          <a:p>
            <a:pPr algn="ctr"/>
            <a:r>
              <a:rPr lang="en-US" sz="2400" dirty="0">
                <a:solidFill>
                  <a:schemeClr val="bg1"/>
                </a:solidFill>
                <a:latin typeface="Orbitron ExtraBold" pitchFamily="2" charset="0"/>
                <a:cs typeface="Dreaming Outloud Pro" panose="03050502040302030504" pitchFamily="66" charset="0"/>
              </a:rPr>
              <a:t>Lancaster</a:t>
            </a:r>
          </a:p>
        </p:txBody>
      </p:sp>
      <p:cxnSp>
        <p:nvCxnSpPr>
          <p:cNvPr id="29" name="Straight Connector 28">
            <a:extLst>
              <a:ext uri="{FF2B5EF4-FFF2-40B4-BE49-F238E27FC236}">
                <a16:creationId xmlns:a16="http://schemas.microsoft.com/office/drawing/2014/main" id="{D0811A13-24AD-AD2C-14F6-CB1D5D657442}"/>
              </a:ext>
            </a:extLst>
          </p:cNvPr>
          <p:cNvCxnSpPr>
            <a:cxnSpLocks/>
            <a:endCxn id="26" idx="3"/>
          </p:cNvCxnSpPr>
          <p:nvPr/>
        </p:nvCxnSpPr>
        <p:spPr>
          <a:xfrm>
            <a:off x="3708000"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E085001-F7BF-4984-B3CD-CA12F2A28BE0}"/>
              </a:ext>
            </a:extLst>
          </p:cNvPr>
          <p:cNvSpPr txBox="1"/>
          <p:nvPr/>
        </p:nvSpPr>
        <p:spPr>
          <a:xfrm>
            <a:off x="3674728"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Biologist</a:t>
            </a:r>
          </a:p>
          <a:p>
            <a:pPr algn="ctr"/>
            <a:r>
              <a:rPr lang="en-US" sz="1400" dirty="0">
                <a:solidFill>
                  <a:schemeClr val="bg1"/>
                </a:solidFill>
                <a:latin typeface="Orbitron" pitchFamily="2" charset="0"/>
                <a:cs typeface="Dreaming Outloud Pro" panose="03050502040302030504" pitchFamily="66" charset="0"/>
              </a:rPr>
              <a:t>Physician</a:t>
            </a:r>
          </a:p>
        </p:txBody>
      </p:sp>
      <p:pic>
        <p:nvPicPr>
          <p:cNvPr id="10" name="Picture 9">
            <a:extLst>
              <a:ext uri="{FF2B5EF4-FFF2-40B4-BE49-F238E27FC236}">
                <a16:creationId xmlns:a16="http://schemas.microsoft.com/office/drawing/2014/main" id="{78C79119-4A58-D727-6637-AA2D20FE2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6824" y="1774494"/>
            <a:ext cx="1332000" cy="1332000"/>
          </a:xfrm>
          <a:prstGeom prst="ellipse">
            <a:avLst/>
          </a:prstGeom>
          <a:ln w="19050">
            <a:solidFill>
              <a:schemeClr val="bg1"/>
            </a:solidFill>
          </a:ln>
        </p:spPr>
      </p:pic>
      <p:sp>
        <p:nvSpPr>
          <p:cNvPr id="32" name="Rectangle: Rounded Corners 31">
            <a:extLst>
              <a:ext uri="{FF2B5EF4-FFF2-40B4-BE49-F238E27FC236}">
                <a16:creationId xmlns:a16="http://schemas.microsoft.com/office/drawing/2014/main" id="{EA77BEE0-44FC-332D-03B1-10EE575B7C6E}"/>
              </a:ext>
            </a:extLst>
          </p:cNvPr>
          <p:cNvSpPr/>
          <p:nvPr/>
        </p:nvSpPr>
        <p:spPr>
          <a:xfrm>
            <a:off x="6518952"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Freeform: Shape 32">
            <a:extLst>
              <a:ext uri="{FF2B5EF4-FFF2-40B4-BE49-F238E27FC236}">
                <a16:creationId xmlns:a16="http://schemas.microsoft.com/office/drawing/2014/main" id="{874B9434-8086-5253-62D2-3D91C697EA82}"/>
              </a:ext>
            </a:extLst>
          </p:cNvPr>
          <p:cNvSpPr/>
          <p:nvPr/>
        </p:nvSpPr>
        <p:spPr>
          <a:xfrm>
            <a:off x="6517028"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34" name="Picture 33" descr="A logo with a maple leaf&#10;&#10;AI-generated content may be incorrect.">
            <a:extLst>
              <a:ext uri="{FF2B5EF4-FFF2-40B4-BE49-F238E27FC236}">
                <a16:creationId xmlns:a16="http://schemas.microsoft.com/office/drawing/2014/main" id="{0EE43A0F-0E76-4AFE-4555-B6EDC7D5E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998" y="1846550"/>
            <a:ext cx="780256" cy="780256"/>
          </a:xfrm>
          <a:prstGeom prst="ellipse">
            <a:avLst/>
          </a:prstGeom>
        </p:spPr>
      </p:pic>
      <p:sp>
        <p:nvSpPr>
          <p:cNvPr id="35" name="TextBox 34">
            <a:extLst>
              <a:ext uri="{FF2B5EF4-FFF2-40B4-BE49-F238E27FC236}">
                <a16:creationId xmlns:a16="http://schemas.microsoft.com/office/drawing/2014/main" id="{2BABA9F3-AE4B-A1CF-DA56-4B85C0C5A0C4}"/>
              </a:ext>
            </a:extLst>
          </p:cNvPr>
          <p:cNvSpPr txBox="1"/>
          <p:nvPr/>
        </p:nvSpPr>
        <p:spPr>
          <a:xfrm>
            <a:off x="6517028"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Alistair</a:t>
            </a:r>
          </a:p>
          <a:p>
            <a:pPr algn="ctr"/>
            <a:r>
              <a:rPr lang="en-US" sz="2400" dirty="0">
                <a:solidFill>
                  <a:schemeClr val="bg1"/>
                </a:solidFill>
                <a:latin typeface="Orbitron ExtraBold" pitchFamily="2" charset="0"/>
                <a:cs typeface="Dreaming Outloud Pro" panose="03050502040302030504" pitchFamily="66" charset="0"/>
              </a:rPr>
              <a:t>Johnson</a:t>
            </a:r>
          </a:p>
        </p:txBody>
      </p:sp>
      <p:cxnSp>
        <p:nvCxnSpPr>
          <p:cNvPr id="36" name="Straight Connector 35">
            <a:extLst>
              <a:ext uri="{FF2B5EF4-FFF2-40B4-BE49-F238E27FC236}">
                <a16:creationId xmlns:a16="http://schemas.microsoft.com/office/drawing/2014/main" id="{348479E6-50B1-FAB1-2CE4-DA6B58BBC7AE}"/>
              </a:ext>
            </a:extLst>
          </p:cNvPr>
          <p:cNvCxnSpPr>
            <a:cxnSpLocks/>
            <a:endCxn id="33" idx="3"/>
          </p:cNvCxnSpPr>
          <p:nvPr/>
        </p:nvCxnSpPr>
        <p:spPr>
          <a:xfrm>
            <a:off x="6517028"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F4EE2C63-5D3E-64B6-BDE3-7143A61CF7BC}"/>
              </a:ext>
            </a:extLst>
          </p:cNvPr>
          <p:cNvSpPr txBox="1"/>
          <p:nvPr/>
        </p:nvSpPr>
        <p:spPr>
          <a:xfrm>
            <a:off x="6515104"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Engineer</a:t>
            </a:r>
          </a:p>
          <a:p>
            <a:pPr algn="ctr"/>
            <a:r>
              <a:rPr lang="en-US" sz="1400" dirty="0">
                <a:solidFill>
                  <a:schemeClr val="bg1"/>
                </a:solidFill>
                <a:latin typeface="Orbitron" pitchFamily="2" charset="0"/>
                <a:cs typeface="Dreaming Outloud Pro" panose="03050502040302030504" pitchFamily="66" charset="0"/>
              </a:rPr>
              <a:t>Comms</a:t>
            </a:r>
          </a:p>
        </p:txBody>
      </p:sp>
      <p:pic>
        <p:nvPicPr>
          <p:cNvPr id="21" name="Picture 20">
            <a:extLst>
              <a:ext uri="{FF2B5EF4-FFF2-40B4-BE49-F238E27FC236}">
                <a16:creationId xmlns:a16="http://schemas.microsoft.com/office/drawing/2014/main" id="{624F8F91-3666-89B0-5BC6-866834014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7300" y="1800224"/>
            <a:ext cx="1332000" cy="1332000"/>
          </a:xfrm>
          <a:prstGeom prst="ellipse">
            <a:avLst/>
          </a:prstGeom>
          <a:ln w="19050">
            <a:solidFill>
              <a:schemeClr val="bg1"/>
            </a:solidFill>
          </a:ln>
        </p:spPr>
      </p:pic>
      <p:cxnSp>
        <p:nvCxnSpPr>
          <p:cNvPr id="40" name="Straight Connector 39">
            <a:extLst>
              <a:ext uri="{FF2B5EF4-FFF2-40B4-BE49-F238E27FC236}">
                <a16:creationId xmlns:a16="http://schemas.microsoft.com/office/drawing/2014/main" id="{8E024DBC-9475-8A3A-A579-D3C6BC48BF37}"/>
              </a:ext>
            </a:extLst>
          </p:cNvPr>
          <p:cNvCxnSpPr/>
          <p:nvPr/>
        </p:nvCxnSpPr>
        <p:spPr>
          <a:xfrm>
            <a:off x="1578890" y="3380884"/>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5ACA359-ED85-C7B0-F0AA-F7611E8F7C9B}"/>
              </a:ext>
            </a:extLst>
          </p:cNvPr>
          <p:cNvCxnSpPr/>
          <p:nvPr/>
        </p:nvCxnSpPr>
        <p:spPr>
          <a:xfrm>
            <a:off x="1578890" y="4305926"/>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64EE7D3-C367-123E-BCBE-61A0DB2AECAD}"/>
              </a:ext>
            </a:extLst>
          </p:cNvPr>
          <p:cNvSpPr txBox="1"/>
          <p:nvPr/>
        </p:nvSpPr>
        <p:spPr>
          <a:xfrm>
            <a:off x="858890" y="4391161"/>
            <a:ext cx="2497386"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1259375</a:t>
            </a:r>
          </a:p>
          <a:p>
            <a:pPr algn="ctr"/>
            <a:r>
              <a:rPr lang="en-US" sz="1400" dirty="0">
                <a:solidFill>
                  <a:srgbClr val="A84420"/>
                </a:solidFill>
                <a:latin typeface="Orbitron ExtraBold" pitchFamily="2" charset="0"/>
                <a:cs typeface="Dreaming Outloud Pro" panose="03050502040302030504" pitchFamily="66" charset="0"/>
              </a:rPr>
              <a:t>Ottawa, ON</a:t>
            </a:r>
          </a:p>
          <a:p>
            <a:pPr algn="ctr"/>
            <a:r>
              <a:rPr lang="en-US" sz="1400" dirty="0">
                <a:solidFill>
                  <a:srgbClr val="A84420"/>
                </a:solidFill>
                <a:latin typeface="Orbitron ExtraBold" pitchFamily="2" charset="0"/>
                <a:cs typeface="Dreaming Outloud Pro" panose="03050502040302030504" pitchFamily="66" charset="0"/>
              </a:rPr>
              <a:t>1977/12/30</a:t>
            </a:r>
          </a:p>
        </p:txBody>
      </p:sp>
      <p:sp>
        <p:nvSpPr>
          <p:cNvPr id="45" name="TextBox 44">
            <a:extLst>
              <a:ext uri="{FF2B5EF4-FFF2-40B4-BE49-F238E27FC236}">
                <a16:creationId xmlns:a16="http://schemas.microsoft.com/office/drawing/2014/main" id="{D74F619E-27D4-FA4E-8DAE-84DD2AD958DA}"/>
              </a:ext>
            </a:extLst>
          </p:cNvPr>
          <p:cNvSpPr txBox="1"/>
          <p:nvPr/>
        </p:nvSpPr>
        <p:spPr>
          <a:xfrm>
            <a:off x="3716275" y="4386358"/>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6830102</a:t>
            </a:r>
          </a:p>
          <a:p>
            <a:pPr algn="ctr"/>
            <a:r>
              <a:rPr lang="en-US" sz="1400" dirty="0">
                <a:solidFill>
                  <a:srgbClr val="A84420"/>
                </a:solidFill>
                <a:latin typeface="Orbitron ExtraBold" pitchFamily="2" charset="0"/>
                <a:cs typeface="Dreaming Outloud Pro" panose="03050502040302030504" pitchFamily="66" charset="0"/>
              </a:rPr>
              <a:t>Victoria, BC</a:t>
            </a:r>
          </a:p>
          <a:p>
            <a:pPr algn="ctr"/>
            <a:r>
              <a:rPr lang="en-US" sz="1400" dirty="0">
                <a:solidFill>
                  <a:srgbClr val="A84420"/>
                </a:solidFill>
                <a:latin typeface="Orbitron ExtraBold" pitchFamily="2" charset="0"/>
                <a:cs typeface="Dreaming Outloud Pro" panose="03050502040302030504" pitchFamily="66" charset="0"/>
              </a:rPr>
              <a:t>1989/10/09</a:t>
            </a:r>
          </a:p>
        </p:txBody>
      </p:sp>
      <p:sp>
        <p:nvSpPr>
          <p:cNvPr id="46" name="TextBox 45">
            <a:extLst>
              <a:ext uri="{FF2B5EF4-FFF2-40B4-BE49-F238E27FC236}">
                <a16:creationId xmlns:a16="http://schemas.microsoft.com/office/drawing/2014/main" id="{840C6795-AA29-7AD2-509E-6C02A39473C7}"/>
              </a:ext>
            </a:extLst>
          </p:cNvPr>
          <p:cNvSpPr txBox="1"/>
          <p:nvPr/>
        </p:nvSpPr>
        <p:spPr>
          <a:xfrm>
            <a:off x="6515104" y="4382764"/>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573302</a:t>
            </a:r>
          </a:p>
          <a:p>
            <a:pPr algn="ctr"/>
            <a:r>
              <a:rPr lang="en-US" sz="1400" dirty="0">
                <a:solidFill>
                  <a:srgbClr val="A84420"/>
                </a:solidFill>
                <a:latin typeface="Orbitron ExtraBold" pitchFamily="2" charset="0"/>
                <a:cs typeface="Dreaming Outloud Pro" panose="03050502040302030504" pitchFamily="66" charset="0"/>
              </a:rPr>
              <a:t>Red Deer, AB</a:t>
            </a:r>
          </a:p>
          <a:p>
            <a:pPr algn="ctr"/>
            <a:r>
              <a:rPr lang="en-US" sz="1400" dirty="0">
                <a:solidFill>
                  <a:srgbClr val="A84420"/>
                </a:solidFill>
                <a:latin typeface="Orbitron ExtraBold" pitchFamily="2" charset="0"/>
                <a:cs typeface="Dreaming Outloud Pro" panose="03050502040302030504" pitchFamily="66" charset="0"/>
              </a:rPr>
              <a:t>1982/05/03</a:t>
            </a:r>
          </a:p>
        </p:txBody>
      </p:sp>
      <p:cxnSp>
        <p:nvCxnSpPr>
          <p:cNvPr id="3" name="Straight Connector 2">
            <a:extLst>
              <a:ext uri="{FF2B5EF4-FFF2-40B4-BE49-F238E27FC236}">
                <a16:creationId xmlns:a16="http://schemas.microsoft.com/office/drawing/2014/main" id="{56D0B622-DAEE-CEDE-098C-0E56EBBBE158}"/>
              </a:ext>
            </a:extLst>
          </p:cNvPr>
          <p:cNvCxnSpPr/>
          <p:nvPr/>
        </p:nvCxnSpPr>
        <p:spPr>
          <a:xfrm>
            <a:off x="4460291" y="3380884"/>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3F3FAE73-7801-17D5-F1EA-8CDA258325E4}"/>
              </a:ext>
            </a:extLst>
          </p:cNvPr>
          <p:cNvCxnSpPr/>
          <p:nvPr/>
        </p:nvCxnSpPr>
        <p:spPr>
          <a:xfrm>
            <a:off x="4460291" y="4305926"/>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descr="A cartoon of a person wearing glasses&#10;&#10;AI-generated content may be incorrect.">
            <a:extLst>
              <a:ext uri="{FF2B5EF4-FFF2-40B4-BE49-F238E27FC236}">
                <a16:creationId xmlns:a16="http://schemas.microsoft.com/office/drawing/2014/main" id="{52F71A05-7671-7479-57D6-5F99A3EB5F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6263" y="1788625"/>
            <a:ext cx="1332000" cy="1332000"/>
          </a:xfrm>
          <a:prstGeom prst="ellipse">
            <a:avLst/>
          </a:prstGeom>
          <a:ln w="19050">
            <a:solidFill>
              <a:schemeClr val="bg1"/>
            </a:solidFill>
          </a:ln>
        </p:spPr>
      </p:pic>
      <p:sp>
        <p:nvSpPr>
          <p:cNvPr id="13" name="Rectangle: Rounded Corners 12">
            <a:extLst>
              <a:ext uri="{FF2B5EF4-FFF2-40B4-BE49-F238E27FC236}">
                <a16:creationId xmlns:a16="http://schemas.microsoft.com/office/drawing/2014/main" id="{A09BB51A-A114-0923-B5D9-722378B3A18E}"/>
              </a:ext>
            </a:extLst>
          </p:cNvPr>
          <p:cNvSpPr/>
          <p:nvPr/>
        </p:nvSpPr>
        <p:spPr>
          <a:xfrm>
            <a:off x="9396143"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Freeform: Shape 13">
            <a:extLst>
              <a:ext uri="{FF2B5EF4-FFF2-40B4-BE49-F238E27FC236}">
                <a16:creationId xmlns:a16="http://schemas.microsoft.com/office/drawing/2014/main" id="{0A381DCC-49BA-D3D5-FB09-E9D00DCD67E7}"/>
              </a:ext>
            </a:extLst>
          </p:cNvPr>
          <p:cNvSpPr/>
          <p:nvPr/>
        </p:nvSpPr>
        <p:spPr>
          <a:xfrm>
            <a:off x="9394219"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7" name="Picture 16" descr="A logo with a maple leaf&#10;&#10;AI-generated content may be incorrect.">
            <a:extLst>
              <a:ext uri="{FF2B5EF4-FFF2-40B4-BE49-F238E27FC236}">
                <a16:creationId xmlns:a16="http://schemas.microsoft.com/office/drawing/2014/main" id="{5EF22D65-DA6C-B588-0C62-5AE6D4F80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5189" y="1846550"/>
            <a:ext cx="780256" cy="780256"/>
          </a:xfrm>
          <a:prstGeom prst="ellipse">
            <a:avLst/>
          </a:prstGeom>
        </p:spPr>
      </p:pic>
      <p:sp>
        <p:nvSpPr>
          <p:cNvPr id="18" name="TextBox 17">
            <a:extLst>
              <a:ext uri="{FF2B5EF4-FFF2-40B4-BE49-F238E27FC236}">
                <a16:creationId xmlns:a16="http://schemas.microsoft.com/office/drawing/2014/main" id="{620929AE-AE93-4360-7002-A46CAA32AE84}"/>
              </a:ext>
            </a:extLst>
          </p:cNvPr>
          <p:cNvSpPr txBox="1"/>
          <p:nvPr/>
        </p:nvSpPr>
        <p:spPr>
          <a:xfrm>
            <a:off x="9394219"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Pascale</a:t>
            </a:r>
          </a:p>
          <a:p>
            <a:pPr algn="ctr"/>
            <a:r>
              <a:rPr lang="en-US" sz="2400" dirty="0">
                <a:solidFill>
                  <a:schemeClr val="bg1"/>
                </a:solidFill>
                <a:latin typeface="Orbitron ExtraBold" pitchFamily="2" charset="0"/>
                <a:cs typeface="Dreaming Outloud Pro" panose="03050502040302030504" pitchFamily="66" charset="0"/>
              </a:rPr>
              <a:t>Tremblay</a:t>
            </a:r>
          </a:p>
        </p:txBody>
      </p:sp>
      <p:cxnSp>
        <p:nvCxnSpPr>
          <p:cNvPr id="19" name="Straight Connector 18">
            <a:extLst>
              <a:ext uri="{FF2B5EF4-FFF2-40B4-BE49-F238E27FC236}">
                <a16:creationId xmlns:a16="http://schemas.microsoft.com/office/drawing/2014/main" id="{F1919B7C-F589-645C-05CE-F6E898B306A9}"/>
              </a:ext>
            </a:extLst>
          </p:cNvPr>
          <p:cNvCxnSpPr>
            <a:cxnSpLocks/>
            <a:endCxn id="14" idx="3"/>
          </p:cNvCxnSpPr>
          <p:nvPr/>
        </p:nvCxnSpPr>
        <p:spPr>
          <a:xfrm>
            <a:off x="9394219"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969EBBF-14AA-0C3D-4B9D-A779A0589DDA}"/>
              </a:ext>
            </a:extLst>
          </p:cNvPr>
          <p:cNvSpPr txBox="1"/>
          <p:nvPr/>
        </p:nvSpPr>
        <p:spPr>
          <a:xfrm>
            <a:off x="9392295"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Engineer</a:t>
            </a:r>
          </a:p>
          <a:p>
            <a:pPr algn="ctr"/>
            <a:r>
              <a:rPr lang="en-US" sz="1400" dirty="0">
                <a:solidFill>
                  <a:schemeClr val="bg1"/>
                </a:solidFill>
                <a:latin typeface="Orbitron" pitchFamily="2" charset="0"/>
                <a:cs typeface="Dreaming Outloud Pro" panose="03050502040302030504" pitchFamily="66" charset="0"/>
              </a:rPr>
              <a:t>Comms</a:t>
            </a:r>
          </a:p>
        </p:txBody>
      </p:sp>
      <p:sp>
        <p:nvSpPr>
          <p:cNvPr id="30" name="TextBox 29">
            <a:extLst>
              <a:ext uri="{FF2B5EF4-FFF2-40B4-BE49-F238E27FC236}">
                <a16:creationId xmlns:a16="http://schemas.microsoft.com/office/drawing/2014/main" id="{B9F3E78E-053F-CA1C-174D-502E7A291DB3}"/>
              </a:ext>
            </a:extLst>
          </p:cNvPr>
          <p:cNvSpPr txBox="1"/>
          <p:nvPr/>
        </p:nvSpPr>
        <p:spPr>
          <a:xfrm>
            <a:off x="9392295" y="4382764"/>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875963</a:t>
            </a:r>
          </a:p>
          <a:p>
            <a:pPr algn="ctr"/>
            <a:r>
              <a:rPr lang="en-US" sz="1400" dirty="0">
                <a:solidFill>
                  <a:srgbClr val="A84420"/>
                </a:solidFill>
                <a:latin typeface="Orbitron ExtraBold" pitchFamily="2" charset="0"/>
                <a:cs typeface="Dreaming Outloud Pro" panose="03050502040302030504" pitchFamily="66" charset="0"/>
              </a:rPr>
              <a:t>Montréal, QC</a:t>
            </a:r>
          </a:p>
          <a:p>
            <a:pPr algn="ctr"/>
            <a:r>
              <a:rPr lang="en-US" sz="1400" dirty="0">
                <a:solidFill>
                  <a:srgbClr val="A84420"/>
                </a:solidFill>
                <a:latin typeface="Orbitron ExtraBold" pitchFamily="2" charset="0"/>
                <a:cs typeface="Dreaming Outloud Pro" panose="03050502040302030504" pitchFamily="66" charset="0"/>
              </a:rPr>
              <a:t>1987/02/24</a:t>
            </a:r>
          </a:p>
        </p:txBody>
      </p:sp>
      <p:pic>
        <p:nvPicPr>
          <p:cNvPr id="12" name="Picture 11" descr="A cartoon of a person smiling&#10;&#10;AI-generated content may be incorrect.">
            <a:extLst>
              <a:ext uri="{FF2B5EF4-FFF2-40B4-BE49-F238E27FC236}">
                <a16:creationId xmlns:a16="http://schemas.microsoft.com/office/drawing/2014/main" id="{CB580022-3928-77A0-D59C-8753145F56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94491" y="1774494"/>
            <a:ext cx="1332000" cy="1332000"/>
          </a:xfrm>
          <a:prstGeom prst="ellipse">
            <a:avLst/>
          </a:prstGeom>
          <a:ln w="19050">
            <a:solidFill>
              <a:schemeClr val="bg1"/>
            </a:solidFill>
          </a:ln>
        </p:spPr>
      </p:pic>
    </p:spTree>
    <p:extLst>
      <p:ext uri="{BB962C8B-B14F-4D97-AF65-F5344CB8AC3E}">
        <p14:creationId xmlns:p14="http://schemas.microsoft.com/office/powerpoint/2010/main" val="3788628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B1A1-D1AA-192B-7F6F-805FF1975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145D3-E944-BB89-56F1-0C335CC99464}"/>
              </a:ext>
            </a:extLst>
          </p:cNvPr>
          <p:cNvSpPr>
            <a:spLocks noGrp="1"/>
          </p:cNvSpPr>
          <p:nvPr>
            <p:ph type="title"/>
          </p:nvPr>
        </p:nvSpPr>
        <p:spPr>
          <a:ln w="19050">
            <a:solidFill>
              <a:schemeClr val="bg1"/>
            </a:solidFill>
          </a:ln>
        </p:spPr>
        <p:txBody>
          <a:bodyPr/>
          <a:lstStyle/>
          <a:p>
            <a:r>
              <a:rPr lang="en-US" dirty="0">
                <a:latin typeface="Orbitron ExtraBold" pitchFamily="2" charset="0"/>
              </a:rPr>
              <a:t>Crew</a:t>
            </a:r>
            <a:endParaRPr lang="en-CA" dirty="0">
              <a:latin typeface="Orbitron ExtraBold" pitchFamily="2" charset="0"/>
            </a:endParaRPr>
          </a:p>
        </p:txBody>
      </p:sp>
      <p:sp>
        <p:nvSpPr>
          <p:cNvPr id="6" name="Rectangle: Rounded Corners 5">
            <a:extLst>
              <a:ext uri="{FF2B5EF4-FFF2-40B4-BE49-F238E27FC236}">
                <a16:creationId xmlns:a16="http://schemas.microsoft.com/office/drawing/2014/main" id="{447FB45F-AF6A-7564-4CE4-2BD523B85E62}"/>
              </a:ext>
            </a:extLst>
          </p:cNvPr>
          <p:cNvSpPr/>
          <p:nvPr/>
        </p:nvSpPr>
        <p:spPr>
          <a:xfrm>
            <a:off x="82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14">
            <a:extLst>
              <a:ext uri="{FF2B5EF4-FFF2-40B4-BE49-F238E27FC236}">
                <a16:creationId xmlns:a16="http://schemas.microsoft.com/office/drawing/2014/main" id="{B9E3FEBD-4E19-B3BE-55D7-5F3C2C3AF10C}"/>
              </a:ext>
            </a:extLst>
          </p:cNvPr>
          <p:cNvSpPr/>
          <p:nvPr/>
        </p:nvSpPr>
        <p:spPr>
          <a:xfrm>
            <a:off x="82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1" name="Picture 10" descr="A logo with a maple leaf&#10;&#10;AI-generated content may be incorrect.">
            <a:extLst>
              <a:ext uri="{FF2B5EF4-FFF2-40B4-BE49-F238E27FC236}">
                <a16:creationId xmlns:a16="http://schemas.microsoft.com/office/drawing/2014/main" id="{10ACF70C-9C71-D53D-BBC8-95BA354C9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511" y="1775979"/>
            <a:ext cx="360000" cy="360000"/>
          </a:xfrm>
          <a:prstGeom prst="ellipse">
            <a:avLst/>
          </a:prstGeom>
        </p:spPr>
      </p:pic>
      <p:sp>
        <p:nvSpPr>
          <p:cNvPr id="16" name="TextBox 15">
            <a:extLst>
              <a:ext uri="{FF2B5EF4-FFF2-40B4-BE49-F238E27FC236}">
                <a16:creationId xmlns:a16="http://schemas.microsoft.com/office/drawing/2014/main" id="{7564B233-BADA-C70D-E23B-995EB323274C}"/>
              </a:ext>
            </a:extLst>
          </p:cNvPr>
          <p:cNvSpPr txBox="1"/>
          <p:nvPr/>
        </p:nvSpPr>
        <p:spPr>
          <a:xfrm>
            <a:off x="1028954" y="1746269"/>
            <a:ext cx="2520000" cy="307777"/>
          </a:xfrm>
          <a:prstGeom prst="rect">
            <a:avLst/>
          </a:prstGeom>
          <a:noFill/>
        </p:spPr>
        <p:txBody>
          <a:bodyPr wrap="square" rtlCol="0">
            <a:spAutoFit/>
          </a:bodyPr>
          <a:lstStyle/>
          <a:p>
            <a:pPr algn="ctr"/>
            <a:r>
              <a:rPr lang="en-US" sz="1400" dirty="0">
                <a:solidFill>
                  <a:schemeClr val="bg1"/>
                </a:solidFill>
                <a:latin typeface="Orbitron ExtraBold" pitchFamily="2" charset="0"/>
                <a:cs typeface="Dreaming Outloud Pro" panose="03050502040302030504" pitchFamily="66" charset="0"/>
              </a:rPr>
              <a:t>Dr. Helena Chen </a:t>
            </a:r>
          </a:p>
        </p:txBody>
      </p:sp>
      <p:sp>
        <p:nvSpPr>
          <p:cNvPr id="25" name="Rectangle: Rounded Corners 24">
            <a:extLst>
              <a:ext uri="{FF2B5EF4-FFF2-40B4-BE49-F238E27FC236}">
                <a16:creationId xmlns:a16="http://schemas.microsoft.com/office/drawing/2014/main" id="{B991ABD5-DED3-ED37-5051-423B2762CB18}"/>
              </a:ext>
            </a:extLst>
          </p:cNvPr>
          <p:cNvSpPr/>
          <p:nvPr/>
        </p:nvSpPr>
        <p:spPr>
          <a:xfrm>
            <a:off x="370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Freeform: Shape 25">
            <a:extLst>
              <a:ext uri="{FF2B5EF4-FFF2-40B4-BE49-F238E27FC236}">
                <a16:creationId xmlns:a16="http://schemas.microsoft.com/office/drawing/2014/main" id="{FEE42B1D-8CF3-C1F9-C924-E960775F9FB6}"/>
              </a:ext>
            </a:extLst>
          </p:cNvPr>
          <p:cNvSpPr/>
          <p:nvPr/>
        </p:nvSpPr>
        <p:spPr>
          <a:xfrm>
            <a:off x="370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27" name="Picture 26" descr="A logo with a maple leaf&#10;&#10;AI-generated content may be incorrect.">
            <a:extLst>
              <a:ext uri="{FF2B5EF4-FFF2-40B4-BE49-F238E27FC236}">
                <a16:creationId xmlns:a16="http://schemas.microsoft.com/office/drawing/2014/main" id="{F8DEEE60-053E-CF10-E304-434EDB091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7622" y="1846550"/>
            <a:ext cx="780256" cy="780256"/>
          </a:xfrm>
          <a:prstGeom prst="ellipse">
            <a:avLst/>
          </a:prstGeom>
        </p:spPr>
      </p:pic>
      <p:sp>
        <p:nvSpPr>
          <p:cNvPr id="28" name="TextBox 27">
            <a:extLst>
              <a:ext uri="{FF2B5EF4-FFF2-40B4-BE49-F238E27FC236}">
                <a16:creationId xmlns:a16="http://schemas.microsoft.com/office/drawing/2014/main" id="{10ECD967-07D5-34C1-926C-56627F47B5FC}"/>
              </a:ext>
            </a:extLst>
          </p:cNvPr>
          <p:cNvSpPr txBox="1"/>
          <p:nvPr/>
        </p:nvSpPr>
        <p:spPr>
          <a:xfrm>
            <a:off x="3676652"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Dr. Sarah</a:t>
            </a:r>
          </a:p>
          <a:p>
            <a:pPr algn="ctr"/>
            <a:r>
              <a:rPr lang="en-US" sz="2400" dirty="0">
                <a:solidFill>
                  <a:schemeClr val="bg1"/>
                </a:solidFill>
                <a:latin typeface="Orbitron ExtraBold" pitchFamily="2" charset="0"/>
                <a:cs typeface="Dreaming Outloud Pro" panose="03050502040302030504" pitchFamily="66" charset="0"/>
              </a:rPr>
              <a:t>Lancaster</a:t>
            </a:r>
          </a:p>
        </p:txBody>
      </p:sp>
      <p:cxnSp>
        <p:nvCxnSpPr>
          <p:cNvPr id="29" name="Straight Connector 28">
            <a:extLst>
              <a:ext uri="{FF2B5EF4-FFF2-40B4-BE49-F238E27FC236}">
                <a16:creationId xmlns:a16="http://schemas.microsoft.com/office/drawing/2014/main" id="{0822B09B-8771-D0A8-43E5-D2E844398E78}"/>
              </a:ext>
            </a:extLst>
          </p:cNvPr>
          <p:cNvCxnSpPr>
            <a:cxnSpLocks/>
            <a:endCxn id="26" idx="3"/>
          </p:cNvCxnSpPr>
          <p:nvPr/>
        </p:nvCxnSpPr>
        <p:spPr>
          <a:xfrm>
            <a:off x="3708000"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045EA010-563F-4767-7EF9-794A877F0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6824" y="1774494"/>
            <a:ext cx="1332000" cy="1332000"/>
          </a:xfrm>
          <a:prstGeom prst="ellipse">
            <a:avLst/>
          </a:prstGeom>
          <a:ln w="19050">
            <a:solidFill>
              <a:schemeClr val="bg1"/>
            </a:solidFill>
          </a:ln>
        </p:spPr>
      </p:pic>
      <p:sp>
        <p:nvSpPr>
          <p:cNvPr id="32" name="Rectangle: Rounded Corners 31">
            <a:extLst>
              <a:ext uri="{FF2B5EF4-FFF2-40B4-BE49-F238E27FC236}">
                <a16:creationId xmlns:a16="http://schemas.microsoft.com/office/drawing/2014/main" id="{BCCBFAB1-DFE2-067B-E38C-BFA470C5C6F0}"/>
              </a:ext>
            </a:extLst>
          </p:cNvPr>
          <p:cNvSpPr/>
          <p:nvPr/>
        </p:nvSpPr>
        <p:spPr>
          <a:xfrm>
            <a:off x="6518952"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Freeform: Shape 32">
            <a:extLst>
              <a:ext uri="{FF2B5EF4-FFF2-40B4-BE49-F238E27FC236}">
                <a16:creationId xmlns:a16="http://schemas.microsoft.com/office/drawing/2014/main" id="{93BA6CE0-0457-8BF3-6031-86A8E46EFD03}"/>
              </a:ext>
            </a:extLst>
          </p:cNvPr>
          <p:cNvSpPr/>
          <p:nvPr/>
        </p:nvSpPr>
        <p:spPr>
          <a:xfrm>
            <a:off x="6517028"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34" name="Picture 33" descr="A logo with a maple leaf&#10;&#10;AI-generated content may be incorrect.">
            <a:extLst>
              <a:ext uri="{FF2B5EF4-FFF2-40B4-BE49-F238E27FC236}">
                <a16:creationId xmlns:a16="http://schemas.microsoft.com/office/drawing/2014/main" id="{E449F01E-3B1E-CE74-7134-22CF37127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998" y="1846550"/>
            <a:ext cx="780256" cy="780256"/>
          </a:xfrm>
          <a:prstGeom prst="ellipse">
            <a:avLst/>
          </a:prstGeom>
        </p:spPr>
      </p:pic>
      <p:sp>
        <p:nvSpPr>
          <p:cNvPr id="35" name="TextBox 34">
            <a:extLst>
              <a:ext uri="{FF2B5EF4-FFF2-40B4-BE49-F238E27FC236}">
                <a16:creationId xmlns:a16="http://schemas.microsoft.com/office/drawing/2014/main" id="{25607D55-B026-3555-9199-3A01F7C2A9C6}"/>
              </a:ext>
            </a:extLst>
          </p:cNvPr>
          <p:cNvSpPr txBox="1"/>
          <p:nvPr/>
        </p:nvSpPr>
        <p:spPr>
          <a:xfrm>
            <a:off x="6517028"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Alistair</a:t>
            </a:r>
          </a:p>
          <a:p>
            <a:pPr algn="ctr"/>
            <a:r>
              <a:rPr lang="en-US" sz="2400" dirty="0">
                <a:solidFill>
                  <a:schemeClr val="bg1"/>
                </a:solidFill>
                <a:latin typeface="Orbitron ExtraBold" pitchFamily="2" charset="0"/>
                <a:cs typeface="Dreaming Outloud Pro" panose="03050502040302030504" pitchFamily="66" charset="0"/>
              </a:rPr>
              <a:t>Johnson</a:t>
            </a:r>
          </a:p>
        </p:txBody>
      </p:sp>
      <p:cxnSp>
        <p:nvCxnSpPr>
          <p:cNvPr id="36" name="Straight Connector 35">
            <a:extLst>
              <a:ext uri="{FF2B5EF4-FFF2-40B4-BE49-F238E27FC236}">
                <a16:creationId xmlns:a16="http://schemas.microsoft.com/office/drawing/2014/main" id="{7BA70314-F619-4579-B61A-783A9B129F1D}"/>
              </a:ext>
            </a:extLst>
          </p:cNvPr>
          <p:cNvCxnSpPr>
            <a:cxnSpLocks/>
            <a:endCxn id="33" idx="3"/>
          </p:cNvCxnSpPr>
          <p:nvPr/>
        </p:nvCxnSpPr>
        <p:spPr>
          <a:xfrm>
            <a:off x="6517028"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8B3DB38F-9377-9B04-864B-DF2FA71F31CB}"/>
              </a:ext>
            </a:extLst>
          </p:cNvPr>
          <p:cNvSpPr txBox="1"/>
          <p:nvPr/>
        </p:nvSpPr>
        <p:spPr>
          <a:xfrm>
            <a:off x="6515104"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Engineer</a:t>
            </a:r>
          </a:p>
          <a:p>
            <a:pPr algn="ctr"/>
            <a:r>
              <a:rPr lang="en-US" sz="1400" dirty="0">
                <a:solidFill>
                  <a:schemeClr val="bg1"/>
                </a:solidFill>
                <a:latin typeface="Orbitron" pitchFamily="2" charset="0"/>
                <a:cs typeface="Dreaming Outloud Pro" panose="03050502040302030504" pitchFamily="66" charset="0"/>
              </a:rPr>
              <a:t>Comms</a:t>
            </a:r>
          </a:p>
        </p:txBody>
      </p:sp>
      <p:pic>
        <p:nvPicPr>
          <p:cNvPr id="21" name="Picture 20">
            <a:extLst>
              <a:ext uri="{FF2B5EF4-FFF2-40B4-BE49-F238E27FC236}">
                <a16:creationId xmlns:a16="http://schemas.microsoft.com/office/drawing/2014/main" id="{795E8779-DC28-23BE-6B8F-332FC432DE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7300" y="1800224"/>
            <a:ext cx="1332000" cy="1332000"/>
          </a:xfrm>
          <a:prstGeom prst="ellipse">
            <a:avLst/>
          </a:prstGeom>
          <a:ln w="19050">
            <a:solidFill>
              <a:schemeClr val="bg1"/>
            </a:solidFill>
          </a:ln>
        </p:spPr>
      </p:pic>
      <p:sp>
        <p:nvSpPr>
          <p:cNvPr id="42" name="TextBox 41">
            <a:extLst>
              <a:ext uri="{FF2B5EF4-FFF2-40B4-BE49-F238E27FC236}">
                <a16:creationId xmlns:a16="http://schemas.microsoft.com/office/drawing/2014/main" id="{29ABCD9C-5834-B6FC-F8C8-92A07C04F35D}"/>
              </a:ext>
            </a:extLst>
          </p:cNvPr>
          <p:cNvSpPr txBox="1"/>
          <p:nvPr/>
        </p:nvSpPr>
        <p:spPr>
          <a:xfrm>
            <a:off x="2130104" y="1975068"/>
            <a:ext cx="1347518" cy="261610"/>
          </a:xfrm>
          <a:prstGeom prst="rect">
            <a:avLst/>
          </a:prstGeom>
          <a:noFill/>
        </p:spPr>
        <p:txBody>
          <a:bodyPr wrap="square" rtlCol="0">
            <a:spAutoFit/>
          </a:bodyPr>
          <a:lstStyle/>
          <a:p>
            <a:pPr algn="ctr"/>
            <a:r>
              <a:rPr lang="en-US" sz="1100" dirty="0">
                <a:solidFill>
                  <a:srgbClr val="16253C"/>
                </a:solidFill>
                <a:latin typeface="Orbitron ExtraBold" pitchFamily="2" charset="0"/>
                <a:cs typeface="Dreaming Outloud Pro" panose="03050502040302030504" pitchFamily="66" charset="0"/>
              </a:rPr>
              <a:t>Id: 1259375</a:t>
            </a:r>
          </a:p>
        </p:txBody>
      </p:sp>
      <p:sp>
        <p:nvSpPr>
          <p:cNvPr id="45" name="TextBox 44">
            <a:extLst>
              <a:ext uri="{FF2B5EF4-FFF2-40B4-BE49-F238E27FC236}">
                <a16:creationId xmlns:a16="http://schemas.microsoft.com/office/drawing/2014/main" id="{ABF8B1C3-2FDC-897C-C2D2-B7D094034964}"/>
              </a:ext>
            </a:extLst>
          </p:cNvPr>
          <p:cNvSpPr txBox="1"/>
          <p:nvPr/>
        </p:nvSpPr>
        <p:spPr>
          <a:xfrm>
            <a:off x="3716275" y="4386358"/>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6830102</a:t>
            </a:r>
          </a:p>
          <a:p>
            <a:pPr algn="ctr"/>
            <a:r>
              <a:rPr lang="en-US" sz="1400" dirty="0">
                <a:solidFill>
                  <a:srgbClr val="A84420"/>
                </a:solidFill>
                <a:latin typeface="Orbitron ExtraBold" pitchFamily="2" charset="0"/>
                <a:cs typeface="Dreaming Outloud Pro" panose="03050502040302030504" pitchFamily="66" charset="0"/>
              </a:rPr>
              <a:t>Victoria, BC</a:t>
            </a:r>
          </a:p>
          <a:p>
            <a:pPr algn="ctr"/>
            <a:r>
              <a:rPr lang="en-US" sz="1400" dirty="0">
                <a:solidFill>
                  <a:srgbClr val="A84420"/>
                </a:solidFill>
                <a:latin typeface="Orbitron ExtraBold" pitchFamily="2" charset="0"/>
                <a:cs typeface="Dreaming Outloud Pro" panose="03050502040302030504" pitchFamily="66" charset="0"/>
              </a:rPr>
              <a:t>1989/10/09</a:t>
            </a:r>
          </a:p>
        </p:txBody>
      </p:sp>
      <p:sp>
        <p:nvSpPr>
          <p:cNvPr id="46" name="TextBox 45">
            <a:extLst>
              <a:ext uri="{FF2B5EF4-FFF2-40B4-BE49-F238E27FC236}">
                <a16:creationId xmlns:a16="http://schemas.microsoft.com/office/drawing/2014/main" id="{6D6A54EE-2FB3-D426-97A0-9F3AA12D8838}"/>
              </a:ext>
            </a:extLst>
          </p:cNvPr>
          <p:cNvSpPr txBox="1"/>
          <p:nvPr/>
        </p:nvSpPr>
        <p:spPr>
          <a:xfrm>
            <a:off x="6515104" y="4382764"/>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573302</a:t>
            </a:r>
          </a:p>
          <a:p>
            <a:pPr algn="ctr"/>
            <a:r>
              <a:rPr lang="en-US" sz="1400" dirty="0">
                <a:solidFill>
                  <a:srgbClr val="A84420"/>
                </a:solidFill>
                <a:latin typeface="Orbitron ExtraBold" pitchFamily="2" charset="0"/>
                <a:cs typeface="Dreaming Outloud Pro" panose="03050502040302030504" pitchFamily="66" charset="0"/>
              </a:rPr>
              <a:t>Red Deer, AB</a:t>
            </a:r>
          </a:p>
          <a:p>
            <a:pPr algn="ctr"/>
            <a:r>
              <a:rPr lang="en-US" sz="1400" dirty="0">
                <a:solidFill>
                  <a:srgbClr val="A84420"/>
                </a:solidFill>
                <a:latin typeface="Orbitron ExtraBold" pitchFamily="2" charset="0"/>
                <a:cs typeface="Dreaming Outloud Pro" panose="03050502040302030504" pitchFamily="66" charset="0"/>
              </a:rPr>
              <a:t>1982/05/03</a:t>
            </a:r>
          </a:p>
        </p:txBody>
      </p:sp>
      <p:cxnSp>
        <p:nvCxnSpPr>
          <p:cNvPr id="3" name="Straight Connector 2">
            <a:extLst>
              <a:ext uri="{FF2B5EF4-FFF2-40B4-BE49-F238E27FC236}">
                <a16:creationId xmlns:a16="http://schemas.microsoft.com/office/drawing/2014/main" id="{5E67D56D-5809-8BDE-05DA-6B0C08A3E53D}"/>
              </a:ext>
            </a:extLst>
          </p:cNvPr>
          <p:cNvCxnSpPr/>
          <p:nvPr/>
        </p:nvCxnSpPr>
        <p:spPr>
          <a:xfrm>
            <a:off x="4460291" y="3380884"/>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4E3D5885-A1EB-B5D4-CB7A-C85E33CD93C6}"/>
              </a:ext>
            </a:extLst>
          </p:cNvPr>
          <p:cNvCxnSpPr/>
          <p:nvPr/>
        </p:nvCxnSpPr>
        <p:spPr>
          <a:xfrm>
            <a:off x="4460291" y="4305926"/>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EF6E2649-E1CA-1B79-10D8-DA637CD318E6}"/>
              </a:ext>
            </a:extLst>
          </p:cNvPr>
          <p:cNvSpPr/>
          <p:nvPr/>
        </p:nvSpPr>
        <p:spPr>
          <a:xfrm>
            <a:off x="9396143"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Freeform: Shape 13">
            <a:extLst>
              <a:ext uri="{FF2B5EF4-FFF2-40B4-BE49-F238E27FC236}">
                <a16:creationId xmlns:a16="http://schemas.microsoft.com/office/drawing/2014/main" id="{B08CB780-731D-EBB1-A656-CB84734A2610}"/>
              </a:ext>
            </a:extLst>
          </p:cNvPr>
          <p:cNvSpPr/>
          <p:nvPr/>
        </p:nvSpPr>
        <p:spPr>
          <a:xfrm>
            <a:off x="9394219"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7" name="Picture 16" descr="A logo with a maple leaf&#10;&#10;AI-generated content may be incorrect.">
            <a:extLst>
              <a:ext uri="{FF2B5EF4-FFF2-40B4-BE49-F238E27FC236}">
                <a16:creationId xmlns:a16="http://schemas.microsoft.com/office/drawing/2014/main" id="{FDF7550A-92DE-DA19-682C-EE9F70219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5189" y="1846550"/>
            <a:ext cx="780256" cy="780256"/>
          </a:xfrm>
          <a:prstGeom prst="ellipse">
            <a:avLst/>
          </a:prstGeom>
        </p:spPr>
      </p:pic>
      <p:sp>
        <p:nvSpPr>
          <p:cNvPr id="18" name="TextBox 17">
            <a:extLst>
              <a:ext uri="{FF2B5EF4-FFF2-40B4-BE49-F238E27FC236}">
                <a16:creationId xmlns:a16="http://schemas.microsoft.com/office/drawing/2014/main" id="{B4681297-AFAF-C66F-3131-D69881FA560E}"/>
              </a:ext>
            </a:extLst>
          </p:cNvPr>
          <p:cNvSpPr txBox="1"/>
          <p:nvPr/>
        </p:nvSpPr>
        <p:spPr>
          <a:xfrm>
            <a:off x="9394219"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Pascale</a:t>
            </a:r>
          </a:p>
          <a:p>
            <a:pPr algn="ctr"/>
            <a:r>
              <a:rPr lang="en-US" sz="2400" dirty="0">
                <a:solidFill>
                  <a:schemeClr val="bg1"/>
                </a:solidFill>
                <a:latin typeface="Orbitron ExtraBold" pitchFamily="2" charset="0"/>
                <a:cs typeface="Dreaming Outloud Pro" panose="03050502040302030504" pitchFamily="66" charset="0"/>
              </a:rPr>
              <a:t>Tremblay</a:t>
            </a:r>
          </a:p>
        </p:txBody>
      </p:sp>
      <p:cxnSp>
        <p:nvCxnSpPr>
          <p:cNvPr id="19" name="Straight Connector 18">
            <a:extLst>
              <a:ext uri="{FF2B5EF4-FFF2-40B4-BE49-F238E27FC236}">
                <a16:creationId xmlns:a16="http://schemas.microsoft.com/office/drawing/2014/main" id="{A7F85F9D-1C20-0767-31D4-54C7A44F5A6A}"/>
              </a:ext>
            </a:extLst>
          </p:cNvPr>
          <p:cNvCxnSpPr>
            <a:cxnSpLocks/>
            <a:endCxn id="14" idx="3"/>
          </p:cNvCxnSpPr>
          <p:nvPr/>
        </p:nvCxnSpPr>
        <p:spPr>
          <a:xfrm>
            <a:off x="9394219"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D04FE22-3DC2-3594-E693-6A60FD5998A3}"/>
              </a:ext>
            </a:extLst>
          </p:cNvPr>
          <p:cNvSpPr txBox="1"/>
          <p:nvPr/>
        </p:nvSpPr>
        <p:spPr>
          <a:xfrm>
            <a:off x="9392295"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Engineer</a:t>
            </a:r>
          </a:p>
          <a:p>
            <a:pPr algn="ctr"/>
            <a:r>
              <a:rPr lang="en-US" sz="1400" dirty="0">
                <a:solidFill>
                  <a:schemeClr val="bg1"/>
                </a:solidFill>
                <a:latin typeface="Orbitron" pitchFamily="2" charset="0"/>
                <a:cs typeface="Dreaming Outloud Pro" panose="03050502040302030504" pitchFamily="66" charset="0"/>
              </a:rPr>
              <a:t>Comms</a:t>
            </a:r>
          </a:p>
        </p:txBody>
      </p:sp>
      <p:sp>
        <p:nvSpPr>
          <p:cNvPr id="30" name="TextBox 29">
            <a:extLst>
              <a:ext uri="{FF2B5EF4-FFF2-40B4-BE49-F238E27FC236}">
                <a16:creationId xmlns:a16="http://schemas.microsoft.com/office/drawing/2014/main" id="{83021B2B-8CAE-2380-96B0-F370C8A23539}"/>
              </a:ext>
            </a:extLst>
          </p:cNvPr>
          <p:cNvSpPr txBox="1"/>
          <p:nvPr/>
        </p:nvSpPr>
        <p:spPr>
          <a:xfrm>
            <a:off x="9392295" y="4382764"/>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875963</a:t>
            </a:r>
          </a:p>
          <a:p>
            <a:pPr algn="ctr"/>
            <a:r>
              <a:rPr lang="en-US" sz="1400" dirty="0">
                <a:solidFill>
                  <a:srgbClr val="A84420"/>
                </a:solidFill>
                <a:latin typeface="Orbitron ExtraBold" pitchFamily="2" charset="0"/>
                <a:cs typeface="Dreaming Outloud Pro" panose="03050502040302030504" pitchFamily="66" charset="0"/>
              </a:rPr>
              <a:t>Montréal, QC</a:t>
            </a:r>
          </a:p>
          <a:p>
            <a:pPr algn="ctr"/>
            <a:r>
              <a:rPr lang="en-US" sz="1400" dirty="0">
                <a:solidFill>
                  <a:srgbClr val="A84420"/>
                </a:solidFill>
                <a:latin typeface="Orbitron ExtraBold" pitchFamily="2" charset="0"/>
                <a:cs typeface="Dreaming Outloud Pro" panose="03050502040302030504" pitchFamily="66" charset="0"/>
              </a:rPr>
              <a:t>1987/02/24</a:t>
            </a:r>
          </a:p>
        </p:txBody>
      </p:sp>
      <p:pic>
        <p:nvPicPr>
          <p:cNvPr id="12" name="Picture 11" descr="A cartoon of a person smiling&#10;&#10;AI-generated content may be incorrect.">
            <a:extLst>
              <a:ext uri="{FF2B5EF4-FFF2-40B4-BE49-F238E27FC236}">
                <a16:creationId xmlns:a16="http://schemas.microsoft.com/office/drawing/2014/main" id="{0982F48B-F530-E728-6A78-DCDE062D3A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4491" y="1774494"/>
            <a:ext cx="1332000" cy="1332000"/>
          </a:xfrm>
          <a:prstGeom prst="ellipse">
            <a:avLst/>
          </a:prstGeom>
          <a:ln w="19050">
            <a:solidFill>
              <a:schemeClr val="bg1"/>
            </a:solidFill>
          </a:ln>
        </p:spPr>
      </p:pic>
      <p:sp>
        <p:nvSpPr>
          <p:cNvPr id="5" name="Rectangle 4">
            <a:extLst>
              <a:ext uri="{FF2B5EF4-FFF2-40B4-BE49-F238E27FC236}">
                <a16:creationId xmlns:a16="http://schemas.microsoft.com/office/drawing/2014/main" id="{5F61D6D4-3772-83BA-1418-0B65BB4FC934}"/>
              </a:ext>
            </a:extLst>
          </p:cNvPr>
          <p:cNvSpPr/>
          <p:nvPr/>
        </p:nvSpPr>
        <p:spPr>
          <a:xfrm>
            <a:off x="826891" y="2255209"/>
            <a:ext cx="2520000" cy="639637"/>
          </a:xfrm>
          <a:prstGeom prst="rect">
            <a:avLst/>
          </a:prstGeom>
          <a:solidFill>
            <a:srgbClr val="1625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2" name="Straight Connector 21">
            <a:extLst>
              <a:ext uri="{FF2B5EF4-FFF2-40B4-BE49-F238E27FC236}">
                <a16:creationId xmlns:a16="http://schemas.microsoft.com/office/drawing/2014/main" id="{4D89D111-7581-6656-AF71-44D4BAAF08D5}"/>
              </a:ext>
            </a:extLst>
          </p:cNvPr>
          <p:cNvCxnSpPr>
            <a:cxnSpLocks/>
          </p:cNvCxnSpPr>
          <p:nvPr/>
        </p:nvCxnSpPr>
        <p:spPr>
          <a:xfrm>
            <a:off x="826077" y="2255287"/>
            <a:ext cx="25406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3D633BD-B029-E33E-9308-03585C5816A6}"/>
              </a:ext>
            </a:extLst>
          </p:cNvPr>
          <p:cNvSpPr txBox="1"/>
          <p:nvPr/>
        </p:nvSpPr>
        <p:spPr>
          <a:xfrm>
            <a:off x="963391" y="2571740"/>
            <a:ext cx="1971450" cy="307777"/>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Blood Type: O</a:t>
            </a:r>
            <a:r>
              <a:rPr lang="en-US" sz="1400" baseline="30000" dirty="0">
                <a:solidFill>
                  <a:schemeClr val="bg1"/>
                </a:solidFill>
                <a:latin typeface="Orbitron" pitchFamily="2" charset="0"/>
                <a:cs typeface="Dreaming Outloud Pro" panose="03050502040302030504" pitchFamily="66" charset="0"/>
              </a:rPr>
              <a:t>+</a:t>
            </a:r>
          </a:p>
        </p:txBody>
      </p:sp>
    </p:spTree>
    <p:extLst>
      <p:ext uri="{BB962C8B-B14F-4D97-AF65-F5344CB8AC3E}">
        <p14:creationId xmlns:p14="http://schemas.microsoft.com/office/powerpoint/2010/main" val="456698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F9812-3271-72CA-303B-7FA98A40A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59FCD-D8AB-A0B0-6797-A7525AE04E9D}"/>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pic>
        <p:nvPicPr>
          <p:cNvPr id="6" name="Content Placeholder 5" descr="Rocket with solid fill">
            <a:extLst>
              <a:ext uri="{FF2B5EF4-FFF2-40B4-BE49-F238E27FC236}">
                <a16:creationId xmlns:a16="http://schemas.microsoft.com/office/drawing/2014/main" id="{8471090E-AD15-D977-19A3-37524B1CD94C}"/>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297650" y="1941244"/>
            <a:ext cx="540000" cy="540000"/>
          </a:xfrm>
        </p:spPr>
      </p:pic>
      <p:pic>
        <p:nvPicPr>
          <p:cNvPr id="10" name="Graphic 9" descr="Planet with solid fill">
            <a:extLst>
              <a:ext uri="{FF2B5EF4-FFF2-40B4-BE49-F238E27FC236}">
                <a16:creationId xmlns:a16="http://schemas.microsoft.com/office/drawing/2014/main" id="{45223B8C-82A5-55D1-0D04-280C75E2F72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83950" y="1941244"/>
            <a:ext cx="540000" cy="540000"/>
          </a:xfrm>
          <a:prstGeom prst="rect">
            <a:avLst/>
          </a:prstGeom>
        </p:spPr>
      </p:pic>
      <p:pic>
        <p:nvPicPr>
          <p:cNvPr id="12" name="Graphic 11" descr="Uranus with solid fill">
            <a:extLst>
              <a:ext uri="{FF2B5EF4-FFF2-40B4-BE49-F238E27FC236}">
                <a16:creationId xmlns:a16="http://schemas.microsoft.com/office/drawing/2014/main" id="{37C05D47-3D64-DD26-12A2-3F4164BA10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52900" y="1941244"/>
            <a:ext cx="540000" cy="540000"/>
          </a:xfrm>
          <a:prstGeom prst="rect">
            <a:avLst/>
          </a:prstGeom>
        </p:spPr>
      </p:pic>
      <p:pic>
        <p:nvPicPr>
          <p:cNvPr id="14" name="Graphic 13" descr="Astronaut female with solid fill">
            <a:extLst>
              <a:ext uri="{FF2B5EF4-FFF2-40B4-BE49-F238E27FC236}">
                <a16:creationId xmlns:a16="http://schemas.microsoft.com/office/drawing/2014/main" id="{B75BE149-2245-B605-309D-CEC381ED750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90800" y="1941244"/>
            <a:ext cx="540000" cy="540000"/>
          </a:xfrm>
          <a:prstGeom prst="rect">
            <a:avLst/>
          </a:prstGeom>
        </p:spPr>
      </p:pic>
      <p:pic>
        <p:nvPicPr>
          <p:cNvPr id="16" name="Graphic 15" descr="Earth with solid fill">
            <a:extLst>
              <a:ext uri="{FF2B5EF4-FFF2-40B4-BE49-F238E27FC236}">
                <a16:creationId xmlns:a16="http://schemas.microsoft.com/office/drawing/2014/main" id="{753D3CE2-C60E-04C9-AE28-0D9CB49CC11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15000" y="1941244"/>
            <a:ext cx="540000" cy="540000"/>
          </a:xfrm>
          <a:prstGeom prst="rect">
            <a:avLst/>
          </a:prstGeom>
        </p:spPr>
      </p:pic>
      <p:pic>
        <p:nvPicPr>
          <p:cNvPr id="18" name="Graphic 17" descr="Astronaut male with solid fill">
            <a:extLst>
              <a:ext uri="{FF2B5EF4-FFF2-40B4-BE49-F238E27FC236}">
                <a16:creationId xmlns:a16="http://schemas.microsoft.com/office/drawing/2014/main" id="{01B54853-E5D8-01E6-9189-CFED070AE7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59750" y="1941244"/>
            <a:ext cx="540000" cy="540000"/>
          </a:xfrm>
          <a:prstGeom prst="rect">
            <a:avLst/>
          </a:prstGeom>
        </p:spPr>
      </p:pic>
      <p:pic>
        <p:nvPicPr>
          <p:cNvPr id="20" name="Graphic 19" descr="Satellite with solid fill">
            <a:extLst>
              <a:ext uri="{FF2B5EF4-FFF2-40B4-BE49-F238E27FC236}">
                <a16:creationId xmlns:a16="http://schemas.microsoft.com/office/drawing/2014/main" id="{0A26C066-0112-9BA2-25BC-C7AE45D8C40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28700" y="1941244"/>
            <a:ext cx="540000" cy="540000"/>
          </a:xfrm>
          <a:prstGeom prst="rect">
            <a:avLst/>
          </a:prstGeom>
        </p:spPr>
      </p:pic>
      <p:pic>
        <p:nvPicPr>
          <p:cNvPr id="22" name="Graphic 21" descr="Saturn with solid fill">
            <a:extLst>
              <a:ext uri="{FF2B5EF4-FFF2-40B4-BE49-F238E27FC236}">
                <a16:creationId xmlns:a16="http://schemas.microsoft.com/office/drawing/2014/main" id="{42C34387-B761-F83E-B791-AEE4589536A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821850" y="1941244"/>
            <a:ext cx="540000" cy="540000"/>
          </a:xfrm>
          <a:prstGeom prst="rect">
            <a:avLst/>
          </a:prstGeom>
        </p:spPr>
      </p:pic>
      <p:pic>
        <p:nvPicPr>
          <p:cNvPr id="24" name="Graphic 23" descr="Telescope with solid fill">
            <a:extLst>
              <a:ext uri="{FF2B5EF4-FFF2-40B4-BE49-F238E27FC236}">
                <a16:creationId xmlns:a16="http://schemas.microsoft.com/office/drawing/2014/main" id="{8ED9EE03-2ACA-7D42-3B02-3D17986449E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6600" y="1941844"/>
            <a:ext cx="540000" cy="540000"/>
          </a:xfrm>
          <a:prstGeom prst="rect">
            <a:avLst/>
          </a:prstGeom>
        </p:spPr>
      </p:pic>
      <p:pic>
        <p:nvPicPr>
          <p:cNvPr id="26" name="Graphic 25" descr="Shower with solid fill">
            <a:extLst>
              <a:ext uri="{FF2B5EF4-FFF2-40B4-BE49-F238E27FC236}">
                <a16:creationId xmlns:a16="http://schemas.microsoft.com/office/drawing/2014/main" id="{A078E885-500F-CE4A-83CB-A3919B02EA5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66600" y="2556244"/>
            <a:ext cx="540000" cy="540000"/>
          </a:xfrm>
          <a:prstGeom prst="rect">
            <a:avLst/>
          </a:prstGeom>
        </p:spPr>
      </p:pic>
      <p:pic>
        <p:nvPicPr>
          <p:cNvPr id="28" name="Graphic 27" descr="Bento Box with solid fill">
            <a:extLst>
              <a:ext uri="{FF2B5EF4-FFF2-40B4-BE49-F238E27FC236}">
                <a16:creationId xmlns:a16="http://schemas.microsoft.com/office/drawing/2014/main" id="{221D92DC-BFAD-A8C4-DFCA-4BB1AAE529E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297650" y="2556244"/>
            <a:ext cx="540000" cy="540000"/>
          </a:xfrm>
          <a:prstGeom prst="rect">
            <a:avLst/>
          </a:prstGeom>
        </p:spPr>
      </p:pic>
      <p:pic>
        <p:nvPicPr>
          <p:cNvPr id="30" name="Graphic 29" descr="Table setting with solid fill">
            <a:extLst>
              <a:ext uri="{FF2B5EF4-FFF2-40B4-BE49-F238E27FC236}">
                <a16:creationId xmlns:a16="http://schemas.microsoft.com/office/drawing/2014/main" id="{38DE41FA-E4FC-6434-89A1-A21BAF75388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928700" y="2556244"/>
            <a:ext cx="540000" cy="540000"/>
          </a:xfrm>
          <a:prstGeom prst="rect">
            <a:avLst/>
          </a:prstGeom>
        </p:spPr>
      </p:pic>
      <p:pic>
        <p:nvPicPr>
          <p:cNvPr id="32" name="Graphic 31" descr="Database with solid fill">
            <a:extLst>
              <a:ext uri="{FF2B5EF4-FFF2-40B4-BE49-F238E27FC236}">
                <a16:creationId xmlns:a16="http://schemas.microsoft.com/office/drawing/2014/main" id="{06805084-E511-4A35-37EC-6200A2D0093B}"/>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66600" y="3761756"/>
            <a:ext cx="540000" cy="540000"/>
          </a:xfrm>
          <a:prstGeom prst="rect">
            <a:avLst/>
          </a:prstGeom>
        </p:spPr>
      </p:pic>
      <p:pic>
        <p:nvPicPr>
          <p:cNvPr id="34" name="Graphic 33" descr="Playing card with solid fill">
            <a:extLst>
              <a:ext uri="{FF2B5EF4-FFF2-40B4-BE49-F238E27FC236}">
                <a16:creationId xmlns:a16="http://schemas.microsoft.com/office/drawing/2014/main" id="{831692D6-331F-8427-5BDC-CCE9123D983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6346050" y="2556244"/>
            <a:ext cx="540000" cy="540000"/>
          </a:xfrm>
          <a:prstGeom prst="rect">
            <a:avLst/>
          </a:prstGeom>
        </p:spPr>
      </p:pic>
      <p:pic>
        <p:nvPicPr>
          <p:cNvPr id="36" name="Graphic 35" descr="Battery charging with solid fill">
            <a:extLst>
              <a:ext uri="{FF2B5EF4-FFF2-40B4-BE49-F238E27FC236}">
                <a16:creationId xmlns:a16="http://schemas.microsoft.com/office/drawing/2014/main" id="{EE8343D6-81EF-F0CD-961E-956599CEEF67}"/>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452900" y="3159000"/>
            <a:ext cx="540000" cy="540000"/>
          </a:xfrm>
          <a:prstGeom prst="rect">
            <a:avLst/>
          </a:prstGeom>
        </p:spPr>
      </p:pic>
      <p:pic>
        <p:nvPicPr>
          <p:cNvPr id="38" name="Graphic 37" descr="Lock with solid fill">
            <a:extLst>
              <a:ext uri="{FF2B5EF4-FFF2-40B4-BE49-F238E27FC236}">
                <a16:creationId xmlns:a16="http://schemas.microsoft.com/office/drawing/2014/main" id="{E21202F8-BC21-50D0-CE61-898F7D1C4F20}"/>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559750" y="3761756"/>
            <a:ext cx="540000" cy="540000"/>
          </a:xfrm>
          <a:prstGeom prst="rect">
            <a:avLst/>
          </a:prstGeom>
        </p:spPr>
      </p:pic>
      <p:pic>
        <p:nvPicPr>
          <p:cNvPr id="40" name="Graphic 39" descr="Shield with solid fill">
            <a:extLst>
              <a:ext uri="{FF2B5EF4-FFF2-40B4-BE49-F238E27FC236}">
                <a16:creationId xmlns:a16="http://schemas.microsoft.com/office/drawing/2014/main" id="{9F6687DC-581E-02B7-27A7-E4D0A6F20159}"/>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928700" y="3761756"/>
            <a:ext cx="540000" cy="540000"/>
          </a:xfrm>
          <a:prstGeom prst="rect">
            <a:avLst/>
          </a:prstGeom>
        </p:spPr>
      </p:pic>
      <p:pic>
        <p:nvPicPr>
          <p:cNvPr id="42" name="Graphic 41" descr="Hammer with solid fill">
            <a:extLst>
              <a:ext uri="{FF2B5EF4-FFF2-40B4-BE49-F238E27FC236}">
                <a16:creationId xmlns:a16="http://schemas.microsoft.com/office/drawing/2014/main" id="{CEF7F6FC-C40D-10DD-C13B-8B840BFDB6D8}"/>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928700" y="3170644"/>
            <a:ext cx="540000" cy="540000"/>
          </a:xfrm>
          <a:prstGeom prst="rect">
            <a:avLst/>
          </a:prstGeom>
        </p:spPr>
      </p:pic>
      <p:pic>
        <p:nvPicPr>
          <p:cNvPr id="44" name="Graphic 43" descr="Tools with solid fill">
            <a:extLst>
              <a:ext uri="{FF2B5EF4-FFF2-40B4-BE49-F238E27FC236}">
                <a16:creationId xmlns:a16="http://schemas.microsoft.com/office/drawing/2014/main" id="{7EE06018-6712-38CE-1230-542A203B68BE}"/>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666600" y="3159000"/>
            <a:ext cx="540000" cy="540000"/>
          </a:xfrm>
          <a:prstGeom prst="rect">
            <a:avLst/>
          </a:prstGeom>
        </p:spPr>
      </p:pic>
      <p:pic>
        <p:nvPicPr>
          <p:cNvPr id="46" name="Graphic 45" descr="Wrench with solid fill">
            <a:extLst>
              <a:ext uri="{FF2B5EF4-FFF2-40B4-BE49-F238E27FC236}">
                <a16:creationId xmlns:a16="http://schemas.microsoft.com/office/drawing/2014/main" id="{26592DC0-A948-A511-387F-A729AC1E5349}"/>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297650" y="3159000"/>
            <a:ext cx="540000" cy="540000"/>
          </a:xfrm>
          <a:prstGeom prst="rect">
            <a:avLst/>
          </a:prstGeom>
        </p:spPr>
      </p:pic>
      <p:pic>
        <p:nvPicPr>
          <p:cNvPr id="48" name="Graphic 47" descr="Recycle with solid fill">
            <a:extLst>
              <a:ext uri="{FF2B5EF4-FFF2-40B4-BE49-F238E27FC236}">
                <a16:creationId xmlns:a16="http://schemas.microsoft.com/office/drawing/2014/main" id="{6BE9215C-55E9-E02E-5932-DBC7BC67628E}"/>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190800" y="3761756"/>
            <a:ext cx="540000" cy="540000"/>
          </a:xfrm>
          <a:prstGeom prst="rect">
            <a:avLst/>
          </a:prstGeom>
        </p:spPr>
      </p:pic>
      <p:pic>
        <p:nvPicPr>
          <p:cNvPr id="50" name="Graphic 49" descr="Atom with solid fill">
            <a:extLst>
              <a:ext uri="{FF2B5EF4-FFF2-40B4-BE49-F238E27FC236}">
                <a16:creationId xmlns:a16="http://schemas.microsoft.com/office/drawing/2014/main" id="{B369921E-83D6-ABFC-E8CD-AFCCCBC3BA48}"/>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190800" y="3159000"/>
            <a:ext cx="540000" cy="540000"/>
          </a:xfrm>
          <a:prstGeom prst="rect">
            <a:avLst/>
          </a:prstGeom>
        </p:spPr>
      </p:pic>
      <p:pic>
        <p:nvPicPr>
          <p:cNvPr id="52" name="Graphic 51" descr="Beaker with solid fill">
            <a:extLst>
              <a:ext uri="{FF2B5EF4-FFF2-40B4-BE49-F238E27FC236}">
                <a16:creationId xmlns:a16="http://schemas.microsoft.com/office/drawing/2014/main" id="{43D311B4-9361-4D2F-9316-1844B3302142}"/>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5715000" y="2547498"/>
            <a:ext cx="540000" cy="540000"/>
          </a:xfrm>
          <a:prstGeom prst="rect">
            <a:avLst/>
          </a:prstGeom>
        </p:spPr>
      </p:pic>
      <p:pic>
        <p:nvPicPr>
          <p:cNvPr id="54" name="Graphic 53" descr="Books on shelf with solid fill">
            <a:extLst>
              <a:ext uri="{FF2B5EF4-FFF2-40B4-BE49-F238E27FC236}">
                <a16:creationId xmlns:a16="http://schemas.microsoft.com/office/drawing/2014/main" id="{A91280D5-641D-B3EB-C8F8-FA782D395BF8}"/>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5083950" y="3159000"/>
            <a:ext cx="540000" cy="540000"/>
          </a:xfrm>
          <a:prstGeom prst="rect">
            <a:avLst/>
          </a:prstGeom>
        </p:spPr>
      </p:pic>
      <p:pic>
        <p:nvPicPr>
          <p:cNvPr id="56" name="Graphic 55" descr="Petri Dish with solid fill">
            <a:extLst>
              <a:ext uri="{FF2B5EF4-FFF2-40B4-BE49-F238E27FC236}">
                <a16:creationId xmlns:a16="http://schemas.microsoft.com/office/drawing/2014/main" id="{55B15DE1-B147-211F-B5A8-FA31119267A7}"/>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5083950" y="2559334"/>
            <a:ext cx="540000" cy="540000"/>
          </a:xfrm>
          <a:prstGeom prst="rect">
            <a:avLst/>
          </a:prstGeom>
        </p:spPr>
      </p:pic>
      <p:pic>
        <p:nvPicPr>
          <p:cNvPr id="58" name="Graphic 57" descr="Medical with solid fill">
            <a:extLst>
              <a:ext uri="{FF2B5EF4-FFF2-40B4-BE49-F238E27FC236}">
                <a16:creationId xmlns:a16="http://schemas.microsoft.com/office/drawing/2014/main" id="{BBCD290C-FED1-7D5E-58BB-09FD7F7D5CD6}"/>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4452900" y="2547498"/>
            <a:ext cx="540000" cy="540000"/>
          </a:xfrm>
          <a:prstGeom prst="rect">
            <a:avLst/>
          </a:prstGeom>
        </p:spPr>
      </p:pic>
      <p:pic>
        <p:nvPicPr>
          <p:cNvPr id="60" name="Graphic 59" descr="Stethoscope with solid fill">
            <a:extLst>
              <a:ext uri="{FF2B5EF4-FFF2-40B4-BE49-F238E27FC236}">
                <a16:creationId xmlns:a16="http://schemas.microsoft.com/office/drawing/2014/main" id="{C739CD68-A291-E307-87FD-9F251C674B51}"/>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3190800" y="2550966"/>
            <a:ext cx="540000" cy="540000"/>
          </a:xfrm>
          <a:prstGeom prst="rect">
            <a:avLst/>
          </a:prstGeom>
        </p:spPr>
      </p:pic>
      <p:pic>
        <p:nvPicPr>
          <p:cNvPr id="62" name="Graphic 61" descr="Skeleton with solid fill">
            <a:extLst>
              <a:ext uri="{FF2B5EF4-FFF2-40B4-BE49-F238E27FC236}">
                <a16:creationId xmlns:a16="http://schemas.microsoft.com/office/drawing/2014/main" id="{A416C31C-FFFB-2803-BD02-FA928A19737E}"/>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3821850" y="2550966"/>
            <a:ext cx="540000" cy="540000"/>
          </a:xfrm>
          <a:prstGeom prst="rect">
            <a:avLst/>
          </a:prstGeom>
        </p:spPr>
      </p:pic>
      <p:pic>
        <p:nvPicPr>
          <p:cNvPr id="64" name="Graphic 63" descr="Earth globe: Americas with solid fill">
            <a:extLst>
              <a:ext uri="{FF2B5EF4-FFF2-40B4-BE49-F238E27FC236}">
                <a16:creationId xmlns:a16="http://schemas.microsoft.com/office/drawing/2014/main" id="{E2788EA2-8CFF-52A1-2C9D-5FC4D6E7CB42}"/>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6346050" y="1942205"/>
            <a:ext cx="540000" cy="540000"/>
          </a:xfrm>
          <a:prstGeom prst="rect">
            <a:avLst/>
          </a:prstGeom>
        </p:spPr>
      </p:pic>
      <p:pic>
        <p:nvPicPr>
          <p:cNvPr id="66" name="Graphic 65" descr="Cell Tower with solid fill">
            <a:extLst>
              <a:ext uri="{FF2B5EF4-FFF2-40B4-BE49-F238E27FC236}">
                <a16:creationId xmlns:a16="http://schemas.microsoft.com/office/drawing/2014/main" id="{0ADFDCD9-F0C8-30D2-AFE7-BC4DC2030AC3}"/>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2559750" y="3159000"/>
            <a:ext cx="540000" cy="540000"/>
          </a:xfrm>
          <a:prstGeom prst="rect">
            <a:avLst/>
          </a:prstGeom>
        </p:spPr>
      </p:pic>
      <p:pic>
        <p:nvPicPr>
          <p:cNvPr id="68" name="Graphic 67" descr="Processor with solid fill">
            <a:extLst>
              <a:ext uri="{FF2B5EF4-FFF2-40B4-BE49-F238E27FC236}">
                <a16:creationId xmlns:a16="http://schemas.microsoft.com/office/drawing/2014/main" id="{574E7099-60E8-7F75-DBC6-E377DC754F2B}"/>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3821850" y="3159000"/>
            <a:ext cx="540000" cy="540000"/>
          </a:xfrm>
          <a:prstGeom prst="rect">
            <a:avLst/>
          </a:prstGeom>
        </p:spPr>
      </p:pic>
      <p:pic>
        <p:nvPicPr>
          <p:cNvPr id="70" name="Graphic 69" descr="Body builder with solid fill">
            <a:extLst>
              <a:ext uri="{FF2B5EF4-FFF2-40B4-BE49-F238E27FC236}">
                <a16:creationId xmlns:a16="http://schemas.microsoft.com/office/drawing/2014/main" id="{8917F412-45E0-4874-5782-1781EA7A4501}"/>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2559750" y="2550966"/>
            <a:ext cx="540000" cy="540000"/>
          </a:xfrm>
          <a:prstGeom prst="rect">
            <a:avLst/>
          </a:prstGeom>
        </p:spPr>
      </p:pic>
      <p:pic>
        <p:nvPicPr>
          <p:cNvPr id="72" name="Graphic 71" descr="Shirt with solid fill">
            <a:extLst>
              <a:ext uri="{FF2B5EF4-FFF2-40B4-BE49-F238E27FC236}">
                <a16:creationId xmlns:a16="http://schemas.microsoft.com/office/drawing/2014/main" id="{2390DF34-6C63-B321-A5ED-F1C79E52676C}"/>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1297650" y="3761756"/>
            <a:ext cx="540000" cy="540000"/>
          </a:xfrm>
          <a:prstGeom prst="rect">
            <a:avLst/>
          </a:prstGeom>
        </p:spPr>
      </p:pic>
      <p:pic>
        <p:nvPicPr>
          <p:cNvPr id="4" name="Graphic 3" descr="Chat bubble with solid fill">
            <a:extLst>
              <a:ext uri="{FF2B5EF4-FFF2-40B4-BE49-F238E27FC236}">
                <a16:creationId xmlns:a16="http://schemas.microsoft.com/office/drawing/2014/main" id="{7C042501-2343-05E8-C5ED-B021F1B83887}"/>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4452900" y="3761756"/>
            <a:ext cx="540000" cy="540000"/>
          </a:xfrm>
          <a:prstGeom prst="rect">
            <a:avLst/>
          </a:prstGeom>
        </p:spPr>
      </p:pic>
      <p:pic>
        <p:nvPicPr>
          <p:cNvPr id="7" name="Graphic 6" descr="Envelope with solid fill">
            <a:extLst>
              <a:ext uri="{FF2B5EF4-FFF2-40B4-BE49-F238E27FC236}">
                <a16:creationId xmlns:a16="http://schemas.microsoft.com/office/drawing/2014/main" id="{7FE023B1-178F-1F4D-AD40-BBDA8951FB6C}"/>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3821850" y="3761756"/>
            <a:ext cx="540000" cy="540000"/>
          </a:xfrm>
          <a:prstGeom prst="rect">
            <a:avLst/>
          </a:prstGeom>
        </p:spPr>
      </p:pic>
    </p:spTree>
    <p:extLst>
      <p:ext uri="{BB962C8B-B14F-4D97-AF65-F5344CB8AC3E}">
        <p14:creationId xmlns:p14="http://schemas.microsoft.com/office/powerpoint/2010/main" val="3634306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FE26B-474D-911D-AF83-F53A52A38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A0693-3BB4-2502-6377-0016A684A798}"/>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pic>
        <p:nvPicPr>
          <p:cNvPr id="5" name="Picture 4" descr="A cartoon of a suitcase in a room&#10;&#10;AI-generated content may be incorrect.">
            <a:extLst>
              <a:ext uri="{FF2B5EF4-FFF2-40B4-BE49-F238E27FC236}">
                <a16:creationId xmlns:a16="http://schemas.microsoft.com/office/drawing/2014/main" id="{28733469-ECDA-7B22-D0B9-A6C3C99DF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258" y="2348518"/>
            <a:ext cx="4704184" cy="3136122"/>
          </a:xfrm>
          <a:prstGeom prst="rect">
            <a:avLst/>
          </a:prstGeom>
        </p:spPr>
      </p:pic>
      <p:pic>
        <p:nvPicPr>
          <p:cNvPr id="7" name="Picture 6" descr="A logo with a maple leaf&#10;&#10;AI-generated content may be incorrect.">
            <a:extLst>
              <a:ext uri="{FF2B5EF4-FFF2-40B4-BE49-F238E27FC236}">
                <a16:creationId xmlns:a16="http://schemas.microsoft.com/office/drawing/2014/main" id="{132009F9-342D-1C9D-07E8-E3FA505EE7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3929" y="2864157"/>
            <a:ext cx="2619448" cy="2619448"/>
          </a:xfrm>
          <a:prstGeom prst="rect">
            <a:avLst/>
          </a:prstGeom>
        </p:spPr>
      </p:pic>
      <p:pic>
        <p:nvPicPr>
          <p:cNvPr id="8" name="Picture 7" descr="A logo with a maple leaf&#10;&#10;AI-generated content may be incorrect.">
            <a:extLst>
              <a:ext uri="{FF2B5EF4-FFF2-40B4-BE49-F238E27FC236}">
                <a16:creationId xmlns:a16="http://schemas.microsoft.com/office/drawing/2014/main" id="{0BCF6533-93FD-503F-72EB-45E291012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5698" y="1128812"/>
            <a:ext cx="1781583" cy="1781583"/>
          </a:xfrm>
          <a:prstGeom prst="ellipse">
            <a:avLst/>
          </a:prstGeom>
        </p:spPr>
      </p:pic>
    </p:spTree>
    <p:extLst>
      <p:ext uri="{BB962C8B-B14F-4D97-AF65-F5344CB8AC3E}">
        <p14:creationId xmlns:p14="http://schemas.microsoft.com/office/powerpoint/2010/main" val="242413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C7D79-1A5D-27C8-0FBB-301A4BDC0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21E15-2504-4A62-0ECE-58E90AB2B964}"/>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pic>
        <p:nvPicPr>
          <p:cNvPr id="5" name="Picture 4" descr="A cartoon of a suitcase in a room&#10;&#10;AI-generated content may be incorrect.">
            <a:extLst>
              <a:ext uri="{FF2B5EF4-FFF2-40B4-BE49-F238E27FC236}">
                <a16:creationId xmlns:a16="http://schemas.microsoft.com/office/drawing/2014/main" id="{87E51D74-C068-890E-B704-44DDECAFBB1D}"/>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757259" y="2348518"/>
            <a:ext cx="2754001" cy="1836000"/>
          </a:xfrm>
          <a:prstGeom prst="rect">
            <a:avLst/>
          </a:prstGeom>
        </p:spPr>
      </p:pic>
      <p:pic>
        <p:nvPicPr>
          <p:cNvPr id="4" name="Picture 3">
            <a:extLst>
              <a:ext uri="{FF2B5EF4-FFF2-40B4-BE49-F238E27FC236}">
                <a16:creationId xmlns:a16="http://schemas.microsoft.com/office/drawing/2014/main" id="{C124D2CB-7FA4-3A1A-C0BC-CEAFC4DEB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525" y="2402518"/>
            <a:ext cx="743377" cy="864000"/>
          </a:xfrm>
          <a:prstGeom prst="rect">
            <a:avLst/>
          </a:prstGeom>
        </p:spPr>
      </p:pic>
      <p:sp>
        <p:nvSpPr>
          <p:cNvPr id="6" name="Text Box 2">
            <a:extLst>
              <a:ext uri="{FF2B5EF4-FFF2-40B4-BE49-F238E27FC236}">
                <a16:creationId xmlns:a16="http://schemas.microsoft.com/office/drawing/2014/main" id="{6773A5ED-EF3E-E525-5B85-9EA452583B7A}"/>
              </a:ext>
            </a:extLst>
          </p:cNvPr>
          <p:cNvSpPr txBox="1">
            <a:spLocks noChangeArrowheads="1"/>
          </p:cNvSpPr>
          <p:nvPr/>
        </p:nvSpPr>
        <p:spPr bwMode="auto">
          <a:xfrm>
            <a:off x="757259" y="3521473"/>
            <a:ext cx="2089149" cy="74803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800"/>
              </a:spcAft>
              <a:buNone/>
            </a:pPr>
            <a:r>
              <a:rPr lang="en-CA" sz="1000" b="1" kern="100" dirty="0">
                <a:solidFill>
                  <a:srgbClr val="FFFFFF"/>
                </a:solidFill>
                <a:effectLst/>
                <a:latin typeface="Orbitron Black" pitchFamily="2" charset="0"/>
                <a:ea typeface="Aptos" panose="020B0004020202020204" pitchFamily="34" charset="0"/>
                <a:cs typeface="Times New Roman" panose="02020603050405020304" pitchFamily="18" charset="0"/>
              </a:rPr>
              <a:t>Enjoy the game! </a:t>
            </a:r>
            <a:endParaRPr lang="en-CA" sz="1000" kern="100" dirty="0">
              <a:effectLst/>
              <a:latin typeface="Orbitron Black" pitchFamily="2" charset="0"/>
              <a:ea typeface="Aptos" panose="020B0004020202020204" pitchFamily="34" charset="0"/>
              <a:cs typeface="Times New Roman" panose="02020603050405020304" pitchFamily="18" charset="0"/>
            </a:endParaRPr>
          </a:p>
          <a:p>
            <a:pPr>
              <a:lnSpc>
                <a:spcPct val="115000"/>
              </a:lnSpc>
              <a:spcAft>
                <a:spcPts val="800"/>
              </a:spcAft>
              <a:buNone/>
            </a:pPr>
            <a:r>
              <a:rPr lang="en-CA" sz="1000" b="1" kern="100" dirty="0">
                <a:solidFill>
                  <a:srgbClr val="FFFFFF"/>
                </a:solidFill>
                <a:effectLst/>
                <a:latin typeface="Orbitron Black" pitchFamily="2" charset="0"/>
                <a:ea typeface="Aptos" panose="020B0004020202020204" pitchFamily="34" charset="0"/>
                <a:cs typeface="Times New Roman" panose="02020603050405020304" pitchFamily="18" charset="0"/>
              </a:rPr>
              <a:t>For help, go to our website</a:t>
            </a:r>
            <a:endParaRPr lang="en-CA" sz="1000" kern="100" dirty="0">
              <a:effectLst/>
              <a:latin typeface="Orbitron Black" pitchFamily="2" charset="0"/>
              <a:ea typeface="Aptos" panose="020B0004020202020204" pitchFamily="34" charset="0"/>
              <a:cs typeface="Times New Roman" panose="02020603050405020304" pitchFamily="18" charset="0"/>
            </a:endParaRPr>
          </a:p>
        </p:txBody>
      </p:sp>
      <p:pic>
        <p:nvPicPr>
          <p:cNvPr id="9" name="Picture 8" descr="A qr code on a black background&#10;&#10;AI-generated content may be incorrect.">
            <a:extLst>
              <a:ext uri="{FF2B5EF4-FFF2-40B4-BE49-F238E27FC236}">
                <a16:creationId xmlns:a16="http://schemas.microsoft.com/office/drawing/2014/main" id="{E07389C5-473D-D6DA-9DBD-BA22FA4C39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8976" y="3497250"/>
            <a:ext cx="647700" cy="647700"/>
          </a:xfrm>
          <a:prstGeom prst="rect">
            <a:avLst/>
          </a:prstGeom>
        </p:spPr>
      </p:pic>
      <p:sp>
        <p:nvSpPr>
          <p:cNvPr id="10" name="Text Box 2">
            <a:extLst>
              <a:ext uri="{FF2B5EF4-FFF2-40B4-BE49-F238E27FC236}">
                <a16:creationId xmlns:a16="http://schemas.microsoft.com/office/drawing/2014/main" id="{41DC2704-31AD-1D47-F687-4B7FBF1F3EBA}"/>
              </a:ext>
            </a:extLst>
          </p:cNvPr>
          <p:cNvSpPr txBox="1">
            <a:spLocks noChangeArrowheads="1"/>
          </p:cNvSpPr>
          <p:nvPr/>
        </p:nvSpPr>
        <p:spPr bwMode="auto">
          <a:xfrm>
            <a:off x="1799168" y="2478655"/>
            <a:ext cx="1632644" cy="864235"/>
          </a:xfrm>
          <a:prstGeom prst="rect">
            <a:avLst/>
          </a:prstGeom>
          <a:noFill/>
          <a:ln w="9525">
            <a:noFill/>
            <a:miter lim="800000"/>
            <a:headEnd/>
            <a:tailEnd/>
          </a:ln>
        </p:spPr>
        <p:txBody>
          <a:bodyPr rot="0" vert="horz" wrap="square" lIns="91440" tIns="45720" rIns="91440" bIns="45720" anchor="t" anchorCtr="0">
            <a:noAutofit/>
          </a:bodyPr>
          <a:lstStyle/>
          <a:p>
            <a:pPr algn="ctr">
              <a:lnSpc>
                <a:spcPct val="115000"/>
              </a:lnSpc>
              <a:spcAft>
                <a:spcPts val="800"/>
              </a:spcAft>
              <a:buNone/>
            </a:pPr>
            <a:r>
              <a:rPr lang="en-CA" sz="1400" b="1" kern="100" dirty="0">
                <a:solidFill>
                  <a:srgbClr val="FFFFFF"/>
                </a:solidFill>
                <a:effectLst/>
                <a:latin typeface="Orbitron Black" pitchFamily="2" charset="0"/>
                <a:ea typeface="Aptos" panose="020B0004020202020204" pitchFamily="34" charset="0"/>
                <a:cs typeface="Times New Roman" panose="02020603050405020304" pitchFamily="18" charset="0"/>
              </a:rPr>
              <a:t>Welcome to Escape Backpack!</a:t>
            </a:r>
            <a:endParaRPr lang="en-CA" sz="1000" kern="100" dirty="0">
              <a:effectLst/>
              <a:latin typeface="Orbitron Black" pitchFamily="2"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9836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C1097-5A8F-DF04-73EB-FAC34EF1F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78487-294D-DB33-E92A-BD4B89232837}"/>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sp>
        <p:nvSpPr>
          <p:cNvPr id="23" name="Freeform: Shape 22">
            <a:extLst>
              <a:ext uri="{FF2B5EF4-FFF2-40B4-BE49-F238E27FC236}">
                <a16:creationId xmlns:a16="http://schemas.microsoft.com/office/drawing/2014/main" id="{5B495054-B05C-AC76-46FF-1DB6BB4EC220}"/>
              </a:ext>
            </a:extLst>
          </p:cNvPr>
          <p:cNvSpPr/>
          <p:nvPr/>
        </p:nvSpPr>
        <p:spPr>
          <a:xfrm rot="5400000">
            <a:off x="4923762" y="-1849179"/>
            <a:ext cx="2190307" cy="8979194"/>
          </a:xfrm>
          <a:custGeom>
            <a:avLst/>
            <a:gdLst>
              <a:gd name="connsiteX0" fmla="*/ 0 w 2190307"/>
              <a:gd name="connsiteY0" fmla="*/ 8760631 h 8979194"/>
              <a:gd name="connsiteX1" fmla="*/ 0 w 2190307"/>
              <a:gd name="connsiteY1" fmla="*/ 8756799 h 8979194"/>
              <a:gd name="connsiteX2" fmla="*/ 0 w 2190307"/>
              <a:gd name="connsiteY2" fmla="*/ 7667845 h 8979194"/>
              <a:gd name="connsiteX3" fmla="*/ 0 w 2190307"/>
              <a:gd name="connsiteY3" fmla="*/ 6372447 h 8979194"/>
              <a:gd name="connsiteX4" fmla="*/ 1 w 2190307"/>
              <a:gd name="connsiteY4" fmla="*/ 6372447 h 8979194"/>
              <a:gd name="connsiteX5" fmla="*/ 1 w 2190307"/>
              <a:gd name="connsiteY5" fmla="*/ 184303 h 8979194"/>
              <a:gd name="connsiteX6" fmla="*/ 184303 w 2190307"/>
              <a:gd name="connsiteY6" fmla="*/ 0 h 8979194"/>
              <a:gd name="connsiteX7" fmla="*/ 921486 w 2190307"/>
              <a:gd name="connsiteY7" fmla="*/ 0 h 8979194"/>
              <a:gd name="connsiteX8" fmla="*/ 1105788 w 2190307"/>
              <a:gd name="connsiteY8" fmla="*/ 184303 h 8979194"/>
              <a:gd name="connsiteX9" fmla="*/ 1105788 w 2190307"/>
              <a:gd name="connsiteY9" fmla="*/ 6372449 h 8979194"/>
              <a:gd name="connsiteX10" fmla="*/ 1095156 w 2190307"/>
              <a:gd name="connsiteY10" fmla="*/ 6372449 h 8979194"/>
              <a:gd name="connsiteX11" fmla="*/ 2190307 w 2190307"/>
              <a:gd name="connsiteY11" fmla="*/ 7467600 h 8979194"/>
              <a:gd name="connsiteX12" fmla="*/ 2190307 w 2190307"/>
              <a:gd name="connsiteY12" fmla="*/ 7661646 h 8979194"/>
              <a:gd name="connsiteX13" fmla="*/ 2184108 w 2190307"/>
              <a:gd name="connsiteY13" fmla="*/ 7667845 h 8979194"/>
              <a:gd name="connsiteX14" fmla="*/ 2190307 w 2190307"/>
              <a:gd name="connsiteY14" fmla="*/ 7667845 h 8979194"/>
              <a:gd name="connsiteX15" fmla="*/ 2190307 w 2190307"/>
              <a:gd name="connsiteY15" fmla="*/ 8760631 h 8979194"/>
              <a:gd name="connsiteX16" fmla="*/ 1971744 w 2190307"/>
              <a:gd name="connsiteY16" fmla="*/ 8979194 h 8979194"/>
              <a:gd name="connsiteX17" fmla="*/ 218563 w 2190307"/>
              <a:gd name="connsiteY17" fmla="*/ 8979194 h 8979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0307" h="8979194">
                <a:moveTo>
                  <a:pt x="0" y="8760631"/>
                </a:moveTo>
                <a:lnTo>
                  <a:pt x="0" y="8756799"/>
                </a:lnTo>
                <a:lnTo>
                  <a:pt x="0" y="7667845"/>
                </a:lnTo>
                <a:lnTo>
                  <a:pt x="0" y="6372447"/>
                </a:lnTo>
                <a:lnTo>
                  <a:pt x="1" y="6372447"/>
                </a:lnTo>
                <a:lnTo>
                  <a:pt x="1" y="184303"/>
                </a:lnTo>
                <a:lnTo>
                  <a:pt x="184303" y="0"/>
                </a:lnTo>
                <a:lnTo>
                  <a:pt x="921486" y="0"/>
                </a:lnTo>
                <a:lnTo>
                  <a:pt x="1105788" y="184303"/>
                </a:lnTo>
                <a:lnTo>
                  <a:pt x="1105788" y="6372449"/>
                </a:lnTo>
                <a:lnTo>
                  <a:pt x="1095156" y="6372449"/>
                </a:lnTo>
                <a:lnTo>
                  <a:pt x="2190307" y="7467600"/>
                </a:lnTo>
                <a:lnTo>
                  <a:pt x="2190307" y="7661646"/>
                </a:lnTo>
                <a:lnTo>
                  <a:pt x="2184108" y="7667845"/>
                </a:lnTo>
                <a:lnTo>
                  <a:pt x="2190307" y="7667845"/>
                </a:lnTo>
                <a:lnTo>
                  <a:pt x="2190307" y="8760631"/>
                </a:lnTo>
                <a:lnTo>
                  <a:pt x="1971744" y="8979194"/>
                </a:lnTo>
                <a:lnTo>
                  <a:pt x="218563" y="8979194"/>
                </a:lnTo>
                <a:close/>
              </a:path>
            </a:pathLst>
          </a:custGeom>
          <a:solidFill>
            <a:srgbClr val="8D391B"/>
          </a:solidFill>
          <a:ln>
            <a:solidFill>
              <a:srgbClr val="16253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41" name="Flowchart: Data 40">
            <a:extLst>
              <a:ext uri="{FF2B5EF4-FFF2-40B4-BE49-F238E27FC236}">
                <a16:creationId xmlns:a16="http://schemas.microsoft.com/office/drawing/2014/main" id="{6C2692CC-4B86-ACAF-D19C-5F7468804FDA}"/>
              </a:ext>
            </a:extLst>
          </p:cNvPr>
          <p:cNvSpPr/>
          <p:nvPr/>
        </p:nvSpPr>
        <p:spPr>
          <a:xfrm rot="10800000">
            <a:off x="545990" y="5069184"/>
            <a:ext cx="1881960" cy="1523001"/>
          </a:xfrm>
          <a:prstGeom prst="flowChartInputOutput">
            <a:avLst/>
          </a:pr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ectangle: Top Corners Snipped 28">
            <a:extLst>
              <a:ext uri="{FF2B5EF4-FFF2-40B4-BE49-F238E27FC236}">
                <a16:creationId xmlns:a16="http://schemas.microsoft.com/office/drawing/2014/main" id="{C46E9168-87E1-5F64-8E34-900DF46B9EFC}"/>
              </a:ext>
            </a:extLst>
          </p:cNvPr>
          <p:cNvSpPr/>
          <p:nvPr/>
        </p:nvSpPr>
        <p:spPr>
          <a:xfrm rot="5400000">
            <a:off x="6234221" y="-588332"/>
            <a:ext cx="1233381" cy="10363195"/>
          </a:xfrm>
          <a:prstGeom prst="snip2SameRect">
            <a:avLst/>
          </a:pr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ectangle: Top Corners Snipped 26">
            <a:extLst>
              <a:ext uri="{FF2B5EF4-FFF2-40B4-BE49-F238E27FC236}">
                <a16:creationId xmlns:a16="http://schemas.microsoft.com/office/drawing/2014/main" id="{F650F943-9316-0930-FAC1-B4E53DEA9AED}"/>
              </a:ext>
            </a:extLst>
          </p:cNvPr>
          <p:cNvSpPr/>
          <p:nvPr/>
        </p:nvSpPr>
        <p:spPr>
          <a:xfrm rot="16200000">
            <a:off x="-207334" y="4343400"/>
            <a:ext cx="2615610" cy="1881960"/>
          </a:xfrm>
          <a:prstGeom prst="snip2SameRect">
            <a:avLst/>
          </a:pr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5" name="Picture 24" descr="A logo with a maple leaf&#10;&#10;AI-generated content may be incorrect.">
            <a:extLst>
              <a:ext uri="{FF2B5EF4-FFF2-40B4-BE49-F238E27FC236}">
                <a16:creationId xmlns:a16="http://schemas.microsoft.com/office/drawing/2014/main" id="{C83E0348-9BD2-CBD9-AAFE-71A653A0A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076" y="4296095"/>
            <a:ext cx="1976570" cy="1976570"/>
          </a:xfrm>
          <a:prstGeom prst="ellipse">
            <a:avLst/>
          </a:prstGeom>
        </p:spPr>
      </p:pic>
    </p:spTree>
    <p:extLst>
      <p:ext uri="{BB962C8B-B14F-4D97-AF65-F5344CB8AC3E}">
        <p14:creationId xmlns:p14="http://schemas.microsoft.com/office/powerpoint/2010/main" val="3600266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4620-475D-C0DB-B4CA-42046EEEF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DC7E8-7F36-A1A1-4BE3-F9A81966CA59}"/>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sp>
        <p:nvSpPr>
          <p:cNvPr id="3" name="TextBox 2">
            <a:extLst>
              <a:ext uri="{FF2B5EF4-FFF2-40B4-BE49-F238E27FC236}">
                <a16:creationId xmlns:a16="http://schemas.microsoft.com/office/drawing/2014/main" id="{593D6F1C-B6F8-26D4-8BF8-74D1187D9982}"/>
              </a:ext>
            </a:extLst>
          </p:cNvPr>
          <p:cNvSpPr txBox="1"/>
          <p:nvPr/>
        </p:nvSpPr>
        <p:spPr>
          <a:xfrm>
            <a:off x="2466402" y="1678824"/>
            <a:ext cx="6705029" cy="923330"/>
          </a:xfrm>
          <a:prstGeom prst="rect">
            <a:avLst/>
          </a:prstGeom>
          <a:noFill/>
        </p:spPr>
        <p:txBody>
          <a:bodyPr wrap="square" rtlCol="0">
            <a:spAutoFit/>
          </a:bodyPr>
          <a:lstStyle/>
          <a:p>
            <a:r>
              <a:rPr lang="en-CA" sz="5400" dirty="0">
                <a:solidFill>
                  <a:schemeClr val="bg1"/>
                </a:solidFill>
                <a:latin typeface="Orbitron Black" pitchFamily="2" charset="0"/>
              </a:rPr>
              <a:t>Mission Brief - </a:t>
            </a:r>
          </a:p>
        </p:txBody>
      </p:sp>
      <p:sp>
        <p:nvSpPr>
          <p:cNvPr id="9" name="Freeform: Shape 8">
            <a:extLst>
              <a:ext uri="{FF2B5EF4-FFF2-40B4-BE49-F238E27FC236}">
                <a16:creationId xmlns:a16="http://schemas.microsoft.com/office/drawing/2014/main" id="{B0CDE961-7483-7710-2A66-C04DB96653D2}"/>
              </a:ext>
            </a:extLst>
          </p:cNvPr>
          <p:cNvSpPr/>
          <p:nvPr/>
        </p:nvSpPr>
        <p:spPr>
          <a:xfrm rot="10800000">
            <a:off x="912406" y="1834800"/>
            <a:ext cx="7442835" cy="1333500"/>
          </a:xfrm>
          <a:custGeom>
            <a:avLst/>
            <a:gdLst>
              <a:gd name="connsiteX0" fmla="*/ 7292866 w 7442835"/>
              <a:gd name="connsiteY0" fmla="*/ 1333500 h 1333500"/>
              <a:gd name="connsiteX1" fmla="*/ 6543040 w 7442835"/>
              <a:gd name="connsiteY1" fmla="*/ 1333500 h 1333500"/>
              <a:gd name="connsiteX2" fmla="*/ 6543040 w 7442835"/>
              <a:gd name="connsiteY2" fmla="*/ 1332617 h 1333500"/>
              <a:gd name="connsiteX3" fmla="*/ 89960 w 7442835"/>
              <a:gd name="connsiteY3" fmla="*/ 1332616 h 1333500"/>
              <a:gd name="connsiteX4" fmla="*/ 0 w 7442835"/>
              <a:gd name="connsiteY4" fmla="*/ 1242656 h 1333500"/>
              <a:gd name="connsiteX5" fmla="*/ 0 w 7442835"/>
              <a:gd name="connsiteY5" fmla="*/ 882826 h 1333500"/>
              <a:gd name="connsiteX6" fmla="*/ 89960 w 7442835"/>
              <a:gd name="connsiteY6" fmla="*/ 792866 h 1333500"/>
              <a:gd name="connsiteX7" fmla="*/ 6074509 w 7442835"/>
              <a:gd name="connsiteY7" fmla="*/ 792867 h 1333500"/>
              <a:gd name="connsiteX8" fmla="*/ 6217667 w 7442835"/>
              <a:gd name="connsiteY8" fmla="*/ 634 h 1333500"/>
              <a:gd name="connsiteX9" fmla="*/ 6543040 w 7442835"/>
              <a:gd name="connsiteY9" fmla="*/ 634 h 1333500"/>
              <a:gd name="connsiteX10" fmla="*/ 6543040 w 7442835"/>
              <a:gd name="connsiteY10" fmla="*/ 0 h 1333500"/>
              <a:gd name="connsiteX11" fmla="*/ 7292866 w 7442835"/>
              <a:gd name="connsiteY11" fmla="*/ 0 h 1333500"/>
              <a:gd name="connsiteX12" fmla="*/ 7442835 w 7442835"/>
              <a:gd name="connsiteY12" fmla="*/ 149969 h 1333500"/>
              <a:gd name="connsiteX13" fmla="*/ 7442835 w 7442835"/>
              <a:gd name="connsiteY13" fmla="*/ 1183531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2835" h="1333500">
                <a:moveTo>
                  <a:pt x="7292866" y="1333500"/>
                </a:moveTo>
                <a:lnTo>
                  <a:pt x="6543040" y="1333500"/>
                </a:lnTo>
                <a:lnTo>
                  <a:pt x="6543040" y="1332617"/>
                </a:lnTo>
                <a:lnTo>
                  <a:pt x="89960" y="1332616"/>
                </a:lnTo>
                <a:lnTo>
                  <a:pt x="0" y="1242656"/>
                </a:lnTo>
                <a:lnTo>
                  <a:pt x="0" y="882826"/>
                </a:lnTo>
                <a:lnTo>
                  <a:pt x="89960" y="792866"/>
                </a:lnTo>
                <a:lnTo>
                  <a:pt x="6074509" y="792867"/>
                </a:lnTo>
                <a:lnTo>
                  <a:pt x="6217667" y="634"/>
                </a:lnTo>
                <a:lnTo>
                  <a:pt x="6543040" y="634"/>
                </a:lnTo>
                <a:lnTo>
                  <a:pt x="6543040" y="0"/>
                </a:lnTo>
                <a:lnTo>
                  <a:pt x="7292866" y="0"/>
                </a:lnTo>
                <a:lnTo>
                  <a:pt x="7442835" y="149969"/>
                </a:lnTo>
                <a:lnTo>
                  <a:pt x="7442835" y="1183531"/>
                </a:lnTo>
                <a:close/>
              </a:path>
            </a:pathLst>
          </a:cu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CA"/>
          </a:p>
        </p:txBody>
      </p:sp>
    </p:spTree>
    <p:extLst>
      <p:ext uri="{BB962C8B-B14F-4D97-AF65-F5344CB8AC3E}">
        <p14:creationId xmlns:p14="http://schemas.microsoft.com/office/powerpoint/2010/main" val="695642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19619fd-75dc-48cb-820d-8f683a95dd8b}" enabled="1" method="Privileged" siteId="{05c95b33-90ca-49d5-b644-288b930b912b}" removed="0"/>
</clbl:labelList>
</file>

<file path=docProps/app.xml><?xml version="1.0" encoding="utf-8"?>
<Properties xmlns="http://schemas.openxmlformats.org/officeDocument/2006/extended-properties" xmlns:vt="http://schemas.openxmlformats.org/officeDocument/2006/docPropsVTypes">
  <TotalTime>2554</TotalTime>
  <Words>713</Words>
  <Application>Microsoft Office PowerPoint</Application>
  <PresentationFormat>Widescreen</PresentationFormat>
  <Paragraphs>106</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Aptos Display</vt:lpstr>
      <vt:lpstr>Arial</vt:lpstr>
      <vt:lpstr>Dreaming Outloud Pro</vt:lpstr>
      <vt:lpstr>Orbitron</vt:lpstr>
      <vt:lpstr>Orbitron Black</vt:lpstr>
      <vt:lpstr>Orbitron ExtraBold</vt:lpstr>
      <vt:lpstr>Times New Roman</vt:lpstr>
      <vt:lpstr>Office Theme</vt:lpstr>
      <vt:lpstr>Space Station</vt:lpstr>
      <vt:lpstr>Story Details</vt:lpstr>
      <vt:lpstr>Puzzle/clues/story Ideas</vt:lpstr>
      <vt:lpstr>Puzzle/clues/story Ideas</vt:lpstr>
      <vt:lpstr>Bank Statement</vt:lpstr>
      <vt:lpstr>Design elements</vt:lpstr>
      <vt:lpstr>Crew</vt:lpstr>
      <vt:lpstr>Crew</vt:lpstr>
      <vt:lpstr>Design elements</vt:lpstr>
      <vt:lpstr>Design elements</vt:lpstr>
      <vt:lpstr>Design elements</vt:lpstr>
      <vt:lpstr>Design elements</vt:lpstr>
      <vt:lpstr>Design elements</vt:lpstr>
    </vt:vector>
  </TitlesOfParts>
  <Company>NRCan - RNCan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Guettier, Simon (he, him | il, lui)</dc:creator>
  <cp:lastModifiedBy>Simon Guettier</cp:lastModifiedBy>
  <cp:revision>16</cp:revision>
  <dcterms:created xsi:type="dcterms:W3CDTF">2025-12-10T13:52:45Z</dcterms:created>
  <dcterms:modified xsi:type="dcterms:W3CDTF">2025-12-14T20:54:42Z</dcterms:modified>
</cp:coreProperties>
</file>